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4"/>
    <p:sldMasterId id="2147483774" r:id="rId5"/>
  </p:sldMasterIdLst>
  <p:notesMasterIdLst>
    <p:notesMasterId r:id="rId16"/>
  </p:notesMasterIdLst>
  <p:sldIdLst>
    <p:sldId id="2147483345" r:id="rId6"/>
    <p:sldId id="2147483635" r:id="rId7"/>
    <p:sldId id="2147483342" r:id="rId8"/>
    <p:sldId id="2147483646" r:id="rId9"/>
    <p:sldId id="2147479838" r:id="rId10"/>
    <p:sldId id="2147483558" r:id="rId11"/>
    <p:sldId id="2147483578" r:id="rId12"/>
    <p:sldId id="2147483584" r:id="rId13"/>
    <p:sldId id="2147483572" r:id="rId14"/>
    <p:sldId id="214748358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7F5"/>
    <a:srgbClr val="E9EEF3"/>
    <a:srgbClr val="E9EEF2"/>
    <a:srgbClr val="E4E5EA"/>
    <a:srgbClr val="F0F0F0"/>
    <a:srgbClr val="F4F2F1"/>
    <a:srgbClr val="F4F2F0"/>
    <a:srgbClr val="925AB2"/>
    <a:srgbClr val="E3C222"/>
    <a:srgbClr val="5C058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F4EA2A-2CAD-DC4A-A9A5-2449773DA00F}" v="218" dt="2025-12-30T14:37:50.5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287"/>
  </p:normalViewPr>
  <p:slideViewPr>
    <p:cSldViewPr snapToGrid="0">
      <p:cViewPr varScale="1">
        <p:scale>
          <a:sx n="111" d="100"/>
          <a:sy n="111" d="100"/>
        </p:scale>
        <p:origin x="594" y="96"/>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3EF39E-7396-194D-B313-AD1445050E48}" type="datetimeFigureOut">
              <a:rPr lang="en-US" smtClean="0"/>
              <a:t>8/27/2026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649BF9-57E4-F54B-9DD8-4601EF62728E}" type="slidenum">
              <a:rPr lang="en-US" smtClean="0"/>
              <a:t>‹#›</a:t>
            </a:fld>
            <a:endParaRPr lang="en-US"/>
          </a:p>
        </p:txBody>
      </p:sp>
    </p:spTree>
    <p:extLst>
      <p:ext uri="{BB962C8B-B14F-4D97-AF65-F5344CB8AC3E}">
        <p14:creationId xmlns:p14="http://schemas.microsoft.com/office/powerpoint/2010/main" val="23394879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579D4-4AA3-1974-14E7-8E45D9AFA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09A229-0EF2-C25E-BB2A-98152D36CB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D7BD08-8AF5-9566-A2C0-91E11F456A33}"/>
              </a:ext>
            </a:extLst>
          </p:cNvPr>
          <p:cNvSpPr>
            <a:spLocks noGrp="1"/>
          </p:cNvSpPr>
          <p:nvPr>
            <p:ph type="body" idx="1"/>
          </p:nvPr>
        </p:nvSpPr>
        <p:spPr/>
        <p:txBody>
          <a:bodyPr/>
          <a:lstStyle/>
          <a:p>
            <a:pPr marL="725950" marR="5080" lvl="0" indent="-425250" algn="l" defTabSz="914400" rtl="0" eaLnBrk="1" fontAlgn="auto" latinLnBrk="0" hangingPunct="1">
              <a:lnSpc>
                <a:spcPct val="101600"/>
              </a:lnSpc>
              <a:spcBef>
                <a:spcPts val="95"/>
              </a:spcBef>
              <a:spcAft>
                <a:spcPts val="0"/>
              </a:spcAft>
              <a:buClrTx/>
              <a:buSzTx/>
              <a:buFont typeface="Arial" panose="020B0604020202020204" pitchFamily="34" charset="0"/>
              <a:buChar char="•"/>
              <a:tabLst/>
              <a:defRPr/>
            </a:pPr>
            <a:r>
              <a:rPr kumimoji="0" lang="en-US" sz="2800" b="1" i="0" u="none" strike="noStrike" kern="1200" cap="none" spc="0" normalizeH="0" baseline="0" noProof="0">
                <a:ln>
                  <a:noFill/>
                </a:ln>
                <a:solidFill>
                  <a:srgbClr val="005EFF"/>
                </a:solidFill>
                <a:effectLst/>
                <a:uLnTx/>
                <a:uFillTx/>
                <a:latin typeface="Times New Roman" panose="02020603050405020304" pitchFamily="18" charset="0"/>
                <a:ea typeface="+mn-ea"/>
                <a:cs typeface="Arial"/>
              </a:rPr>
              <a:t>335 million </a:t>
            </a:r>
            <a:r>
              <a:rPr kumimoji="0" 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a:rPr>
              <a:t>Shareholders listed as part of detailed</a:t>
            </a:r>
            <a:r>
              <a:rPr kumimoji="0" lang="en-US" sz="1200" b="0" i="0" u="none" strike="noStrike" kern="1200" cap="none" spc="40" normalizeH="0" baseline="0" noProof="0">
                <a:ln>
                  <a:noFill/>
                </a:ln>
                <a:solidFill>
                  <a:srgbClr val="000000"/>
                </a:solidFill>
                <a:effectLst/>
                <a:uLnTx/>
                <a:uFillTx/>
                <a:latin typeface="Arial" panose="020B0604020202020204" pitchFamily="34" charset="0"/>
                <a:ea typeface="+mn-ea"/>
                <a:cs typeface="Arial"/>
              </a:rPr>
              <a:t> </a:t>
            </a:r>
            <a:r>
              <a:rPr kumimoji="0" lang="en-US" sz="1200" b="0" i="0" u="none" strike="noStrike" kern="1200" cap="none" spc="-10" normalizeH="0" baseline="0" noProof="0">
                <a:ln>
                  <a:noFill/>
                </a:ln>
                <a:solidFill>
                  <a:srgbClr val="000000"/>
                </a:solidFill>
                <a:effectLst/>
                <a:uLnTx/>
                <a:uFillTx/>
                <a:latin typeface="Arial" panose="020B0604020202020204" pitchFamily="34" charset="0"/>
                <a:ea typeface="+mn-ea"/>
                <a:cs typeface="Arial"/>
              </a:rPr>
              <a:t>Corporate Hierarchy, including </a:t>
            </a:r>
            <a:r>
              <a:rPr kumimoji="0" 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a:rPr>
              <a:t>143m Beneficial</a:t>
            </a:r>
            <a:r>
              <a:rPr kumimoji="0" lang="en-US" sz="1200" b="0" i="0" u="none" strike="noStrike" kern="1200" cap="none" spc="-15" normalizeH="0" baseline="0" noProof="0">
                <a:ln>
                  <a:noFill/>
                </a:ln>
                <a:solidFill>
                  <a:srgbClr val="000000"/>
                </a:solidFill>
                <a:effectLst/>
                <a:uLnTx/>
                <a:uFillTx/>
                <a:latin typeface="Arial" panose="020B0604020202020204" pitchFamily="34" charset="0"/>
                <a:ea typeface="+mn-ea"/>
                <a:cs typeface="Arial"/>
              </a:rPr>
              <a:t> </a:t>
            </a:r>
            <a:r>
              <a:rPr kumimoji="0" lang="en-US" sz="1200" b="0" i="0" u="none" strike="noStrike" kern="1200" cap="none" spc="-10" normalizeH="0" baseline="0" noProof="0">
                <a:ln>
                  <a:noFill/>
                </a:ln>
                <a:solidFill>
                  <a:srgbClr val="000000"/>
                </a:solidFill>
                <a:effectLst/>
                <a:uLnTx/>
                <a:uFillTx/>
                <a:latin typeface="Arial" panose="020B0604020202020204" pitchFamily="34" charset="0"/>
                <a:ea typeface="+mn-ea"/>
                <a:cs typeface="Arial"/>
              </a:rPr>
              <a:t>Owners</a:t>
            </a:r>
          </a:p>
          <a:p>
            <a:pPr marL="725950" marR="5080" lvl="0" indent="-425250" algn="l" defTabSz="914400" rtl="0" eaLnBrk="1" fontAlgn="auto" latinLnBrk="0" hangingPunct="1">
              <a:lnSpc>
                <a:spcPct val="101600"/>
              </a:lnSpc>
              <a:spcBef>
                <a:spcPts val="95"/>
              </a:spcBef>
              <a:spcAft>
                <a:spcPts val="0"/>
              </a:spcAft>
              <a:buClrTx/>
              <a:buSzTx/>
              <a:buFont typeface="Arial" panose="020B0604020202020204" pitchFamily="34" charset="0"/>
              <a:buChar char="•"/>
              <a:tabLst/>
              <a:defRPr/>
            </a:pPr>
            <a:r>
              <a:rPr kumimoji="0" lang="en-SG" sz="2800" b="1" i="0" u="none" strike="noStrike" kern="1200" cap="none" spc="0" normalizeH="0" baseline="0" noProof="0">
                <a:ln>
                  <a:noFill/>
                </a:ln>
                <a:solidFill>
                  <a:srgbClr val="005EFF"/>
                </a:solidFill>
                <a:effectLst/>
                <a:uLnTx/>
                <a:uFillTx/>
                <a:latin typeface="Times New Roman" panose="02020603050405020304" pitchFamily="18" charset="0"/>
                <a:ea typeface="+mn-ea"/>
                <a:cs typeface="Arial"/>
              </a:rPr>
              <a:t>17+ million </a:t>
            </a:r>
            <a:r>
              <a:rPr kumimoji="0" lang="en-SG" sz="1200" b="0" i="0" u="none" strike="noStrike" kern="1200" cap="none" spc="0" normalizeH="0" baseline="0" noProof="0">
                <a:ln>
                  <a:noFill/>
                </a:ln>
                <a:solidFill>
                  <a:srgbClr val="000000"/>
                </a:solidFill>
                <a:effectLst/>
                <a:uLnTx/>
                <a:uFillTx/>
                <a:latin typeface="Arial" panose="020B0604020202020204" pitchFamily="34" charset="0"/>
                <a:ea typeface="+mn-ea"/>
                <a:cs typeface="Arial"/>
              </a:rPr>
              <a:t>Real</a:t>
            </a:r>
            <a:r>
              <a:rPr kumimoji="0" lang="en-SG" sz="1200" b="0" i="0" u="none" strike="noStrike" kern="1200" cap="none" spc="10" normalizeH="0" baseline="0" noProof="0">
                <a:ln>
                  <a:noFill/>
                </a:ln>
                <a:solidFill>
                  <a:srgbClr val="000000"/>
                </a:solidFill>
                <a:effectLst/>
                <a:uLnTx/>
                <a:uFillTx/>
                <a:latin typeface="Arial" panose="020B0604020202020204" pitchFamily="34" charset="0"/>
                <a:ea typeface="+mn-ea"/>
                <a:cs typeface="Arial"/>
              </a:rPr>
              <a:t> </a:t>
            </a:r>
            <a:r>
              <a:rPr kumimoji="0" lang="en-SG" sz="1200" b="0" i="0" u="none" strike="noStrike" kern="1200" cap="none" spc="0" normalizeH="0" baseline="0" noProof="0">
                <a:ln>
                  <a:noFill/>
                </a:ln>
                <a:solidFill>
                  <a:srgbClr val="000000"/>
                </a:solidFill>
                <a:effectLst/>
                <a:uLnTx/>
                <a:uFillTx/>
                <a:latin typeface="Arial" panose="020B0604020202020204" pitchFamily="34" charset="0"/>
                <a:ea typeface="+mn-ea"/>
                <a:cs typeface="Arial"/>
              </a:rPr>
              <a:t>Assets</a:t>
            </a:r>
            <a:r>
              <a:rPr kumimoji="0" lang="en-SG" sz="1200" b="0" i="0" u="none" strike="noStrike" kern="1200" cap="none" spc="-5" normalizeH="0" baseline="0" noProof="0">
                <a:ln>
                  <a:noFill/>
                </a:ln>
                <a:solidFill>
                  <a:srgbClr val="000000"/>
                </a:solidFill>
                <a:effectLst/>
                <a:uLnTx/>
                <a:uFillTx/>
                <a:latin typeface="Arial" panose="020B0604020202020204" pitchFamily="34" charset="0"/>
                <a:ea typeface="+mn-ea"/>
                <a:cs typeface="Arial"/>
              </a:rPr>
              <a:t> </a:t>
            </a:r>
            <a:r>
              <a:rPr kumimoji="0" lang="en-SG" sz="1200" b="0" i="0" u="none" strike="noStrike" kern="1200" cap="none" spc="-10" normalizeH="0" baseline="0" noProof="0">
                <a:ln>
                  <a:noFill/>
                </a:ln>
                <a:solidFill>
                  <a:srgbClr val="000000"/>
                </a:solidFill>
                <a:effectLst/>
                <a:uLnTx/>
                <a:uFillTx/>
                <a:latin typeface="Arial" panose="020B0604020202020204" pitchFamily="34" charset="0"/>
                <a:ea typeface="+mn-ea"/>
                <a:cs typeface="Arial"/>
              </a:rPr>
              <a:t>Scored </a:t>
            </a:r>
            <a:r>
              <a:rPr kumimoji="0" lang="en-SG" sz="1200" b="0" i="0" u="none" strike="noStrike" kern="1200" cap="none" spc="0" normalizeH="0" baseline="0" noProof="0">
                <a:ln>
                  <a:noFill/>
                </a:ln>
                <a:solidFill>
                  <a:srgbClr val="000000"/>
                </a:solidFill>
                <a:effectLst/>
                <a:uLnTx/>
                <a:uFillTx/>
                <a:latin typeface="Arial" panose="020B0604020202020204" pitchFamily="34" charset="0"/>
                <a:ea typeface="+mn-ea"/>
                <a:cs typeface="Arial"/>
              </a:rPr>
              <a:t>Climate</a:t>
            </a:r>
            <a:r>
              <a:rPr kumimoji="0" lang="en-SG" sz="1200" b="0" i="0" u="none" strike="noStrike" kern="1200" cap="none" spc="5" normalizeH="0" baseline="0" noProof="0">
                <a:ln>
                  <a:noFill/>
                </a:ln>
                <a:solidFill>
                  <a:srgbClr val="000000"/>
                </a:solidFill>
                <a:effectLst/>
                <a:uLnTx/>
                <a:uFillTx/>
                <a:latin typeface="Arial" panose="020B0604020202020204" pitchFamily="34" charset="0"/>
                <a:ea typeface="+mn-ea"/>
                <a:cs typeface="Arial"/>
              </a:rPr>
              <a:t> </a:t>
            </a:r>
            <a:r>
              <a:rPr kumimoji="0" lang="en-SG" sz="1200" b="0" i="0" u="none" strike="noStrike" kern="1200" cap="none" spc="-10" normalizeH="0" baseline="0" noProof="0">
                <a:ln>
                  <a:noFill/>
                </a:ln>
                <a:solidFill>
                  <a:srgbClr val="000000"/>
                </a:solidFill>
                <a:effectLst/>
                <a:uLnTx/>
                <a:uFillTx/>
                <a:latin typeface="Arial" panose="020B0604020202020204" pitchFamily="34" charset="0"/>
                <a:ea typeface="+mn-ea"/>
                <a:cs typeface="Arial"/>
              </a:rPr>
              <a:t>Solution</a:t>
            </a:r>
            <a:endParaRPr kumimoji="0" lang="en-SG" sz="1200" b="0" i="0" u="none" strike="noStrike" kern="1200" cap="none" spc="0" normalizeH="0" baseline="0" noProof="0">
              <a:ln>
                <a:noFill/>
              </a:ln>
              <a:solidFill>
                <a:srgbClr val="000000"/>
              </a:solidFill>
              <a:effectLst/>
              <a:uLnTx/>
              <a:uFillTx/>
              <a:latin typeface="Arial" panose="020B0604020202020204" pitchFamily="34" charset="0"/>
              <a:ea typeface="+mn-ea"/>
              <a:cs typeface="Arial"/>
            </a:endParaRPr>
          </a:p>
          <a:p>
            <a:pPr marL="725950" marR="5080" lvl="0" indent="-425250" algn="l" defTabSz="914400" rtl="0" eaLnBrk="1" fontAlgn="auto" latinLnBrk="0" hangingPunct="1">
              <a:lnSpc>
                <a:spcPct val="101600"/>
              </a:lnSpc>
              <a:spcBef>
                <a:spcPts val="95"/>
              </a:spcBef>
              <a:spcAft>
                <a:spcPts val="0"/>
              </a:spcAft>
              <a:buClrTx/>
              <a:buSzTx/>
              <a:buFont typeface="Arial" panose="020B0604020202020204" pitchFamily="34" charset="0"/>
              <a:buChar char="•"/>
              <a:tabLst/>
              <a:defRPr/>
            </a:pPr>
            <a:r>
              <a:rPr kumimoji="0" lang="en-US" sz="1200" b="1" i="0" u="none" strike="noStrike" kern="1200" cap="none" spc="0" normalizeH="0" baseline="0" noProof="0">
                <a:ln>
                  <a:noFill/>
                </a:ln>
                <a:solidFill>
                  <a:srgbClr val="005EFF"/>
                </a:solidFill>
                <a:effectLst/>
                <a:uLnTx/>
                <a:uFillTx/>
                <a:latin typeface="Times New Roman" panose="02020603050405020304" pitchFamily="18" charset="0"/>
                <a:ea typeface="+mn-ea"/>
                <a:cs typeface="Arial"/>
              </a:rPr>
              <a:t>1M </a:t>
            </a:r>
            <a:r>
              <a:rPr kumimoji="0" lang="en-US" sz="800" b="0" i="0" u="none" strike="noStrike" kern="1200" cap="none" spc="0" normalizeH="0" baseline="0" noProof="0">
                <a:ln>
                  <a:noFill/>
                </a:ln>
                <a:solidFill>
                  <a:srgbClr val="000000"/>
                </a:solidFill>
                <a:effectLst/>
                <a:uLnTx/>
                <a:uFillTx/>
                <a:latin typeface="Arial" panose="020B0604020202020204" pitchFamily="34" charset="0"/>
                <a:ea typeface="+mn-ea"/>
                <a:cs typeface="Arial"/>
              </a:rPr>
              <a:t>news stories processed daily with sentiment analysis</a:t>
            </a:r>
          </a:p>
          <a:p>
            <a:pPr marL="725950" marR="5080" lvl="0" indent="-425250" algn="l" defTabSz="914400" rtl="0" eaLnBrk="1" fontAlgn="auto" latinLnBrk="0" hangingPunct="1">
              <a:lnSpc>
                <a:spcPct val="101600"/>
              </a:lnSpc>
              <a:spcBef>
                <a:spcPts val="95"/>
              </a:spcBef>
              <a:spcAft>
                <a:spcPts val="0"/>
              </a:spcAft>
              <a:buClrTx/>
              <a:buSzTx/>
              <a:buFont typeface="Arial" panose="020B0604020202020204" pitchFamily="34" charset="0"/>
              <a:buChar char="•"/>
              <a:tabLst/>
              <a:defRPr/>
            </a:pPr>
            <a:r>
              <a:rPr kumimoji="0" lang="en-SG" sz="1200" b="1" i="0" u="none" strike="noStrike" kern="1200" cap="none" spc="0" normalizeH="0" baseline="0" noProof="0">
                <a:ln>
                  <a:noFill/>
                </a:ln>
                <a:solidFill>
                  <a:srgbClr val="005EFF"/>
                </a:solidFill>
                <a:effectLst/>
                <a:uLnTx/>
                <a:uFillTx/>
                <a:latin typeface="Times New Roman" panose="02020603050405020304" pitchFamily="18" charset="0"/>
                <a:ea typeface="+mn-ea"/>
                <a:cs typeface="Arial"/>
              </a:rPr>
              <a:t>545+ million </a:t>
            </a:r>
            <a:r>
              <a:rPr kumimoji="0" lang="en-SG" sz="800" b="0" i="0" u="none" strike="noStrike" kern="1200" cap="none" spc="0" normalizeH="0" baseline="0" noProof="0">
                <a:ln>
                  <a:noFill/>
                </a:ln>
                <a:solidFill>
                  <a:srgbClr val="000000"/>
                </a:solidFill>
                <a:effectLst/>
                <a:uLnTx/>
                <a:uFillTx/>
                <a:latin typeface="Arial" panose="020B0604020202020204" pitchFamily="34" charset="0"/>
                <a:ea typeface="+mn-ea"/>
                <a:cs typeface="Arial"/>
              </a:rPr>
              <a:t>Forward</a:t>
            </a:r>
            <a:r>
              <a:rPr kumimoji="0" lang="en-SG" sz="800" b="0" i="0" u="none" strike="noStrike" kern="1200" cap="none" spc="-5" normalizeH="0" baseline="0" noProof="0">
                <a:ln>
                  <a:noFill/>
                </a:ln>
                <a:solidFill>
                  <a:srgbClr val="000000"/>
                </a:solidFill>
                <a:effectLst/>
                <a:uLnTx/>
                <a:uFillTx/>
                <a:latin typeface="Arial" panose="020B0604020202020204" pitchFamily="34" charset="0"/>
                <a:ea typeface="+mn-ea"/>
                <a:cs typeface="Arial"/>
              </a:rPr>
              <a:t> </a:t>
            </a:r>
            <a:r>
              <a:rPr kumimoji="0" lang="en-SG" sz="800" b="0" i="0" u="none" strike="noStrike" kern="1200" cap="none" spc="-10" normalizeH="0" baseline="0" noProof="0">
                <a:ln>
                  <a:noFill/>
                </a:ln>
                <a:solidFill>
                  <a:srgbClr val="000000"/>
                </a:solidFill>
                <a:effectLst/>
                <a:uLnTx/>
                <a:uFillTx/>
                <a:latin typeface="Arial" panose="020B0604020202020204" pitchFamily="34" charset="0"/>
                <a:ea typeface="+mn-ea"/>
                <a:cs typeface="Arial"/>
              </a:rPr>
              <a:t>looking </a:t>
            </a:r>
            <a:r>
              <a:rPr kumimoji="0" lang="en-SG" sz="800" b="0" i="0" u="none" strike="noStrike" kern="1200" cap="none" spc="0" normalizeH="0" baseline="0" noProof="0">
                <a:ln>
                  <a:noFill/>
                </a:ln>
                <a:solidFill>
                  <a:srgbClr val="000000"/>
                </a:solidFill>
                <a:effectLst/>
                <a:uLnTx/>
                <a:uFillTx/>
                <a:latin typeface="Arial" panose="020B0604020202020204" pitchFamily="34" charset="0"/>
                <a:ea typeface="+mn-ea"/>
                <a:cs typeface="Arial"/>
              </a:rPr>
              <a:t>daily</a:t>
            </a:r>
            <a:r>
              <a:rPr kumimoji="0" lang="en-SG" sz="800" b="0" i="0" u="none" strike="noStrike" kern="1200" cap="none" spc="-5" normalizeH="0" baseline="0" noProof="0">
                <a:ln>
                  <a:noFill/>
                </a:ln>
                <a:solidFill>
                  <a:srgbClr val="000000"/>
                </a:solidFill>
                <a:effectLst/>
                <a:uLnTx/>
                <a:uFillTx/>
                <a:latin typeface="Arial" panose="020B0604020202020204" pitchFamily="34" charset="0"/>
                <a:ea typeface="+mn-ea"/>
                <a:cs typeface="Arial"/>
              </a:rPr>
              <a:t> </a:t>
            </a:r>
            <a:r>
              <a:rPr kumimoji="0" lang="en-SG" sz="800" b="0" i="0" u="none" strike="noStrike" kern="1200" cap="none" spc="0" normalizeH="0" baseline="0" noProof="0">
                <a:ln>
                  <a:noFill/>
                </a:ln>
                <a:solidFill>
                  <a:srgbClr val="000000"/>
                </a:solidFill>
                <a:effectLst/>
                <a:uLnTx/>
                <a:uFillTx/>
                <a:latin typeface="Arial" panose="020B0604020202020204" pitchFamily="34" charset="0"/>
                <a:ea typeface="+mn-ea"/>
                <a:cs typeface="Arial"/>
              </a:rPr>
              <a:t>probability</a:t>
            </a:r>
            <a:r>
              <a:rPr kumimoji="0" lang="en-SG" sz="800" b="0" i="0" u="none" strike="noStrike" kern="1200" cap="none" spc="-10" normalizeH="0" baseline="0" noProof="0">
                <a:ln>
                  <a:noFill/>
                </a:ln>
                <a:solidFill>
                  <a:srgbClr val="000000"/>
                </a:solidFill>
                <a:effectLst/>
                <a:uLnTx/>
                <a:uFillTx/>
                <a:latin typeface="Arial" panose="020B0604020202020204" pitchFamily="34" charset="0"/>
                <a:ea typeface="+mn-ea"/>
                <a:cs typeface="Arial"/>
              </a:rPr>
              <a:t> </a:t>
            </a:r>
            <a:r>
              <a:rPr kumimoji="0" lang="en-SG" sz="800" b="0" i="0" u="none" strike="noStrike" kern="1200" cap="none" spc="-25" normalizeH="0" baseline="0" noProof="0">
                <a:ln>
                  <a:noFill/>
                </a:ln>
                <a:solidFill>
                  <a:srgbClr val="000000"/>
                </a:solidFill>
                <a:effectLst/>
                <a:uLnTx/>
                <a:uFillTx/>
                <a:latin typeface="Arial" panose="020B0604020202020204" pitchFamily="34" charset="0"/>
                <a:ea typeface="+mn-ea"/>
                <a:cs typeface="Arial"/>
              </a:rPr>
              <a:t>of </a:t>
            </a:r>
            <a:r>
              <a:rPr kumimoji="0" lang="en-SG" sz="800" b="0" i="0" u="none" strike="noStrike" kern="1200" cap="none" spc="0" normalizeH="0" baseline="0" noProof="0">
                <a:ln>
                  <a:noFill/>
                </a:ln>
                <a:solidFill>
                  <a:srgbClr val="000000"/>
                </a:solidFill>
                <a:effectLst/>
                <a:uLnTx/>
                <a:uFillTx/>
                <a:latin typeface="Arial" panose="020B0604020202020204" pitchFamily="34" charset="0"/>
                <a:ea typeface="+mn-ea"/>
                <a:cs typeface="Arial"/>
              </a:rPr>
              <a:t>default</a:t>
            </a:r>
            <a:r>
              <a:rPr kumimoji="0" lang="en-SG" sz="800" b="0" i="0" u="none" strike="noStrike" kern="1200" cap="none" spc="-15" normalizeH="0" baseline="0" noProof="0">
                <a:ln>
                  <a:noFill/>
                </a:ln>
                <a:solidFill>
                  <a:srgbClr val="000000"/>
                </a:solidFill>
                <a:effectLst/>
                <a:uLnTx/>
                <a:uFillTx/>
                <a:latin typeface="Arial" panose="020B0604020202020204" pitchFamily="34" charset="0"/>
                <a:ea typeface="+mn-ea"/>
                <a:cs typeface="Arial"/>
              </a:rPr>
              <a:t> </a:t>
            </a:r>
            <a:r>
              <a:rPr kumimoji="0" lang="en-SG" sz="800" b="0" i="0" u="none" strike="noStrike" kern="1200" cap="none" spc="0" normalizeH="0" baseline="0" noProof="0">
                <a:ln>
                  <a:noFill/>
                </a:ln>
                <a:solidFill>
                  <a:srgbClr val="000000"/>
                </a:solidFill>
                <a:effectLst/>
                <a:uLnTx/>
                <a:uFillTx/>
                <a:latin typeface="Arial" panose="020B0604020202020204" pitchFamily="34" charset="0"/>
                <a:ea typeface="+mn-ea"/>
                <a:cs typeface="Arial"/>
              </a:rPr>
              <a:t>metrics</a:t>
            </a:r>
            <a:r>
              <a:rPr kumimoji="0" lang="en-SG" sz="800" b="0" i="0" u="none" strike="noStrike" kern="1200" cap="none" spc="-20" normalizeH="0" baseline="0" noProof="0">
                <a:ln>
                  <a:noFill/>
                </a:ln>
                <a:solidFill>
                  <a:srgbClr val="000000"/>
                </a:solidFill>
                <a:effectLst/>
                <a:uLnTx/>
                <a:uFillTx/>
                <a:latin typeface="Arial" panose="020B0604020202020204" pitchFamily="34" charset="0"/>
                <a:ea typeface="+mn-ea"/>
                <a:cs typeface="Arial"/>
              </a:rPr>
              <a:t> </a:t>
            </a:r>
            <a:r>
              <a:rPr kumimoji="0" lang="en-SG" sz="800" b="0" i="0" u="none" strike="noStrike" kern="1200" cap="none" spc="-35" normalizeH="0" baseline="0" noProof="0">
                <a:ln>
                  <a:noFill/>
                </a:ln>
                <a:solidFill>
                  <a:srgbClr val="000000"/>
                </a:solidFill>
                <a:effectLst/>
                <a:uLnTx/>
                <a:uFillTx/>
                <a:latin typeface="Arial" panose="020B0604020202020204" pitchFamily="34" charset="0"/>
                <a:ea typeface="+mn-ea"/>
                <a:cs typeface="Arial"/>
              </a:rPr>
              <a:t>on </a:t>
            </a:r>
            <a:r>
              <a:rPr kumimoji="0" lang="en-SG" sz="800" b="0" i="0" u="none" strike="noStrike" kern="1200" cap="none" spc="0" normalizeH="0" baseline="0" noProof="0">
                <a:ln>
                  <a:noFill/>
                </a:ln>
                <a:solidFill>
                  <a:srgbClr val="000000"/>
                </a:solidFill>
                <a:effectLst/>
                <a:uLnTx/>
                <a:uFillTx/>
                <a:latin typeface="Arial" panose="020B0604020202020204" pitchFamily="34" charset="0"/>
                <a:ea typeface="+mn-ea"/>
                <a:cs typeface="Arial"/>
              </a:rPr>
              <a:t>public &amp;</a:t>
            </a:r>
            <a:r>
              <a:rPr kumimoji="0" lang="en-SG" sz="800" b="0" i="0" u="none" strike="noStrike" kern="1200" cap="none" spc="-5" normalizeH="0" baseline="0" noProof="0">
                <a:ln>
                  <a:noFill/>
                </a:ln>
                <a:solidFill>
                  <a:srgbClr val="000000"/>
                </a:solidFill>
                <a:effectLst/>
                <a:uLnTx/>
                <a:uFillTx/>
                <a:latin typeface="Arial" panose="020B0604020202020204" pitchFamily="34" charset="0"/>
                <a:ea typeface="+mn-ea"/>
                <a:cs typeface="Arial"/>
              </a:rPr>
              <a:t> </a:t>
            </a:r>
            <a:r>
              <a:rPr kumimoji="0" lang="en-SG" sz="800" b="0" i="0" u="none" strike="noStrike" kern="1200" cap="none" spc="-10" normalizeH="0" baseline="0" noProof="0">
                <a:ln>
                  <a:noFill/>
                </a:ln>
                <a:solidFill>
                  <a:srgbClr val="000000"/>
                </a:solidFill>
                <a:effectLst/>
                <a:uLnTx/>
                <a:uFillTx/>
                <a:latin typeface="Arial" panose="020B0604020202020204" pitchFamily="34" charset="0"/>
                <a:ea typeface="+mn-ea"/>
                <a:cs typeface="Arial"/>
              </a:rPr>
              <a:t>private companies</a:t>
            </a:r>
          </a:p>
          <a:p>
            <a:pPr marL="725950" marR="5080" lvl="0" indent="-425250" algn="l" defTabSz="914400" rtl="0" eaLnBrk="1" fontAlgn="auto" latinLnBrk="0" hangingPunct="1">
              <a:lnSpc>
                <a:spcPct val="101600"/>
              </a:lnSpc>
              <a:spcBef>
                <a:spcPts val="95"/>
              </a:spcBef>
              <a:spcAft>
                <a:spcPts val="0"/>
              </a:spcAft>
              <a:buClrTx/>
              <a:buSzTx/>
              <a:buFont typeface="Arial" panose="020B0604020202020204" pitchFamily="34" charset="0"/>
              <a:buChar char="•"/>
              <a:tabLst/>
              <a:defRPr/>
            </a:pPr>
            <a:r>
              <a:rPr lang="en-US" sz="800" b="1">
                <a:solidFill>
                  <a:schemeClr val="bg2">
                    <a:lumMod val="75000"/>
                  </a:schemeClr>
                </a:solidFill>
                <a:latin typeface="GT America Regular"/>
              </a:rPr>
              <a:t>30k </a:t>
            </a:r>
            <a:r>
              <a:rPr lang="en-US" sz="800" b="0">
                <a:solidFill>
                  <a:schemeClr val="bg2">
                    <a:lumMod val="75000"/>
                  </a:schemeClr>
                </a:solidFill>
                <a:latin typeface="GT America Regular"/>
              </a:rPr>
              <a:t>Securitizations</a:t>
            </a:r>
            <a:r>
              <a:rPr lang="en-US" sz="800" b="1">
                <a:solidFill>
                  <a:schemeClr val="bg2">
                    <a:lumMod val="75000"/>
                  </a:schemeClr>
                </a:solidFill>
                <a:latin typeface="GT America Regular"/>
              </a:rPr>
              <a:t> </a:t>
            </a:r>
            <a:r>
              <a:rPr lang="en-US" sz="800" b="0">
                <a:solidFill>
                  <a:schemeClr val="bg2">
                    <a:lumMod val="75000"/>
                  </a:schemeClr>
                </a:solidFill>
                <a:latin typeface="GT America Regular"/>
              </a:rPr>
              <a:t>&amp; </a:t>
            </a:r>
            <a:r>
              <a:rPr lang="en-US" sz="800" b="1">
                <a:solidFill>
                  <a:schemeClr val="bg2">
                    <a:lumMod val="75000"/>
                  </a:schemeClr>
                </a:solidFill>
                <a:latin typeface="GT America Regular"/>
              </a:rPr>
              <a:t>600k+ </a:t>
            </a:r>
            <a:r>
              <a:rPr lang="en-US" sz="800">
                <a:solidFill>
                  <a:schemeClr val="bg2">
                    <a:lumMod val="75000"/>
                  </a:schemeClr>
                </a:solidFill>
                <a:latin typeface="GT America Regular"/>
              </a:rPr>
              <a:t>CUSIPs</a:t>
            </a:r>
          </a:p>
          <a:p>
            <a:pPr marL="725950" marR="5080" lvl="0" indent="-425250" algn="l" defTabSz="914400" rtl="0" eaLnBrk="1" fontAlgn="auto" latinLnBrk="0" hangingPunct="1">
              <a:lnSpc>
                <a:spcPct val="101600"/>
              </a:lnSpc>
              <a:spcBef>
                <a:spcPts val="95"/>
              </a:spcBef>
              <a:spcAft>
                <a:spcPts val="0"/>
              </a:spcAft>
              <a:buClrTx/>
              <a:buSzTx/>
              <a:buFont typeface="Arial" panose="020B0604020202020204" pitchFamily="34" charset="0"/>
              <a:buChar char="•"/>
              <a:tabLst/>
              <a:defRPr/>
            </a:pPr>
            <a:r>
              <a:rPr kumimoji="0" lang="en-US" sz="800" b="1" i="0" u="none" strike="noStrike" kern="1200" cap="none" spc="0" normalizeH="0" baseline="0" noProof="0">
                <a:ln>
                  <a:noFill/>
                </a:ln>
                <a:solidFill>
                  <a:schemeClr val="bg2">
                    <a:lumMod val="75000"/>
                  </a:schemeClr>
                </a:solidFill>
                <a:effectLst/>
                <a:uLnTx/>
                <a:uFillTx/>
                <a:latin typeface="GT America Regular"/>
                <a:ea typeface="+mn-ea"/>
                <a:cs typeface="+mn-cs"/>
              </a:rPr>
              <a:t>6.5M+ </a:t>
            </a:r>
            <a:r>
              <a:rPr kumimoji="0" lang="en-US" sz="800" b="0" i="0" u="none" strike="noStrike" kern="1200" cap="none" spc="0" normalizeH="0" baseline="0" noProof="0">
                <a:ln>
                  <a:noFill/>
                </a:ln>
                <a:solidFill>
                  <a:schemeClr val="bg2">
                    <a:lumMod val="75000"/>
                  </a:schemeClr>
                </a:solidFill>
                <a:effectLst/>
                <a:uLnTx/>
                <a:uFillTx/>
                <a:latin typeface="GT America Regular"/>
                <a:ea typeface="+mn-ea"/>
                <a:cs typeface="+mn-cs"/>
              </a:rPr>
              <a:t>Cyber Ratings</a:t>
            </a:r>
          </a:p>
          <a:p>
            <a:pPr marL="725950" marR="5080" lvl="0" indent="-425250" algn="l" defTabSz="914400" rtl="0" eaLnBrk="1" fontAlgn="auto" latinLnBrk="0" hangingPunct="1">
              <a:lnSpc>
                <a:spcPct val="101600"/>
              </a:lnSpc>
              <a:spcBef>
                <a:spcPts val="95"/>
              </a:spcBef>
              <a:spcAft>
                <a:spcPts val="0"/>
              </a:spcAft>
              <a:buClrTx/>
              <a:buSzTx/>
              <a:buFont typeface="Arial" panose="020B0604020202020204" pitchFamily="34" charset="0"/>
              <a:buChar char="•"/>
              <a:tabLst/>
              <a:defRPr/>
            </a:pPr>
            <a:endParaRPr kumimoji="0" lang="en-SG" sz="800" b="0" i="0" u="none" strike="noStrike" kern="1200" cap="none" spc="0" normalizeH="0" baseline="0" noProof="0">
              <a:ln>
                <a:noFill/>
              </a:ln>
              <a:solidFill>
                <a:srgbClr val="000000"/>
              </a:solidFill>
              <a:effectLst/>
              <a:uLnTx/>
              <a:uFillTx/>
              <a:latin typeface="Arial" panose="020B0604020202020204" pitchFamily="34" charset="0"/>
              <a:ea typeface="+mn-ea"/>
              <a:cs typeface="Arial"/>
            </a:endParaRPr>
          </a:p>
          <a:p>
            <a:endParaRPr lang="en-CR"/>
          </a:p>
        </p:txBody>
      </p:sp>
      <p:sp>
        <p:nvSpPr>
          <p:cNvPr id="4" name="Slide Number Placeholder 3">
            <a:extLst>
              <a:ext uri="{FF2B5EF4-FFF2-40B4-BE49-F238E27FC236}">
                <a16:creationId xmlns:a16="http://schemas.microsoft.com/office/drawing/2014/main" id="{D5F859E1-C009-F765-7A4D-8EC0680F0CF1}"/>
              </a:ext>
            </a:extLst>
          </p:cNvPr>
          <p:cNvSpPr>
            <a:spLocks noGrp="1"/>
          </p:cNvSpPr>
          <p:nvPr>
            <p:ph type="sldNum" sz="quarter" idx="5"/>
          </p:nvPr>
        </p:nvSpPr>
        <p:spPr/>
        <p:txBody>
          <a:bodyPr/>
          <a:lstStyle/>
          <a:p>
            <a:fld id="{E2649BF9-57E4-F54B-9DD8-4601EF62728E}" type="slidenum">
              <a:rPr lang="en-US" smtClean="0"/>
              <a:t>1</a:t>
            </a:fld>
            <a:endParaRPr lang="en-US"/>
          </a:p>
        </p:txBody>
      </p:sp>
    </p:spTree>
    <p:extLst>
      <p:ext uri="{BB962C8B-B14F-4D97-AF65-F5344CB8AC3E}">
        <p14:creationId xmlns:p14="http://schemas.microsoft.com/office/powerpoint/2010/main" val="27522810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R"/>
          </a:p>
        </p:txBody>
      </p:sp>
      <p:sp>
        <p:nvSpPr>
          <p:cNvPr id="4" name="Slide Number Placeholder 3"/>
          <p:cNvSpPr>
            <a:spLocks noGrp="1"/>
          </p:cNvSpPr>
          <p:nvPr>
            <p:ph type="sldNum" sz="quarter" idx="5"/>
          </p:nvPr>
        </p:nvSpPr>
        <p:spPr/>
        <p:txBody>
          <a:bodyPr/>
          <a:lstStyle/>
          <a:p>
            <a:fld id="{E2649BF9-57E4-F54B-9DD8-4601EF62728E}" type="slidenum">
              <a:rPr lang="en-US" smtClean="0"/>
              <a:t>3</a:t>
            </a:fld>
            <a:endParaRPr lang="en-US"/>
          </a:p>
        </p:txBody>
      </p:sp>
    </p:spTree>
    <p:extLst>
      <p:ext uri="{BB962C8B-B14F-4D97-AF65-F5344CB8AC3E}">
        <p14:creationId xmlns:p14="http://schemas.microsoft.com/office/powerpoint/2010/main" val="59434765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hyperlink" Target="https://ir.moodys.com/" TargetMode="External"/><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7.xml.rels><?xml version="1.0" encoding="UTF-8" standalone="yes"?>
<Relationships xmlns="http://schemas.openxmlformats.org/package/2006/relationships"><Relationship Id="rId2" Type="http://schemas.openxmlformats.org/officeDocument/2006/relationships/hyperlink" Target="http://www.moodys.com/" TargetMode="External"/><Relationship Id="rId1" Type="http://schemas.openxmlformats.org/officeDocument/2006/relationships/slideMaster" Target="../slideMasters/slideMaster2.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1">
    <p:bg>
      <p:bgPr>
        <a:solidFill>
          <a:schemeClr val="bg2"/>
        </a:solidFill>
        <a:effectLst/>
      </p:bgPr>
    </p:bg>
    <p:spTree>
      <p:nvGrpSpPr>
        <p:cNvPr id="1" name=""/>
        <p:cNvGrpSpPr/>
        <p:nvPr/>
      </p:nvGrpSpPr>
      <p:grpSpPr>
        <a:xfrm>
          <a:off x="0" y="0"/>
          <a:ext cx="0" cy="0"/>
          <a:chOff x="0" y="0"/>
          <a:chExt cx="0" cy="0"/>
        </a:xfrm>
      </p:grpSpPr>
      <p:pic>
        <p:nvPicPr>
          <p:cNvPr id="7" name="Picture 6" descr="A blue and black background&#10;&#10;Description automatically generated">
            <a:extLst>
              <a:ext uri="{FF2B5EF4-FFF2-40B4-BE49-F238E27FC236}">
                <a16:creationId xmlns:a16="http://schemas.microsoft.com/office/drawing/2014/main" id="{78834B98-F94F-BBE0-213C-85AFCDC4764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hidden">
          <a:xfrm>
            <a:off x="0" y="-1"/>
            <a:ext cx="12192000" cy="6858000"/>
          </a:xfrm>
          <a:prstGeom prst="rect">
            <a:avLst/>
          </a:prstGeom>
        </p:spPr>
      </p:pic>
      <p:sp>
        <p:nvSpPr>
          <p:cNvPr id="10" name="Freeform 5">
            <a:extLst>
              <a:ext uri="{FF2B5EF4-FFF2-40B4-BE49-F238E27FC236}">
                <a16:creationId xmlns:a16="http://schemas.microsoft.com/office/drawing/2014/main" id="{D38E589A-C29C-8E0A-54D9-0FD61209638A}"/>
              </a:ext>
            </a:extLst>
          </p:cNvPr>
          <p:cNvSpPr/>
          <p:nvPr userDrawn="1"/>
        </p:nvSpPr>
        <p:spPr bwMode="black">
          <a:xfrm>
            <a:off x="539749" y="502825"/>
            <a:ext cx="11098213" cy="1839149"/>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12" name="Text Placeholder 11">
            <a:extLst>
              <a:ext uri="{FF2B5EF4-FFF2-40B4-BE49-F238E27FC236}">
                <a16:creationId xmlns:a16="http://schemas.microsoft.com/office/drawing/2014/main" id="{E72AFBB8-BCA9-94F3-D205-3A4D41E4862E}"/>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7A00869A-4EEC-6377-9755-BE0859C5FBE0}"/>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
        <p:nvSpPr>
          <p:cNvPr id="13" name="Text Placeholder 12">
            <a:extLst>
              <a:ext uri="{FF2B5EF4-FFF2-40B4-BE49-F238E27FC236}">
                <a16:creationId xmlns:a16="http://schemas.microsoft.com/office/drawing/2014/main" id="{C423DB64-C228-437F-B60D-1E1BE27A7AAF}"/>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6" name="Text Placeholder 15">
            <a:extLst>
              <a:ext uri="{FF2B5EF4-FFF2-40B4-BE49-F238E27FC236}">
                <a16:creationId xmlns:a16="http://schemas.microsoft.com/office/drawing/2014/main" id="{98C70801-2682-CDF2-4AEE-21379A10EAB6}"/>
              </a:ext>
            </a:extLst>
          </p:cNvPr>
          <p:cNvSpPr>
            <a:spLocks noGrp="1"/>
          </p:cNvSpPr>
          <p:nvPr>
            <p:ph type="body" sz="quarter" idx="100" hasCustomPrompt="1"/>
          </p:nvPr>
        </p:nvSpPr>
        <p:spPr>
          <a:xfrm>
            <a:off x="546099" y="3014450"/>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8" name="Text Placeholder 17">
            <a:extLst>
              <a:ext uri="{FF2B5EF4-FFF2-40B4-BE49-F238E27FC236}">
                <a16:creationId xmlns:a16="http://schemas.microsoft.com/office/drawing/2014/main" id="{94B37353-6985-FCA6-CD38-4B2A083EC280}"/>
              </a:ext>
            </a:extLst>
          </p:cNvPr>
          <p:cNvSpPr>
            <a:spLocks noGrp="1"/>
          </p:cNvSpPr>
          <p:nvPr>
            <p:ph type="body" sz="quarter" idx="101" hasCustomPrompt="1"/>
          </p:nvPr>
        </p:nvSpPr>
        <p:spPr>
          <a:xfrm>
            <a:off x="3386138" y="3009900"/>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20" name="Text Placeholder 19">
            <a:extLst>
              <a:ext uri="{FF2B5EF4-FFF2-40B4-BE49-F238E27FC236}">
                <a16:creationId xmlns:a16="http://schemas.microsoft.com/office/drawing/2014/main" id="{6BA32A09-37DC-FCBC-7D07-E937258863A2}"/>
              </a:ext>
            </a:extLst>
          </p:cNvPr>
          <p:cNvSpPr>
            <a:spLocks noGrp="1"/>
          </p:cNvSpPr>
          <p:nvPr>
            <p:ph type="body" sz="quarter" idx="102" hasCustomPrompt="1"/>
          </p:nvPr>
        </p:nvSpPr>
        <p:spPr>
          <a:xfrm>
            <a:off x="6194425" y="3009900"/>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
        <p:nvSpPr>
          <p:cNvPr id="2" name="Title 1">
            <a:extLst>
              <a:ext uri="{FF2B5EF4-FFF2-40B4-BE49-F238E27FC236}">
                <a16:creationId xmlns:a16="http://schemas.microsoft.com/office/drawing/2014/main" id="{3088E214-49DC-F96D-B5B4-49DCAA93C0D2}"/>
              </a:ext>
            </a:extLst>
          </p:cNvPr>
          <p:cNvSpPr>
            <a:spLocks noGrp="1"/>
          </p:cNvSpPr>
          <p:nvPr>
            <p:ph type="title"/>
          </p:nvPr>
        </p:nvSpPr>
        <p:spPr>
          <a:xfrm>
            <a:off x="539751" y="3552825"/>
            <a:ext cx="5441950" cy="2179638"/>
          </a:xfrm>
          <a:prstGeom prst="rect">
            <a:avLst/>
          </a:prstGeom>
        </p:spPr>
        <p:txBody>
          <a:bodyPr anchor="b"/>
          <a:lstStyle>
            <a:lvl1pPr>
              <a:defRPr b="1">
                <a:solidFill>
                  <a:schemeClr val="tx1"/>
                </a:solidFill>
              </a:defRPr>
            </a:lvl1pPr>
          </a:lstStyle>
          <a:p>
            <a:r>
              <a:rPr lang="en-US"/>
              <a:t>Click to edit Master title style</a:t>
            </a:r>
          </a:p>
        </p:txBody>
      </p:sp>
    </p:spTree>
    <p:extLst>
      <p:ext uri="{BB962C8B-B14F-4D97-AF65-F5344CB8AC3E}">
        <p14:creationId xmlns:p14="http://schemas.microsoft.com/office/powerpoint/2010/main" val="168648362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2">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834B98-F94F-BBE0-213C-85AFCDC4764F}"/>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bwMode="hidden">
          <a:xfrm>
            <a:off x="0" y="0"/>
            <a:ext cx="12188952" cy="6858000"/>
          </a:xfrm>
          <a:prstGeom prst="rect">
            <a:avLst/>
          </a:prstGeom>
        </p:spPr>
      </p:pic>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b="1">
                <a:solidFill>
                  <a:schemeClr val="tx1"/>
                </a:solidFill>
              </a:defRPr>
            </a:lvl1pPr>
          </a:lstStyle>
          <a:p>
            <a:r>
              <a:rPr lang="en-US"/>
              <a:t>Click to edit Master title style</a:t>
            </a:r>
          </a:p>
        </p:txBody>
      </p:sp>
      <p:sp>
        <p:nvSpPr>
          <p:cNvPr id="10" name="Freeform 5">
            <a:extLst>
              <a:ext uri="{FF2B5EF4-FFF2-40B4-BE49-F238E27FC236}">
                <a16:creationId xmlns:a16="http://schemas.microsoft.com/office/drawing/2014/main" id="{D38E589A-C29C-8E0A-54D9-0FD61209638A}"/>
              </a:ext>
            </a:extLst>
          </p:cNvPr>
          <p:cNvSpPr/>
          <p:nvPr userDrawn="1"/>
        </p:nvSpPr>
        <p:spPr bwMode="black">
          <a:xfrm>
            <a:off x="539749" y="502825"/>
            <a:ext cx="11098213" cy="1839149"/>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4" name="Text Placeholder 11">
            <a:extLst>
              <a:ext uri="{FF2B5EF4-FFF2-40B4-BE49-F238E27FC236}">
                <a16:creationId xmlns:a16="http://schemas.microsoft.com/office/drawing/2014/main" id="{15C7BCFF-949E-6B1A-9E84-4E640E43A099}"/>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8535D649-E56D-F236-C1A7-0EB194B6CA32}"/>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
        <p:nvSpPr>
          <p:cNvPr id="11" name="Text Placeholder 12">
            <a:extLst>
              <a:ext uri="{FF2B5EF4-FFF2-40B4-BE49-F238E27FC236}">
                <a16:creationId xmlns:a16="http://schemas.microsoft.com/office/drawing/2014/main" id="{47CB2CEE-A03C-EC89-5AB0-73F5282BA36C}"/>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2" name="Text Placeholder 15">
            <a:extLst>
              <a:ext uri="{FF2B5EF4-FFF2-40B4-BE49-F238E27FC236}">
                <a16:creationId xmlns:a16="http://schemas.microsoft.com/office/drawing/2014/main" id="{0376D71A-71A9-510A-D341-C8B568EA210C}"/>
              </a:ext>
            </a:extLst>
          </p:cNvPr>
          <p:cNvSpPr>
            <a:spLocks noGrp="1"/>
          </p:cNvSpPr>
          <p:nvPr>
            <p:ph type="body" sz="quarter" idx="100" hasCustomPrompt="1"/>
          </p:nvPr>
        </p:nvSpPr>
        <p:spPr>
          <a:xfrm>
            <a:off x="546099" y="3014450"/>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3" name="Text Placeholder 17">
            <a:extLst>
              <a:ext uri="{FF2B5EF4-FFF2-40B4-BE49-F238E27FC236}">
                <a16:creationId xmlns:a16="http://schemas.microsoft.com/office/drawing/2014/main" id="{1C83BB37-A25F-C543-4845-494814497A5A}"/>
              </a:ext>
            </a:extLst>
          </p:cNvPr>
          <p:cNvSpPr>
            <a:spLocks noGrp="1"/>
          </p:cNvSpPr>
          <p:nvPr>
            <p:ph type="body" sz="quarter" idx="101" hasCustomPrompt="1"/>
          </p:nvPr>
        </p:nvSpPr>
        <p:spPr>
          <a:xfrm>
            <a:off x="3386138" y="3009900"/>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4" name="Text Placeholder 19">
            <a:extLst>
              <a:ext uri="{FF2B5EF4-FFF2-40B4-BE49-F238E27FC236}">
                <a16:creationId xmlns:a16="http://schemas.microsoft.com/office/drawing/2014/main" id="{52E7508F-569C-0E55-9BA1-A12C84FB7A5D}"/>
              </a:ext>
            </a:extLst>
          </p:cNvPr>
          <p:cNvSpPr>
            <a:spLocks noGrp="1"/>
          </p:cNvSpPr>
          <p:nvPr>
            <p:ph type="body" sz="quarter" idx="102" hasCustomPrompt="1"/>
          </p:nvPr>
        </p:nvSpPr>
        <p:spPr>
          <a:xfrm>
            <a:off x="6194425" y="3009900"/>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2156966986"/>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3">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834B98-F94F-BBE0-213C-85AFCDC4764F}"/>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bwMode="hidden">
          <a:xfrm>
            <a:off x="-5621" y="0"/>
            <a:ext cx="12188952" cy="6858000"/>
          </a:xfrm>
          <a:prstGeom prst="rect">
            <a:avLst/>
          </a:prstGeom>
        </p:spPr>
      </p:pic>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b="1">
                <a:solidFill>
                  <a:schemeClr val="tx1"/>
                </a:solidFill>
              </a:defRPr>
            </a:lvl1pPr>
          </a:lstStyle>
          <a:p>
            <a:r>
              <a:rPr lang="en-US"/>
              <a:t>Click to edit Master title style</a:t>
            </a:r>
          </a:p>
        </p:txBody>
      </p:sp>
      <p:sp>
        <p:nvSpPr>
          <p:cNvPr id="6" name="Freeform 5">
            <a:extLst>
              <a:ext uri="{FF2B5EF4-FFF2-40B4-BE49-F238E27FC236}">
                <a16:creationId xmlns:a16="http://schemas.microsoft.com/office/drawing/2014/main" id="{EBC8BAC9-2F39-70BA-C3AC-DE7DA1042A5B}"/>
              </a:ext>
            </a:extLst>
          </p:cNvPr>
          <p:cNvSpPr/>
          <p:nvPr userDrawn="1"/>
        </p:nvSpPr>
        <p:spPr bwMode="black">
          <a:xfrm>
            <a:off x="539750" y="545106"/>
            <a:ext cx="2635250" cy="436702"/>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4" name="Text Placeholder 11">
            <a:extLst>
              <a:ext uri="{FF2B5EF4-FFF2-40B4-BE49-F238E27FC236}">
                <a16:creationId xmlns:a16="http://schemas.microsoft.com/office/drawing/2014/main" id="{6FA1FE30-4DE2-0D36-81F6-894372591DE3}"/>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553F6D28-3FA3-C8DD-333F-25AAC7FDE379}"/>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
        <p:nvSpPr>
          <p:cNvPr id="9" name="Text Placeholder 8">
            <a:extLst>
              <a:ext uri="{FF2B5EF4-FFF2-40B4-BE49-F238E27FC236}">
                <a16:creationId xmlns:a16="http://schemas.microsoft.com/office/drawing/2014/main" id="{BB5660BA-32D8-A7E6-5696-BC9C94DC43BE}"/>
              </a:ext>
            </a:extLst>
          </p:cNvPr>
          <p:cNvSpPr>
            <a:spLocks noGrp="1"/>
          </p:cNvSpPr>
          <p:nvPr>
            <p:ph type="body" sz="quarter" idx="13" hasCustomPrompt="1"/>
          </p:nvPr>
        </p:nvSpPr>
        <p:spPr>
          <a:xfrm>
            <a:off x="6194424" y="696913"/>
            <a:ext cx="5438779" cy="430212"/>
          </a:xfrm>
        </p:spPr>
        <p:txBody>
          <a:bodyPr tIns="91440">
            <a:noAutofit/>
          </a:bodyPr>
          <a:lstStyle>
            <a:lvl1pPr marL="0" indent="0" algn="r">
              <a:buFont typeface="Arial" panose="020B0604020202020204" pitchFamily="34" charset="0"/>
              <a:buNone/>
              <a:defRPr sz="1600" b="1">
                <a:solidFill>
                  <a:schemeClr val="tx1"/>
                </a:solidFill>
              </a:defRPr>
            </a:lvl1pPr>
            <a:lvl2pPr marL="0" indent="0" algn="r">
              <a:buNone/>
              <a:defRPr sz="1600" b="1">
                <a:solidFill>
                  <a:schemeClr val="tx1"/>
                </a:solidFill>
              </a:defRPr>
            </a:lvl2pPr>
            <a:lvl3pPr marL="0" indent="0" algn="r">
              <a:buNone/>
              <a:defRPr sz="1600" b="1">
                <a:solidFill>
                  <a:schemeClr val="tx1"/>
                </a:solidFill>
              </a:defRPr>
            </a:lvl3pPr>
            <a:lvl4pPr marL="0" indent="0" algn="r">
              <a:buNone/>
              <a:defRPr sz="1600" b="1">
                <a:solidFill>
                  <a:schemeClr val="tx1"/>
                </a:solidFill>
              </a:defRPr>
            </a:lvl4pPr>
            <a:lvl5pPr marL="0" indent="0" algn="r">
              <a:buFont typeface="Arial" panose="020B0604020202020204" pitchFamily="34" charset="0"/>
              <a:buNone/>
              <a:defRPr sz="1600" b="1">
                <a:solidFill>
                  <a:schemeClr val="tx1"/>
                </a:solidFill>
              </a:defRPr>
            </a:lvl5pPr>
            <a:lvl6pPr marL="0" indent="0" algn="r">
              <a:buNone/>
              <a:defRPr sz="1600" b="1">
                <a:solidFill>
                  <a:schemeClr val="tx1"/>
                </a:solidFill>
              </a:defRPr>
            </a:lvl6pPr>
            <a:lvl7pPr marL="0" indent="0" algn="r">
              <a:buNone/>
              <a:defRPr sz="1600" b="1">
                <a:solidFill>
                  <a:schemeClr val="tx1"/>
                </a:solidFill>
              </a:defRPr>
            </a:lvl7pPr>
            <a:lvl8pPr marL="0" indent="0" algn="r">
              <a:buNone/>
              <a:defRPr sz="1600" b="1">
                <a:solidFill>
                  <a:schemeClr val="tx1"/>
                </a:solidFill>
              </a:defRPr>
            </a:lvl8pPr>
            <a:lvl9pPr marL="0" indent="0" algn="r">
              <a:buNone/>
              <a:defRPr sz="1600" b="1">
                <a:solidFill>
                  <a:schemeClr val="tx1"/>
                </a:solidFill>
              </a:defRPr>
            </a:lvl9pPr>
          </a:lstStyle>
          <a:p>
            <a:pPr lvl="0"/>
            <a:r>
              <a:rPr lang="en-US"/>
              <a:t>Division / Geography</a:t>
            </a:r>
          </a:p>
        </p:txBody>
      </p:sp>
      <p:sp>
        <p:nvSpPr>
          <p:cNvPr id="20" name="Text Placeholder 12">
            <a:extLst>
              <a:ext uri="{FF2B5EF4-FFF2-40B4-BE49-F238E27FC236}">
                <a16:creationId xmlns:a16="http://schemas.microsoft.com/office/drawing/2014/main" id="{FBA29B2B-670B-AAB2-BC37-FE5A168EDEA0}"/>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21" name="Text Placeholder 15">
            <a:extLst>
              <a:ext uri="{FF2B5EF4-FFF2-40B4-BE49-F238E27FC236}">
                <a16:creationId xmlns:a16="http://schemas.microsoft.com/office/drawing/2014/main" id="{835110E4-502F-E652-7077-A2CE77DA8B44}"/>
              </a:ext>
            </a:extLst>
          </p:cNvPr>
          <p:cNvSpPr>
            <a:spLocks noGrp="1"/>
          </p:cNvSpPr>
          <p:nvPr>
            <p:ph type="body" sz="quarter" idx="100" hasCustomPrompt="1"/>
          </p:nvPr>
        </p:nvSpPr>
        <p:spPr>
          <a:xfrm>
            <a:off x="546099" y="3014450"/>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22" name="Text Placeholder 17">
            <a:extLst>
              <a:ext uri="{FF2B5EF4-FFF2-40B4-BE49-F238E27FC236}">
                <a16:creationId xmlns:a16="http://schemas.microsoft.com/office/drawing/2014/main" id="{163AD2E7-BE7D-20B6-8408-18EA20DC4C5D}"/>
              </a:ext>
            </a:extLst>
          </p:cNvPr>
          <p:cNvSpPr>
            <a:spLocks noGrp="1"/>
          </p:cNvSpPr>
          <p:nvPr>
            <p:ph type="body" sz="quarter" idx="101" hasCustomPrompt="1"/>
          </p:nvPr>
        </p:nvSpPr>
        <p:spPr>
          <a:xfrm>
            <a:off x="3386138" y="3009900"/>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23" name="Text Placeholder 19">
            <a:extLst>
              <a:ext uri="{FF2B5EF4-FFF2-40B4-BE49-F238E27FC236}">
                <a16:creationId xmlns:a16="http://schemas.microsoft.com/office/drawing/2014/main" id="{358AEE93-EEF8-93F7-7F9A-409CBCB372CF}"/>
              </a:ext>
            </a:extLst>
          </p:cNvPr>
          <p:cNvSpPr>
            <a:spLocks noGrp="1"/>
          </p:cNvSpPr>
          <p:nvPr>
            <p:ph type="body" sz="quarter" idx="102" hasCustomPrompt="1"/>
          </p:nvPr>
        </p:nvSpPr>
        <p:spPr>
          <a:xfrm>
            <a:off x="6194425" y="3009900"/>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3363366861"/>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4 - Dark Photo">
    <p:bg>
      <p:bgPr>
        <a:solidFill>
          <a:schemeClr val="tx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C77B404-B686-66A0-1A20-E42FD89A9DE9}"/>
              </a:ext>
            </a:extLst>
          </p:cNvPr>
          <p:cNvSpPr>
            <a:spLocks noGrp="1"/>
          </p:cNvSpPr>
          <p:nvPr>
            <p:ph type="pic" sz="quarter" idx="13" hasCustomPrompt="1"/>
          </p:nvPr>
        </p:nvSpPr>
        <p:spPr>
          <a:xfrm>
            <a:off x="0" y="0"/>
            <a:ext cx="12192000" cy="6857999"/>
          </a:xfrm>
          <a:custGeom>
            <a:avLst/>
            <a:gdLst>
              <a:gd name="connsiteX0" fmla="*/ 2041649 w 12192000"/>
              <a:gd name="connsiteY0" fmla="*/ 647043 h 6857999"/>
              <a:gd name="connsiteX1" fmla="*/ 2097141 w 12192000"/>
              <a:gd name="connsiteY1" fmla="*/ 647043 h 6857999"/>
              <a:gd name="connsiteX2" fmla="*/ 2185808 w 12192000"/>
              <a:gd name="connsiteY2" fmla="*/ 735711 h 6857999"/>
              <a:gd name="connsiteX3" fmla="*/ 2185808 w 12192000"/>
              <a:gd name="connsiteY3" fmla="*/ 791202 h 6857999"/>
              <a:gd name="connsiteX4" fmla="*/ 2097141 w 12192000"/>
              <a:gd name="connsiteY4" fmla="*/ 879871 h 6857999"/>
              <a:gd name="connsiteX5" fmla="*/ 2041649 w 12192000"/>
              <a:gd name="connsiteY5" fmla="*/ 879871 h 6857999"/>
              <a:gd name="connsiteX6" fmla="*/ 1685779 w 12192000"/>
              <a:gd name="connsiteY6" fmla="*/ 638600 h 6857999"/>
              <a:gd name="connsiteX7" fmla="*/ 1768415 w 12192000"/>
              <a:gd name="connsiteY7" fmla="*/ 715201 h 6857999"/>
              <a:gd name="connsiteX8" fmla="*/ 1768415 w 12192000"/>
              <a:gd name="connsiteY8" fmla="*/ 811711 h 6857999"/>
              <a:gd name="connsiteX9" fmla="*/ 1685779 w 12192000"/>
              <a:gd name="connsiteY9" fmla="*/ 888315 h 6857999"/>
              <a:gd name="connsiteX10" fmla="*/ 1603145 w 12192000"/>
              <a:gd name="connsiteY10" fmla="*/ 811711 h 6857999"/>
              <a:gd name="connsiteX11" fmla="*/ 1603145 w 12192000"/>
              <a:gd name="connsiteY11" fmla="*/ 715201 h 6857999"/>
              <a:gd name="connsiteX12" fmla="*/ 1685779 w 12192000"/>
              <a:gd name="connsiteY12" fmla="*/ 638600 h 6857999"/>
              <a:gd name="connsiteX13" fmla="*/ 1248481 w 12192000"/>
              <a:gd name="connsiteY13" fmla="*/ 638600 h 6857999"/>
              <a:gd name="connsiteX14" fmla="*/ 1331117 w 12192000"/>
              <a:gd name="connsiteY14" fmla="*/ 715201 h 6857999"/>
              <a:gd name="connsiteX15" fmla="*/ 1331117 w 12192000"/>
              <a:gd name="connsiteY15" fmla="*/ 811711 h 6857999"/>
              <a:gd name="connsiteX16" fmla="*/ 1248481 w 12192000"/>
              <a:gd name="connsiteY16" fmla="*/ 888315 h 6857999"/>
              <a:gd name="connsiteX17" fmla="*/ 1165846 w 12192000"/>
              <a:gd name="connsiteY17" fmla="*/ 811711 h 6857999"/>
              <a:gd name="connsiteX18" fmla="*/ 1165846 w 12192000"/>
              <a:gd name="connsiteY18" fmla="*/ 715201 h 6857999"/>
              <a:gd name="connsiteX19" fmla="*/ 1248481 w 12192000"/>
              <a:gd name="connsiteY19" fmla="*/ 638600 h 6857999"/>
              <a:gd name="connsiteX20" fmla="*/ 1927044 w 12192000"/>
              <a:gd name="connsiteY20" fmla="*/ 552346 h 6857999"/>
              <a:gd name="connsiteX21" fmla="*/ 1927044 w 12192000"/>
              <a:gd name="connsiteY21" fmla="*/ 974570 h 6857999"/>
              <a:gd name="connsiteX22" fmla="*/ 2097141 w 12192000"/>
              <a:gd name="connsiteY22" fmla="*/ 974570 h 6857999"/>
              <a:gd name="connsiteX23" fmla="*/ 2301618 w 12192000"/>
              <a:gd name="connsiteY23" fmla="*/ 789394 h 6857999"/>
              <a:gd name="connsiteX24" fmla="*/ 2301618 w 12192000"/>
              <a:gd name="connsiteY24" fmla="*/ 737520 h 6857999"/>
              <a:gd name="connsiteX25" fmla="*/ 2097141 w 12192000"/>
              <a:gd name="connsiteY25" fmla="*/ 552346 h 6857999"/>
              <a:gd name="connsiteX26" fmla="*/ 2266624 w 12192000"/>
              <a:gd name="connsiteY26" fmla="*/ 552345 h 6857999"/>
              <a:gd name="connsiteX27" fmla="*/ 2420435 w 12192000"/>
              <a:gd name="connsiteY27" fmla="*/ 788790 h 6857999"/>
              <a:gd name="connsiteX28" fmla="*/ 2420435 w 12192000"/>
              <a:gd name="connsiteY28" fmla="*/ 974569 h 6857999"/>
              <a:gd name="connsiteX29" fmla="*/ 2529007 w 12192000"/>
              <a:gd name="connsiteY29" fmla="*/ 974569 h 6857999"/>
              <a:gd name="connsiteX30" fmla="*/ 2529007 w 12192000"/>
              <a:gd name="connsiteY30" fmla="*/ 788790 h 6857999"/>
              <a:gd name="connsiteX31" fmla="*/ 2682817 w 12192000"/>
              <a:gd name="connsiteY31" fmla="*/ 552345 h 6857999"/>
              <a:gd name="connsiteX32" fmla="*/ 2558564 w 12192000"/>
              <a:gd name="connsiteY32" fmla="*/ 552345 h 6857999"/>
              <a:gd name="connsiteX33" fmla="*/ 2477738 w 12192000"/>
              <a:gd name="connsiteY33" fmla="*/ 685042 h 6857999"/>
              <a:gd name="connsiteX34" fmla="*/ 2396307 w 12192000"/>
              <a:gd name="connsiteY34" fmla="*/ 552345 h 6857999"/>
              <a:gd name="connsiteX35" fmla="*/ 2694276 w 12192000"/>
              <a:gd name="connsiteY35" fmla="*/ 552345 h 6857999"/>
              <a:gd name="connsiteX36" fmla="*/ 2694276 w 12192000"/>
              <a:gd name="connsiteY36" fmla="*/ 666947 h 6857999"/>
              <a:gd name="connsiteX37" fmla="*/ 2743134 w 12192000"/>
              <a:gd name="connsiteY37" fmla="*/ 666947 h 6857999"/>
              <a:gd name="connsiteX38" fmla="*/ 2710563 w 12192000"/>
              <a:gd name="connsiteY38" fmla="*/ 756821 h 6857999"/>
              <a:gd name="connsiteX39" fmla="*/ 2735293 w 12192000"/>
              <a:gd name="connsiteY39" fmla="*/ 756821 h 6857999"/>
              <a:gd name="connsiteX40" fmla="*/ 2808881 w 12192000"/>
              <a:gd name="connsiteY40" fmla="*/ 657901 h 6857999"/>
              <a:gd name="connsiteX41" fmla="*/ 2808881 w 12192000"/>
              <a:gd name="connsiteY41" fmla="*/ 552345 h 6857999"/>
              <a:gd name="connsiteX42" fmla="*/ 539750 w 12192000"/>
              <a:gd name="connsiteY42" fmla="*/ 552345 h 6857999"/>
              <a:gd name="connsiteX43" fmla="*/ 539750 w 12192000"/>
              <a:gd name="connsiteY43" fmla="*/ 974568 h 6857999"/>
              <a:gd name="connsiteX44" fmla="*/ 645307 w 12192000"/>
              <a:gd name="connsiteY44" fmla="*/ 974568 h 6857999"/>
              <a:gd name="connsiteX45" fmla="*/ 645307 w 12192000"/>
              <a:gd name="connsiteY45" fmla="*/ 700726 h 6857999"/>
              <a:gd name="connsiteX46" fmla="*/ 660385 w 12192000"/>
              <a:gd name="connsiteY46" fmla="*/ 763457 h 6857999"/>
              <a:gd name="connsiteX47" fmla="*/ 716483 w 12192000"/>
              <a:gd name="connsiteY47" fmla="*/ 974568 h 6857999"/>
              <a:gd name="connsiteX48" fmla="*/ 827466 w 12192000"/>
              <a:gd name="connsiteY48" fmla="*/ 974568 h 6857999"/>
              <a:gd name="connsiteX49" fmla="*/ 883562 w 12192000"/>
              <a:gd name="connsiteY49" fmla="*/ 763457 h 6857999"/>
              <a:gd name="connsiteX50" fmla="*/ 898643 w 12192000"/>
              <a:gd name="connsiteY50" fmla="*/ 700726 h 6857999"/>
              <a:gd name="connsiteX51" fmla="*/ 898643 w 12192000"/>
              <a:gd name="connsiteY51" fmla="*/ 974568 h 6857999"/>
              <a:gd name="connsiteX52" fmla="*/ 1006610 w 12192000"/>
              <a:gd name="connsiteY52" fmla="*/ 974568 h 6857999"/>
              <a:gd name="connsiteX53" fmla="*/ 1006610 w 12192000"/>
              <a:gd name="connsiteY53" fmla="*/ 552345 h 6857999"/>
              <a:gd name="connsiteX54" fmla="*/ 838323 w 12192000"/>
              <a:gd name="connsiteY54" fmla="*/ 552345 h 6857999"/>
              <a:gd name="connsiteX55" fmla="*/ 785847 w 12192000"/>
              <a:gd name="connsiteY55" fmla="*/ 769489 h 6857999"/>
              <a:gd name="connsiteX56" fmla="*/ 773181 w 12192000"/>
              <a:gd name="connsiteY56" fmla="*/ 829806 h 6857999"/>
              <a:gd name="connsiteX57" fmla="*/ 760513 w 12192000"/>
              <a:gd name="connsiteY57" fmla="*/ 769489 h 6857999"/>
              <a:gd name="connsiteX58" fmla="*/ 708037 w 12192000"/>
              <a:gd name="connsiteY58" fmla="*/ 552345 h 6857999"/>
              <a:gd name="connsiteX59" fmla="*/ 1685779 w 12192000"/>
              <a:gd name="connsiteY59" fmla="*/ 545106 h 6857999"/>
              <a:gd name="connsiteX60" fmla="*/ 1487334 w 12192000"/>
              <a:gd name="connsiteY60" fmla="*/ 725456 h 6857999"/>
              <a:gd name="connsiteX61" fmla="*/ 1487334 w 12192000"/>
              <a:gd name="connsiteY61" fmla="*/ 801457 h 6857999"/>
              <a:gd name="connsiteX62" fmla="*/ 1685779 w 12192000"/>
              <a:gd name="connsiteY62" fmla="*/ 981806 h 6857999"/>
              <a:gd name="connsiteX63" fmla="*/ 1884225 w 12192000"/>
              <a:gd name="connsiteY63" fmla="*/ 801457 h 6857999"/>
              <a:gd name="connsiteX64" fmla="*/ 1884225 w 12192000"/>
              <a:gd name="connsiteY64" fmla="*/ 725456 h 6857999"/>
              <a:gd name="connsiteX65" fmla="*/ 1685779 w 12192000"/>
              <a:gd name="connsiteY65" fmla="*/ 545106 h 6857999"/>
              <a:gd name="connsiteX66" fmla="*/ 1248481 w 12192000"/>
              <a:gd name="connsiteY66" fmla="*/ 545106 h 6857999"/>
              <a:gd name="connsiteX67" fmla="*/ 1050036 w 12192000"/>
              <a:gd name="connsiteY67" fmla="*/ 725456 h 6857999"/>
              <a:gd name="connsiteX68" fmla="*/ 1050036 w 12192000"/>
              <a:gd name="connsiteY68" fmla="*/ 801457 h 6857999"/>
              <a:gd name="connsiteX69" fmla="*/ 1248481 w 12192000"/>
              <a:gd name="connsiteY69" fmla="*/ 981806 h 6857999"/>
              <a:gd name="connsiteX70" fmla="*/ 1446927 w 12192000"/>
              <a:gd name="connsiteY70" fmla="*/ 801457 h 6857999"/>
              <a:gd name="connsiteX71" fmla="*/ 1446927 w 12192000"/>
              <a:gd name="connsiteY71" fmla="*/ 725456 h 6857999"/>
              <a:gd name="connsiteX72" fmla="*/ 1248481 w 12192000"/>
              <a:gd name="connsiteY72" fmla="*/ 545106 h 6857999"/>
              <a:gd name="connsiteX73" fmla="*/ 3000079 w 12192000"/>
              <a:gd name="connsiteY73" fmla="*/ 545106 h 6857999"/>
              <a:gd name="connsiteX74" fmla="*/ 2828172 w 12192000"/>
              <a:gd name="connsiteY74" fmla="*/ 682630 h 6857999"/>
              <a:gd name="connsiteX75" fmla="*/ 2942175 w 12192000"/>
              <a:gd name="connsiteY75" fmla="*/ 806281 h 6857999"/>
              <a:gd name="connsiteX76" fmla="*/ 3018174 w 12192000"/>
              <a:gd name="connsiteY76" fmla="*/ 817743 h 6857999"/>
              <a:gd name="connsiteX77" fmla="*/ 3061604 w 12192000"/>
              <a:gd name="connsiteY77" fmla="*/ 852728 h 6857999"/>
              <a:gd name="connsiteX78" fmla="*/ 3000079 w 12192000"/>
              <a:gd name="connsiteY78" fmla="*/ 887712 h 6857999"/>
              <a:gd name="connsiteX79" fmla="*/ 2937348 w 12192000"/>
              <a:gd name="connsiteY79" fmla="*/ 845489 h 6857999"/>
              <a:gd name="connsiteX80" fmla="*/ 2937348 w 12192000"/>
              <a:gd name="connsiteY80" fmla="*/ 829203 h 6857999"/>
              <a:gd name="connsiteX81" fmla="*/ 2825761 w 12192000"/>
              <a:gd name="connsiteY81" fmla="*/ 829203 h 6857999"/>
              <a:gd name="connsiteX82" fmla="*/ 2825761 w 12192000"/>
              <a:gd name="connsiteY82" fmla="*/ 847901 h 6857999"/>
              <a:gd name="connsiteX83" fmla="*/ 3000079 w 12192000"/>
              <a:gd name="connsiteY83" fmla="*/ 981808 h 6857999"/>
              <a:gd name="connsiteX84" fmla="*/ 3172012 w 12192000"/>
              <a:gd name="connsiteY84" fmla="*/ 874148 h 6857999"/>
              <a:gd name="connsiteX85" fmla="*/ 3175000 w 12192000"/>
              <a:gd name="connsiteY85" fmla="*/ 843076 h 6857999"/>
              <a:gd name="connsiteX86" fmla="*/ 3172125 w 12192000"/>
              <a:gd name="connsiteY86" fmla="*/ 811710 h 6857999"/>
              <a:gd name="connsiteX87" fmla="*/ 3057985 w 12192000"/>
              <a:gd name="connsiteY87" fmla="*/ 718220 h 6857999"/>
              <a:gd name="connsiteX88" fmla="*/ 2982586 w 12192000"/>
              <a:gd name="connsiteY88" fmla="*/ 706758 h 6857999"/>
              <a:gd name="connsiteX89" fmla="*/ 2941572 w 12192000"/>
              <a:gd name="connsiteY89" fmla="*/ 672981 h 6857999"/>
              <a:gd name="connsiteX90" fmla="*/ 3000079 w 12192000"/>
              <a:gd name="connsiteY90" fmla="*/ 639203 h 6857999"/>
              <a:gd name="connsiteX91" fmla="*/ 3058587 w 12192000"/>
              <a:gd name="connsiteY91" fmla="*/ 680219 h 6857999"/>
              <a:gd name="connsiteX92" fmla="*/ 3058587 w 12192000"/>
              <a:gd name="connsiteY92" fmla="*/ 694092 h 6857999"/>
              <a:gd name="connsiteX93" fmla="*/ 3170176 w 12192000"/>
              <a:gd name="connsiteY93" fmla="*/ 694092 h 6857999"/>
              <a:gd name="connsiteX94" fmla="*/ 3170176 w 12192000"/>
              <a:gd name="connsiteY94" fmla="*/ 677806 h 6857999"/>
              <a:gd name="connsiteX95" fmla="*/ 3000079 w 12192000"/>
              <a:gd name="connsiteY95" fmla="*/ 545106 h 6857999"/>
              <a:gd name="connsiteX96" fmla="*/ 0 w 12192000"/>
              <a:gd name="connsiteY96" fmla="*/ 0 h 6857999"/>
              <a:gd name="connsiteX97" fmla="*/ 12192000 w 12192000"/>
              <a:gd name="connsiteY97" fmla="*/ 0 h 6857999"/>
              <a:gd name="connsiteX98" fmla="*/ 12192000 w 12192000"/>
              <a:gd name="connsiteY98" fmla="*/ 6857999 h 6857999"/>
              <a:gd name="connsiteX99" fmla="*/ 0 w 12192000"/>
              <a:gd name="connsiteY99"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12192000" h="6857999">
                <a:moveTo>
                  <a:pt x="2041649" y="647043"/>
                </a:moveTo>
                <a:lnTo>
                  <a:pt x="2097141" y="647043"/>
                </a:lnTo>
                <a:cubicBezTo>
                  <a:pt x="2156253" y="647043"/>
                  <a:pt x="2185808" y="676600"/>
                  <a:pt x="2185808" y="735711"/>
                </a:cubicBezTo>
                <a:lnTo>
                  <a:pt x="2185808" y="791202"/>
                </a:lnTo>
                <a:cubicBezTo>
                  <a:pt x="2185808" y="849711"/>
                  <a:pt x="2156253" y="879871"/>
                  <a:pt x="2097141" y="879871"/>
                </a:cubicBezTo>
                <a:lnTo>
                  <a:pt x="2041649" y="879871"/>
                </a:lnTo>
                <a:close/>
                <a:moveTo>
                  <a:pt x="1685779" y="638600"/>
                </a:moveTo>
                <a:cubicBezTo>
                  <a:pt x="1737050" y="638600"/>
                  <a:pt x="1768415" y="667552"/>
                  <a:pt x="1768415" y="715201"/>
                </a:cubicBezTo>
                <a:lnTo>
                  <a:pt x="1768415" y="811711"/>
                </a:lnTo>
                <a:cubicBezTo>
                  <a:pt x="1768415" y="858758"/>
                  <a:pt x="1737048" y="888315"/>
                  <a:pt x="1685779" y="888315"/>
                </a:cubicBezTo>
                <a:cubicBezTo>
                  <a:pt x="1634510" y="888315"/>
                  <a:pt x="1603145" y="858758"/>
                  <a:pt x="1603145" y="811711"/>
                </a:cubicBezTo>
                <a:lnTo>
                  <a:pt x="1603145" y="715201"/>
                </a:lnTo>
                <a:cubicBezTo>
                  <a:pt x="1603145" y="667552"/>
                  <a:pt x="1634510" y="638600"/>
                  <a:pt x="1685779" y="638600"/>
                </a:cubicBezTo>
                <a:close/>
                <a:moveTo>
                  <a:pt x="1248481" y="638600"/>
                </a:moveTo>
                <a:cubicBezTo>
                  <a:pt x="1299752" y="638600"/>
                  <a:pt x="1331117" y="667552"/>
                  <a:pt x="1331117" y="715201"/>
                </a:cubicBezTo>
                <a:lnTo>
                  <a:pt x="1331117" y="811711"/>
                </a:lnTo>
                <a:cubicBezTo>
                  <a:pt x="1331117" y="858758"/>
                  <a:pt x="1299749" y="888315"/>
                  <a:pt x="1248481" y="888315"/>
                </a:cubicBezTo>
                <a:cubicBezTo>
                  <a:pt x="1197212" y="888315"/>
                  <a:pt x="1165846" y="858758"/>
                  <a:pt x="1165846" y="811711"/>
                </a:cubicBezTo>
                <a:lnTo>
                  <a:pt x="1165846" y="715201"/>
                </a:lnTo>
                <a:cubicBezTo>
                  <a:pt x="1165846" y="667552"/>
                  <a:pt x="1197212" y="638600"/>
                  <a:pt x="1248481" y="638600"/>
                </a:cubicBezTo>
                <a:close/>
                <a:moveTo>
                  <a:pt x="1927044" y="552346"/>
                </a:moveTo>
                <a:lnTo>
                  <a:pt x="1927044" y="974570"/>
                </a:lnTo>
                <a:lnTo>
                  <a:pt x="2097141" y="974570"/>
                </a:lnTo>
                <a:cubicBezTo>
                  <a:pt x="2226825" y="974570"/>
                  <a:pt x="2301618" y="906409"/>
                  <a:pt x="2301618" y="789394"/>
                </a:cubicBezTo>
                <a:lnTo>
                  <a:pt x="2301618" y="737520"/>
                </a:lnTo>
                <a:cubicBezTo>
                  <a:pt x="2301618" y="620504"/>
                  <a:pt x="2226825" y="552346"/>
                  <a:pt x="2097141" y="552346"/>
                </a:cubicBezTo>
                <a:close/>
                <a:moveTo>
                  <a:pt x="2266624" y="552345"/>
                </a:moveTo>
                <a:lnTo>
                  <a:pt x="2420435" y="788790"/>
                </a:lnTo>
                <a:lnTo>
                  <a:pt x="2420435" y="974569"/>
                </a:lnTo>
                <a:lnTo>
                  <a:pt x="2529007" y="974569"/>
                </a:lnTo>
                <a:lnTo>
                  <a:pt x="2529007" y="788790"/>
                </a:lnTo>
                <a:lnTo>
                  <a:pt x="2682817" y="552345"/>
                </a:lnTo>
                <a:lnTo>
                  <a:pt x="2558564" y="552345"/>
                </a:lnTo>
                <a:lnTo>
                  <a:pt x="2477738" y="685042"/>
                </a:lnTo>
                <a:lnTo>
                  <a:pt x="2396307" y="552345"/>
                </a:lnTo>
                <a:close/>
                <a:moveTo>
                  <a:pt x="2694276" y="552345"/>
                </a:moveTo>
                <a:lnTo>
                  <a:pt x="2694276" y="666947"/>
                </a:lnTo>
                <a:lnTo>
                  <a:pt x="2743134" y="666947"/>
                </a:lnTo>
                <a:lnTo>
                  <a:pt x="2710563" y="756821"/>
                </a:lnTo>
                <a:lnTo>
                  <a:pt x="2735293" y="756821"/>
                </a:lnTo>
                <a:lnTo>
                  <a:pt x="2808881" y="657901"/>
                </a:lnTo>
                <a:lnTo>
                  <a:pt x="2808881" y="552345"/>
                </a:lnTo>
                <a:close/>
                <a:moveTo>
                  <a:pt x="539750" y="552345"/>
                </a:moveTo>
                <a:lnTo>
                  <a:pt x="539750" y="974568"/>
                </a:lnTo>
                <a:lnTo>
                  <a:pt x="645307" y="974568"/>
                </a:lnTo>
                <a:lnTo>
                  <a:pt x="645307" y="700726"/>
                </a:lnTo>
                <a:lnTo>
                  <a:pt x="660385" y="763457"/>
                </a:lnTo>
                <a:lnTo>
                  <a:pt x="716483" y="974568"/>
                </a:lnTo>
                <a:lnTo>
                  <a:pt x="827466" y="974568"/>
                </a:lnTo>
                <a:lnTo>
                  <a:pt x="883562" y="763457"/>
                </a:lnTo>
                <a:lnTo>
                  <a:pt x="898643" y="700726"/>
                </a:lnTo>
                <a:lnTo>
                  <a:pt x="898643" y="974568"/>
                </a:lnTo>
                <a:lnTo>
                  <a:pt x="1006610" y="974568"/>
                </a:lnTo>
                <a:lnTo>
                  <a:pt x="1006610" y="552345"/>
                </a:lnTo>
                <a:lnTo>
                  <a:pt x="838323" y="552345"/>
                </a:lnTo>
                <a:lnTo>
                  <a:pt x="785847" y="769489"/>
                </a:lnTo>
                <a:lnTo>
                  <a:pt x="773181" y="829806"/>
                </a:lnTo>
                <a:lnTo>
                  <a:pt x="760513" y="769489"/>
                </a:lnTo>
                <a:lnTo>
                  <a:pt x="708037" y="552345"/>
                </a:lnTo>
                <a:close/>
                <a:moveTo>
                  <a:pt x="1685779" y="545106"/>
                </a:moveTo>
                <a:cubicBezTo>
                  <a:pt x="1561525" y="545106"/>
                  <a:pt x="1487334" y="612662"/>
                  <a:pt x="1487334" y="725456"/>
                </a:cubicBezTo>
                <a:lnTo>
                  <a:pt x="1487334" y="801457"/>
                </a:lnTo>
                <a:cubicBezTo>
                  <a:pt x="1487334" y="914854"/>
                  <a:pt x="1560922" y="981806"/>
                  <a:pt x="1685779" y="981806"/>
                </a:cubicBezTo>
                <a:cubicBezTo>
                  <a:pt x="1810035" y="981806"/>
                  <a:pt x="1884225" y="914251"/>
                  <a:pt x="1884225" y="801457"/>
                </a:cubicBezTo>
                <a:lnTo>
                  <a:pt x="1884225" y="725456"/>
                </a:lnTo>
                <a:cubicBezTo>
                  <a:pt x="1884225" y="612059"/>
                  <a:pt x="1810637" y="545106"/>
                  <a:pt x="1685779" y="545106"/>
                </a:cubicBezTo>
                <a:close/>
                <a:moveTo>
                  <a:pt x="1248481" y="545106"/>
                </a:moveTo>
                <a:cubicBezTo>
                  <a:pt x="1124227" y="545106"/>
                  <a:pt x="1050036" y="612662"/>
                  <a:pt x="1050036" y="725456"/>
                </a:cubicBezTo>
                <a:lnTo>
                  <a:pt x="1050036" y="801457"/>
                </a:lnTo>
                <a:cubicBezTo>
                  <a:pt x="1050036" y="914854"/>
                  <a:pt x="1123624" y="981806"/>
                  <a:pt x="1248481" y="981806"/>
                </a:cubicBezTo>
                <a:cubicBezTo>
                  <a:pt x="1372737" y="981806"/>
                  <a:pt x="1446927" y="914251"/>
                  <a:pt x="1446927" y="801457"/>
                </a:cubicBezTo>
                <a:lnTo>
                  <a:pt x="1446927" y="725456"/>
                </a:lnTo>
                <a:cubicBezTo>
                  <a:pt x="1446927" y="612059"/>
                  <a:pt x="1373339" y="545106"/>
                  <a:pt x="1248481" y="545106"/>
                </a:cubicBezTo>
                <a:close/>
                <a:moveTo>
                  <a:pt x="3000079" y="545106"/>
                </a:moveTo>
                <a:cubicBezTo>
                  <a:pt x="2891506" y="545106"/>
                  <a:pt x="2828172" y="595774"/>
                  <a:pt x="2828172" y="682630"/>
                </a:cubicBezTo>
                <a:cubicBezTo>
                  <a:pt x="2828172" y="773710"/>
                  <a:pt x="2892714" y="799045"/>
                  <a:pt x="2942175" y="806281"/>
                </a:cubicBezTo>
                <a:lnTo>
                  <a:pt x="3018174" y="817743"/>
                </a:lnTo>
                <a:cubicBezTo>
                  <a:pt x="3044112" y="821362"/>
                  <a:pt x="3061604" y="826790"/>
                  <a:pt x="3061604" y="852728"/>
                </a:cubicBezTo>
                <a:cubicBezTo>
                  <a:pt x="3061604" y="875647"/>
                  <a:pt x="3040492" y="887712"/>
                  <a:pt x="3000079" y="887712"/>
                </a:cubicBezTo>
                <a:cubicBezTo>
                  <a:pt x="2956048" y="887712"/>
                  <a:pt x="2937348" y="875044"/>
                  <a:pt x="2937348" y="845489"/>
                </a:cubicBezTo>
                <a:lnTo>
                  <a:pt x="2937348" y="829203"/>
                </a:lnTo>
                <a:lnTo>
                  <a:pt x="2825761" y="829203"/>
                </a:lnTo>
                <a:lnTo>
                  <a:pt x="2825761" y="847901"/>
                </a:lnTo>
                <a:cubicBezTo>
                  <a:pt x="2825761" y="931743"/>
                  <a:pt x="2890301" y="981808"/>
                  <a:pt x="3000079" y="981808"/>
                </a:cubicBezTo>
                <a:cubicBezTo>
                  <a:pt x="3096664" y="981808"/>
                  <a:pt x="3158149" y="942554"/>
                  <a:pt x="3172012" y="874148"/>
                </a:cubicBezTo>
                <a:lnTo>
                  <a:pt x="3175000" y="843076"/>
                </a:lnTo>
                <a:lnTo>
                  <a:pt x="3172125" y="811710"/>
                </a:lnTo>
                <a:cubicBezTo>
                  <a:pt x="3159054" y="745334"/>
                  <a:pt x="3103902" y="725081"/>
                  <a:pt x="3057985" y="718220"/>
                </a:cubicBezTo>
                <a:lnTo>
                  <a:pt x="2982586" y="706758"/>
                </a:lnTo>
                <a:cubicBezTo>
                  <a:pt x="2958461" y="703139"/>
                  <a:pt x="2941572" y="697711"/>
                  <a:pt x="2941572" y="672981"/>
                </a:cubicBezTo>
                <a:cubicBezTo>
                  <a:pt x="2941572" y="650662"/>
                  <a:pt x="2961475" y="639203"/>
                  <a:pt x="3000079" y="639203"/>
                </a:cubicBezTo>
                <a:cubicBezTo>
                  <a:pt x="3041095" y="639203"/>
                  <a:pt x="3058587" y="651265"/>
                  <a:pt x="3058587" y="680219"/>
                </a:cubicBezTo>
                <a:lnTo>
                  <a:pt x="3058587" y="694092"/>
                </a:lnTo>
                <a:lnTo>
                  <a:pt x="3170176" y="694092"/>
                </a:lnTo>
                <a:lnTo>
                  <a:pt x="3170176" y="677806"/>
                </a:lnTo>
                <a:cubicBezTo>
                  <a:pt x="3170176" y="594567"/>
                  <a:pt x="3106842" y="545106"/>
                  <a:pt x="3000079" y="545106"/>
                </a:cubicBezTo>
                <a:close/>
                <a:moveTo>
                  <a:pt x="0" y="0"/>
                </a:moveTo>
                <a:lnTo>
                  <a:pt x="12192000" y="0"/>
                </a:lnTo>
                <a:lnTo>
                  <a:pt x="12192000" y="6857999"/>
                </a:lnTo>
                <a:lnTo>
                  <a:pt x="0" y="6857999"/>
                </a:lnTo>
                <a:close/>
              </a:path>
            </a:pathLst>
          </a:custGeom>
          <a:solidFill>
            <a:srgbClr val="A6A9AA"/>
          </a:solidFill>
        </p:spPr>
        <p:txBody>
          <a:bodyPr wrap="square" rIns="548640" anchor="ctr">
            <a:noAutofit/>
          </a:bodyPr>
          <a:lstStyle>
            <a:lvl1pPr algn="r">
              <a:defRPr>
                <a:solidFill>
                  <a:schemeClr val="tx1"/>
                </a:solidFill>
              </a:defRPr>
            </a:lvl1pPr>
          </a:lstStyle>
          <a:p>
            <a:r>
              <a:rPr lang="en-US"/>
              <a:t>Click to add picture</a:t>
            </a:r>
          </a:p>
        </p:txBody>
      </p:sp>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b="1">
                <a:solidFill>
                  <a:schemeClr val="tx1"/>
                </a:solidFill>
              </a:defRPr>
            </a:lvl1pPr>
          </a:lstStyle>
          <a:p>
            <a:r>
              <a:rPr lang="en-US"/>
              <a:t>Click to edit Master title style</a:t>
            </a:r>
          </a:p>
        </p:txBody>
      </p:sp>
      <p:sp>
        <p:nvSpPr>
          <p:cNvPr id="4" name="Text Placeholder 11">
            <a:extLst>
              <a:ext uri="{FF2B5EF4-FFF2-40B4-BE49-F238E27FC236}">
                <a16:creationId xmlns:a16="http://schemas.microsoft.com/office/drawing/2014/main" id="{6FA1FE30-4DE2-0D36-81F6-894372591DE3}"/>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6DC47A95-CCFB-A6E7-23DB-287FFF642D6A}"/>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
        <p:nvSpPr>
          <p:cNvPr id="6" name="Text Placeholder 8">
            <a:extLst>
              <a:ext uri="{FF2B5EF4-FFF2-40B4-BE49-F238E27FC236}">
                <a16:creationId xmlns:a16="http://schemas.microsoft.com/office/drawing/2014/main" id="{A16C230C-5691-F970-ED78-91F42403D1D0}"/>
              </a:ext>
            </a:extLst>
          </p:cNvPr>
          <p:cNvSpPr>
            <a:spLocks noGrp="1"/>
          </p:cNvSpPr>
          <p:nvPr>
            <p:ph type="body" sz="quarter" idx="14" hasCustomPrompt="1"/>
          </p:nvPr>
        </p:nvSpPr>
        <p:spPr>
          <a:xfrm>
            <a:off x="6194424" y="696913"/>
            <a:ext cx="5438779" cy="430212"/>
          </a:xfrm>
        </p:spPr>
        <p:txBody>
          <a:bodyPr tIns="91440">
            <a:noAutofit/>
          </a:bodyPr>
          <a:lstStyle>
            <a:lvl1pPr marL="0" indent="0" algn="r">
              <a:buFont typeface="Arial" panose="020B0604020202020204" pitchFamily="34" charset="0"/>
              <a:buNone/>
              <a:defRPr sz="1600" b="1">
                <a:solidFill>
                  <a:schemeClr val="tx1"/>
                </a:solidFill>
              </a:defRPr>
            </a:lvl1pPr>
            <a:lvl2pPr marL="0" indent="0" algn="r">
              <a:buNone/>
              <a:defRPr sz="1600" b="1">
                <a:solidFill>
                  <a:schemeClr val="tx1"/>
                </a:solidFill>
              </a:defRPr>
            </a:lvl2pPr>
            <a:lvl3pPr marL="0" indent="0" algn="r">
              <a:buNone/>
              <a:defRPr sz="1600" b="1">
                <a:solidFill>
                  <a:schemeClr val="tx1"/>
                </a:solidFill>
              </a:defRPr>
            </a:lvl3pPr>
            <a:lvl4pPr marL="0" indent="0" algn="r">
              <a:buNone/>
              <a:defRPr sz="1600" b="1">
                <a:solidFill>
                  <a:schemeClr val="tx1"/>
                </a:solidFill>
              </a:defRPr>
            </a:lvl4pPr>
            <a:lvl5pPr marL="0" indent="0" algn="r">
              <a:buFont typeface="Arial" panose="020B0604020202020204" pitchFamily="34" charset="0"/>
              <a:buNone/>
              <a:defRPr sz="1600" b="1">
                <a:solidFill>
                  <a:schemeClr val="tx1"/>
                </a:solidFill>
              </a:defRPr>
            </a:lvl5pPr>
            <a:lvl6pPr marL="0" indent="0" algn="r">
              <a:buNone/>
              <a:defRPr sz="1600" b="1">
                <a:solidFill>
                  <a:schemeClr val="tx1"/>
                </a:solidFill>
              </a:defRPr>
            </a:lvl6pPr>
            <a:lvl7pPr marL="0" indent="0" algn="r">
              <a:buNone/>
              <a:defRPr sz="1600" b="1">
                <a:solidFill>
                  <a:schemeClr val="tx1"/>
                </a:solidFill>
              </a:defRPr>
            </a:lvl7pPr>
            <a:lvl8pPr marL="0" indent="0" algn="r">
              <a:buNone/>
              <a:defRPr sz="1600" b="1">
                <a:solidFill>
                  <a:schemeClr val="tx1"/>
                </a:solidFill>
              </a:defRPr>
            </a:lvl8pPr>
            <a:lvl9pPr marL="0" indent="0" algn="r">
              <a:buNone/>
              <a:defRPr sz="1600" b="1">
                <a:solidFill>
                  <a:schemeClr val="tx1"/>
                </a:solidFill>
              </a:defRPr>
            </a:lvl9pPr>
          </a:lstStyle>
          <a:p>
            <a:pPr lvl="0"/>
            <a:r>
              <a:rPr lang="en-US"/>
              <a:t>Division / Geography</a:t>
            </a:r>
          </a:p>
        </p:txBody>
      </p:sp>
      <p:sp>
        <p:nvSpPr>
          <p:cNvPr id="11" name="Text Placeholder 12">
            <a:extLst>
              <a:ext uri="{FF2B5EF4-FFF2-40B4-BE49-F238E27FC236}">
                <a16:creationId xmlns:a16="http://schemas.microsoft.com/office/drawing/2014/main" id="{3C21ED02-4A33-6EFD-6724-30A8642C13A3}"/>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2" name="Text Placeholder 15">
            <a:extLst>
              <a:ext uri="{FF2B5EF4-FFF2-40B4-BE49-F238E27FC236}">
                <a16:creationId xmlns:a16="http://schemas.microsoft.com/office/drawing/2014/main" id="{DDFCCCE6-1080-7167-2C83-D3BE43A6E107}"/>
              </a:ext>
            </a:extLst>
          </p:cNvPr>
          <p:cNvSpPr>
            <a:spLocks noGrp="1"/>
          </p:cNvSpPr>
          <p:nvPr>
            <p:ph type="body" sz="quarter" idx="100" hasCustomPrompt="1"/>
          </p:nvPr>
        </p:nvSpPr>
        <p:spPr>
          <a:xfrm>
            <a:off x="546099" y="3014450"/>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3" name="Text Placeholder 17">
            <a:extLst>
              <a:ext uri="{FF2B5EF4-FFF2-40B4-BE49-F238E27FC236}">
                <a16:creationId xmlns:a16="http://schemas.microsoft.com/office/drawing/2014/main" id="{4E920023-5558-3759-D0F7-D4E02260898A}"/>
              </a:ext>
            </a:extLst>
          </p:cNvPr>
          <p:cNvSpPr>
            <a:spLocks noGrp="1"/>
          </p:cNvSpPr>
          <p:nvPr>
            <p:ph type="body" sz="quarter" idx="101" hasCustomPrompt="1"/>
          </p:nvPr>
        </p:nvSpPr>
        <p:spPr>
          <a:xfrm>
            <a:off x="3386138" y="3009900"/>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4" name="Text Placeholder 19">
            <a:extLst>
              <a:ext uri="{FF2B5EF4-FFF2-40B4-BE49-F238E27FC236}">
                <a16:creationId xmlns:a16="http://schemas.microsoft.com/office/drawing/2014/main" id="{6463DDA5-4241-B62D-0CE3-D5CF7DDC78DE}"/>
              </a:ext>
            </a:extLst>
          </p:cNvPr>
          <p:cNvSpPr>
            <a:spLocks noGrp="1"/>
          </p:cNvSpPr>
          <p:nvPr>
            <p:ph type="body" sz="quarter" idx="102" hasCustomPrompt="1"/>
          </p:nvPr>
        </p:nvSpPr>
        <p:spPr>
          <a:xfrm>
            <a:off x="6194425" y="3009900"/>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1710674654"/>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5 - Light Photo">
    <p:bg>
      <p:bgPr>
        <a:solidFill>
          <a:schemeClr val="tx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6E69FF6-3FAE-6184-8074-A3CDDC7C9ABD}"/>
              </a:ext>
            </a:extLst>
          </p:cNvPr>
          <p:cNvSpPr/>
          <p:nvPr userDrawn="1"/>
        </p:nvSpPr>
        <p:spPr>
          <a:xfrm>
            <a:off x="0" y="0"/>
            <a:ext cx="12188952"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9">
            <a:extLst>
              <a:ext uri="{FF2B5EF4-FFF2-40B4-BE49-F238E27FC236}">
                <a16:creationId xmlns:a16="http://schemas.microsoft.com/office/drawing/2014/main" id="{5C77B404-B686-66A0-1A20-E42FD89A9DE9}"/>
              </a:ext>
            </a:extLst>
          </p:cNvPr>
          <p:cNvSpPr>
            <a:spLocks noGrp="1"/>
          </p:cNvSpPr>
          <p:nvPr>
            <p:ph type="pic" sz="quarter" idx="13" hasCustomPrompt="1"/>
          </p:nvPr>
        </p:nvSpPr>
        <p:spPr>
          <a:xfrm>
            <a:off x="0" y="0"/>
            <a:ext cx="12192000" cy="6857999"/>
          </a:xfrm>
          <a:custGeom>
            <a:avLst/>
            <a:gdLst>
              <a:gd name="connsiteX0" fmla="*/ 2041649 w 12192000"/>
              <a:gd name="connsiteY0" fmla="*/ 647043 h 6857999"/>
              <a:gd name="connsiteX1" fmla="*/ 2097141 w 12192000"/>
              <a:gd name="connsiteY1" fmla="*/ 647043 h 6857999"/>
              <a:gd name="connsiteX2" fmla="*/ 2185808 w 12192000"/>
              <a:gd name="connsiteY2" fmla="*/ 735711 h 6857999"/>
              <a:gd name="connsiteX3" fmla="*/ 2185808 w 12192000"/>
              <a:gd name="connsiteY3" fmla="*/ 791202 h 6857999"/>
              <a:gd name="connsiteX4" fmla="*/ 2097141 w 12192000"/>
              <a:gd name="connsiteY4" fmla="*/ 879871 h 6857999"/>
              <a:gd name="connsiteX5" fmla="*/ 2041649 w 12192000"/>
              <a:gd name="connsiteY5" fmla="*/ 879871 h 6857999"/>
              <a:gd name="connsiteX6" fmla="*/ 1685779 w 12192000"/>
              <a:gd name="connsiteY6" fmla="*/ 638600 h 6857999"/>
              <a:gd name="connsiteX7" fmla="*/ 1768415 w 12192000"/>
              <a:gd name="connsiteY7" fmla="*/ 715201 h 6857999"/>
              <a:gd name="connsiteX8" fmla="*/ 1768415 w 12192000"/>
              <a:gd name="connsiteY8" fmla="*/ 811711 h 6857999"/>
              <a:gd name="connsiteX9" fmla="*/ 1685779 w 12192000"/>
              <a:gd name="connsiteY9" fmla="*/ 888315 h 6857999"/>
              <a:gd name="connsiteX10" fmla="*/ 1603145 w 12192000"/>
              <a:gd name="connsiteY10" fmla="*/ 811711 h 6857999"/>
              <a:gd name="connsiteX11" fmla="*/ 1603145 w 12192000"/>
              <a:gd name="connsiteY11" fmla="*/ 715201 h 6857999"/>
              <a:gd name="connsiteX12" fmla="*/ 1685779 w 12192000"/>
              <a:gd name="connsiteY12" fmla="*/ 638600 h 6857999"/>
              <a:gd name="connsiteX13" fmla="*/ 1248481 w 12192000"/>
              <a:gd name="connsiteY13" fmla="*/ 638600 h 6857999"/>
              <a:gd name="connsiteX14" fmla="*/ 1331117 w 12192000"/>
              <a:gd name="connsiteY14" fmla="*/ 715201 h 6857999"/>
              <a:gd name="connsiteX15" fmla="*/ 1331117 w 12192000"/>
              <a:gd name="connsiteY15" fmla="*/ 811711 h 6857999"/>
              <a:gd name="connsiteX16" fmla="*/ 1248481 w 12192000"/>
              <a:gd name="connsiteY16" fmla="*/ 888315 h 6857999"/>
              <a:gd name="connsiteX17" fmla="*/ 1165846 w 12192000"/>
              <a:gd name="connsiteY17" fmla="*/ 811711 h 6857999"/>
              <a:gd name="connsiteX18" fmla="*/ 1165846 w 12192000"/>
              <a:gd name="connsiteY18" fmla="*/ 715201 h 6857999"/>
              <a:gd name="connsiteX19" fmla="*/ 1248481 w 12192000"/>
              <a:gd name="connsiteY19" fmla="*/ 638600 h 6857999"/>
              <a:gd name="connsiteX20" fmla="*/ 1927044 w 12192000"/>
              <a:gd name="connsiteY20" fmla="*/ 552346 h 6857999"/>
              <a:gd name="connsiteX21" fmla="*/ 1927044 w 12192000"/>
              <a:gd name="connsiteY21" fmla="*/ 974570 h 6857999"/>
              <a:gd name="connsiteX22" fmla="*/ 2097141 w 12192000"/>
              <a:gd name="connsiteY22" fmla="*/ 974570 h 6857999"/>
              <a:gd name="connsiteX23" fmla="*/ 2301618 w 12192000"/>
              <a:gd name="connsiteY23" fmla="*/ 789394 h 6857999"/>
              <a:gd name="connsiteX24" fmla="*/ 2301618 w 12192000"/>
              <a:gd name="connsiteY24" fmla="*/ 737520 h 6857999"/>
              <a:gd name="connsiteX25" fmla="*/ 2097141 w 12192000"/>
              <a:gd name="connsiteY25" fmla="*/ 552346 h 6857999"/>
              <a:gd name="connsiteX26" fmla="*/ 2266624 w 12192000"/>
              <a:gd name="connsiteY26" fmla="*/ 552345 h 6857999"/>
              <a:gd name="connsiteX27" fmla="*/ 2420435 w 12192000"/>
              <a:gd name="connsiteY27" fmla="*/ 788790 h 6857999"/>
              <a:gd name="connsiteX28" fmla="*/ 2420435 w 12192000"/>
              <a:gd name="connsiteY28" fmla="*/ 974569 h 6857999"/>
              <a:gd name="connsiteX29" fmla="*/ 2529007 w 12192000"/>
              <a:gd name="connsiteY29" fmla="*/ 974569 h 6857999"/>
              <a:gd name="connsiteX30" fmla="*/ 2529007 w 12192000"/>
              <a:gd name="connsiteY30" fmla="*/ 788790 h 6857999"/>
              <a:gd name="connsiteX31" fmla="*/ 2682817 w 12192000"/>
              <a:gd name="connsiteY31" fmla="*/ 552345 h 6857999"/>
              <a:gd name="connsiteX32" fmla="*/ 2558564 w 12192000"/>
              <a:gd name="connsiteY32" fmla="*/ 552345 h 6857999"/>
              <a:gd name="connsiteX33" fmla="*/ 2477738 w 12192000"/>
              <a:gd name="connsiteY33" fmla="*/ 685042 h 6857999"/>
              <a:gd name="connsiteX34" fmla="*/ 2396307 w 12192000"/>
              <a:gd name="connsiteY34" fmla="*/ 552345 h 6857999"/>
              <a:gd name="connsiteX35" fmla="*/ 2694276 w 12192000"/>
              <a:gd name="connsiteY35" fmla="*/ 552345 h 6857999"/>
              <a:gd name="connsiteX36" fmla="*/ 2694276 w 12192000"/>
              <a:gd name="connsiteY36" fmla="*/ 666947 h 6857999"/>
              <a:gd name="connsiteX37" fmla="*/ 2743134 w 12192000"/>
              <a:gd name="connsiteY37" fmla="*/ 666947 h 6857999"/>
              <a:gd name="connsiteX38" fmla="*/ 2710563 w 12192000"/>
              <a:gd name="connsiteY38" fmla="*/ 756821 h 6857999"/>
              <a:gd name="connsiteX39" fmla="*/ 2735293 w 12192000"/>
              <a:gd name="connsiteY39" fmla="*/ 756821 h 6857999"/>
              <a:gd name="connsiteX40" fmla="*/ 2808881 w 12192000"/>
              <a:gd name="connsiteY40" fmla="*/ 657901 h 6857999"/>
              <a:gd name="connsiteX41" fmla="*/ 2808881 w 12192000"/>
              <a:gd name="connsiteY41" fmla="*/ 552345 h 6857999"/>
              <a:gd name="connsiteX42" fmla="*/ 539750 w 12192000"/>
              <a:gd name="connsiteY42" fmla="*/ 552345 h 6857999"/>
              <a:gd name="connsiteX43" fmla="*/ 539750 w 12192000"/>
              <a:gd name="connsiteY43" fmla="*/ 974568 h 6857999"/>
              <a:gd name="connsiteX44" fmla="*/ 645307 w 12192000"/>
              <a:gd name="connsiteY44" fmla="*/ 974568 h 6857999"/>
              <a:gd name="connsiteX45" fmla="*/ 645307 w 12192000"/>
              <a:gd name="connsiteY45" fmla="*/ 700726 h 6857999"/>
              <a:gd name="connsiteX46" fmla="*/ 660385 w 12192000"/>
              <a:gd name="connsiteY46" fmla="*/ 763457 h 6857999"/>
              <a:gd name="connsiteX47" fmla="*/ 716483 w 12192000"/>
              <a:gd name="connsiteY47" fmla="*/ 974568 h 6857999"/>
              <a:gd name="connsiteX48" fmla="*/ 827466 w 12192000"/>
              <a:gd name="connsiteY48" fmla="*/ 974568 h 6857999"/>
              <a:gd name="connsiteX49" fmla="*/ 883562 w 12192000"/>
              <a:gd name="connsiteY49" fmla="*/ 763457 h 6857999"/>
              <a:gd name="connsiteX50" fmla="*/ 898643 w 12192000"/>
              <a:gd name="connsiteY50" fmla="*/ 700726 h 6857999"/>
              <a:gd name="connsiteX51" fmla="*/ 898643 w 12192000"/>
              <a:gd name="connsiteY51" fmla="*/ 974568 h 6857999"/>
              <a:gd name="connsiteX52" fmla="*/ 1006610 w 12192000"/>
              <a:gd name="connsiteY52" fmla="*/ 974568 h 6857999"/>
              <a:gd name="connsiteX53" fmla="*/ 1006610 w 12192000"/>
              <a:gd name="connsiteY53" fmla="*/ 552345 h 6857999"/>
              <a:gd name="connsiteX54" fmla="*/ 838323 w 12192000"/>
              <a:gd name="connsiteY54" fmla="*/ 552345 h 6857999"/>
              <a:gd name="connsiteX55" fmla="*/ 785847 w 12192000"/>
              <a:gd name="connsiteY55" fmla="*/ 769489 h 6857999"/>
              <a:gd name="connsiteX56" fmla="*/ 773181 w 12192000"/>
              <a:gd name="connsiteY56" fmla="*/ 829806 h 6857999"/>
              <a:gd name="connsiteX57" fmla="*/ 760513 w 12192000"/>
              <a:gd name="connsiteY57" fmla="*/ 769489 h 6857999"/>
              <a:gd name="connsiteX58" fmla="*/ 708037 w 12192000"/>
              <a:gd name="connsiteY58" fmla="*/ 552345 h 6857999"/>
              <a:gd name="connsiteX59" fmla="*/ 1685779 w 12192000"/>
              <a:gd name="connsiteY59" fmla="*/ 545106 h 6857999"/>
              <a:gd name="connsiteX60" fmla="*/ 1487334 w 12192000"/>
              <a:gd name="connsiteY60" fmla="*/ 725456 h 6857999"/>
              <a:gd name="connsiteX61" fmla="*/ 1487334 w 12192000"/>
              <a:gd name="connsiteY61" fmla="*/ 801457 h 6857999"/>
              <a:gd name="connsiteX62" fmla="*/ 1685779 w 12192000"/>
              <a:gd name="connsiteY62" fmla="*/ 981806 h 6857999"/>
              <a:gd name="connsiteX63" fmla="*/ 1884225 w 12192000"/>
              <a:gd name="connsiteY63" fmla="*/ 801457 h 6857999"/>
              <a:gd name="connsiteX64" fmla="*/ 1884225 w 12192000"/>
              <a:gd name="connsiteY64" fmla="*/ 725456 h 6857999"/>
              <a:gd name="connsiteX65" fmla="*/ 1685779 w 12192000"/>
              <a:gd name="connsiteY65" fmla="*/ 545106 h 6857999"/>
              <a:gd name="connsiteX66" fmla="*/ 1248481 w 12192000"/>
              <a:gd name="connsiteY66" fmla="*/ 545106 h 6857999"/>
              <a:gd name="connsiteX67" fmla="*/ 1050036 w 12192000"/>
              <a:gd name="connsiteY67" fmla="*/ 725456 h 6857999"/>
              <a:gd name="connsiteX68" fmla="*/ 1050036 w 12192000"/>
              <a:gd name="connsiteY68" fmla="*/ 801457 h 6857999"/>
              <a:gd name="connsiteX69" fmla="*/ 1248481 w 12192000"/>
              <a:gd name="connsiteY69" fmla="*/ 981806 h 6857999"/>
              <a:gd name="connsiteX70" fmla="*/ 1446927 w 12192000"/>
              <a:gd name="connsiteY70" fmla="*/ 801457 h 6857999"/>
              <a:gd name="connsiteX71" fmla="*/ 1446927 w 12192000"/>
              <a:gd name="connsiteY71" fmla="*/ 725456 h 6857999"/>
              <a:gd name="connsiteX72" fmla="*/ 1248481 w 12192000"/>
              <a:gd name="connsiteY72" fmla="*/ 545106 h 6857999"/>
              <a:gd name="connsiteX73" fmla="*/ 3000079 w 12192000"/>
              <a:gd name="connsiteY73" fmla="*/ 545106 h 6857999"/>
              <a:gd name="connsiteX74" fmla="*/ 2828172 w 12192000"/>
              <a:gd name="connsiteY74" fmla="*/ 682630 h 6857999"/>
              <a:gd name="connsiteX75" fmla="*/ 2942175 w 12192000"/>
              <a:gd name="connsiteY75" fmla="*/ 806281 h 6857999"/>
              <a:gd name="connsiteX76" fmla="*/ 3018174 w 12192000"/>
              <a:gd name="connsiteY76" fmla="*/ 817743 h 6857999"/>
              <a:gd name="connsiteX77" fmla="*/ 3061604 w 12192000"/>
              <a:gd name="connsiteY77" fmla="*/ 852728 h 6857999"/>
              <a:gd name="connsiteX78" fmla="*/ 3000079 w 12192000"/>
              <a:gd name="connsiteY78" fmla="*/ 887712 h 6857999"/>
              <a:gd name="connsiteX79" fmla="*/ 2937348 w 12192000"/>
              <a:gd name="connsiteY79" fmla="*/ 845489 h 6857999"/>
              <a:gd name="connsiteX80" fmla="*/ 2937348 w 12192000"/>
              <a:gd name="connsiteY80" fmla="*/ 829203 h 6857999"/>
              <a:gd name="connsiteX81" fmla="*/ 2825761 w 12192000"/>
              <a:gd name="connsiteY81" fmla="*/ 829203 h 6857999"/>
              <a:gd name="connsiteX82" fmla="*/ 2825761 w 12192000"/>
              <a:gd name="connsiteY82" fmla="*/ 847901 h 6857999"/>
              <a:gd name="connsiteX83" fmla="*/ 3000079 w 12192000"/>
              <a:gd name="connsiteY83" fmla="*/ 981808 h 6857999"/>
              <a:gd name="connsiteX84" fmla="*/ 3172012 w 12192000"/>
              <a:gd name="connsiteY84" fmla="*/ 874148 h 6857999"/>
              <a:gd name="connsiteX85" fmla="*/ 3175000 w 12192000"/>
              <a:gd name="connsiteY85" fmla="*/ 843076 h 6857999"/>
              <a:gd name="connsiteX86" fmla="*/ 3172125 w 12192000"/>
              <a:gd name="connsiteY86" fmla="*/ 811710 h 6857999"/>
              <a:gd name="connsiteX87" fmla="*/ 3057985 w 12192000"/>
              <a:gd name="connsiteY87" fmla="*/ 718220 h 6857999"/>
              <a:gd name="connsiteX88" fmla="*/ 2982586 w 12192000"/>
              <a:gd name="connsiteY88" fmla="*/ 706758 h 6857999"/>
              <a:gd name="connsiteX89" fmla="*/ 2941572 w 12192000"/>
              <a:gd name="connsiteY89" fmla="*/ 672981 h 6857999"/>
              <a:gd name="connsiteX90" fmla="*/ 3000079 w 12192000"/>
              <a:gd name="connsiteY90" fmla="*/ 639203 h 6857999"/>
              <a:gd name="connsiteX91" fmla="*/ 3058587 w 12192000"/>
              <a:gd name="connsiteY91" fmla="*/ 680219 h 6857999"/>
              <a:gd name="connsiteX92" fmla="*/ 3058587 w 12192000"/>
              <a:gd name="connsiteY92" fmla="*/ 694092 h 6857999"/>
              <a:gd name="connsiteX93" fmla="*/ 3170176 w 12192000"/>
              <a:gd name="connsiteY93" fmla="*/ 694092 h 6857999"/>
              <a:gd name="connsiteX94" fmla="*/ 3170176 w 12192000"/>
              <a:gd name="connsiteY94" fmla="*/ 677806 h 6857999"/>
              <a:gd name="connsiteX95" fmla="*/ 3000079 w 12192000"/>
              <a:gd name="connsiteY95" fmla="*/ 545106 h 6857999"/>
              <a:gd name="connsiteX96" fmla="*/ 0 w 12192000"/>
              <a:gd name="connsiteY96" fmla="*/ 0 h 6857999"/>
              <a:gd name="connsiteX97" fmla="*/ 12192000 w 12192000"/>
              <a:gd name="connsiteY97" fmla="*/ 0 h 6857999"/>
              <a:gd name="connsiteX98" fmla="*/ 12192000 w 12192000"/>
              <a:gd name="connsiteY98" fmla="*/ 6857999 h 6857999"/>
              <a:gd name="connsiteX99" fmla="*/ 0 w 12192000"/>
              <a:gd name="connsiteY99"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12192000" h="6857999">
                <a:moveTo>
                  <a:pt x="2041649" y="647043"/>
                </a:moveTo>
                <a:lnTo>
                  <a:pt x="2097141" y="647043"/>
                </a:lnTo>
                <a:cubicBezTo>
                  <a:pt x="2156253" y="647043"/>
                  <a:pt x="2185808" y="676600"/>
                  <a:pt x="2185808" y="735711"/>
                </a:cubicBezTo>
                <a:lnTo>
                  <a:pt x="2185808" y="791202"/>
                </a:lnTo>
                <a:cubicBezTo>
                  <a:pt x="2185808" y="849711"/>
                  <a:pt x="2156253" y="879871"/>
                  <a:pt x="2097141" y="879871"/>
                </a:cubicBezTo>
                <a:lnTo>
                  <a:pt x="2041649" y="879871"/>
                </a:lnTo>
                <a:close/>
                <a:moveTo>
                  <a:pt x="1685779" y="638600"/>
                </a:moveTo>
                <a:cubicBezTo>
                  <a:pt x="1737050" y="638600"/>
                  <a:pt x="1768415" y="667552"/>
                  <a:pt x="1768415" y="715201"/>
                </a:cubicBezTo>
                <a:lnTo>
                  <a:pt x="1768415" y="811711"/>
                </a:lnTo>
                <a:cubicBezTo>
                  <a:pt x="1768415" y="858758"/>
                  <a:pt x="1737048" y="888315"/>
                  <a:pt x="1685779" y="888315"/>
                </a:cubicBezTo>
                <a:cubicBezTo>
                  <a:pt x="1634510" y="888315"/>
                  <a:pt x="1603145" y="858758"/>
                  <a:pt x="1603145" y="811711"/>
                </a:cubicBezTo>
                <a:lnTo>
                  <a:pt x="1603145" y="715201"/>
                </a:lnTo>
                <a:cubicBezTo>
                  <a:pt x="1603145" y="667552"/>
                  <a:pt x="1634510" y="638600"/>
                  <a:pt x="1685779" y="638600"/>
                </a:cubicBezTo>
                <a:close/>
                <a:moveTo>
                  <a:pt x="1248481" y="638600"/>
                </a:moveTo>
                <a:cubicBezTo>
                  <a:pt x="1299752" y="638600"/>
                  <a:pt x="1331117" y="667552"/>
                  <a:pt x="1331117" y="715201"/>
                </a:cubicBezTo>
                <a:lnTo>
                  <a:pt x="1331117" y="811711"/>
                </a:lnTo>
                <a:cubicBezTo>
                  <a:pt x="1331117" y="858758"/>
                  <a:pt x="1299749" y="888315"/>
                  <a:pt x="1248481" y="888315"/>
                </a:cubicBezTo>
                <a:cubicBezTo>
                  <a:pt x="1197212" y="888315"/>
                  <a:pt x="1165846" y="858758"/>
                  <a:pt x="1165846" y="811711"/>
                </a:cubicBezTo>
                <a:lnTo>
                  <a:pt x="1165846" y="715201"/>
                </a:lnTo>
                <a:cubicBezTo>
                  <a:pt x="1165846" y="667552"/>
                  <a:pt x="1197212" y="638600"/>
                  <a:pt x="1248481" y="638600"/>
                </a:cubicBezTo>
                <a:close/>
                <a:moveTo>
                  <a:pt x="1927044" y="552346"/>
                </a:moveTo>
                <a:lnTo>
                  <a:pt x="1927044" y="974570"/>
                </a:lnTo>
                <a:lnTo>
                  <a:pt x="2097141" y="974570"/>
                </a:lnTo>
                <a:cubicBezTo>
                  <a:pt x="2226825" y="974570"/>
                  <a:pt x="2301618" y="906409"/>
                  <a:pt x="2301618" y="789394"/>
                </a:cubicBezTo>
                <a:lnTo>
                  <a:pt x="2301618" y="737520"/>
                </a:lnTo>
                <a:cubicBezTo>
                  <a:pt x="2301618" y="620504"/>
                  <a:pt x="2226825" y="552346"/>
                  <a:pt x="2097141" y="552346"/>
                </a:cubicBezTo>
                <a:close/>
                <a:moveTo>
                  <a:pt x="2266624" y="552345"/>
                </a:moveTo>
                <a:lnTo>
                  <a:pt x="2420435" y="788790"/>
                </a:lnTo>
                <a:lnTo>
                  <a:pt x="2420435" y="974569"/>
                </a:lnTo>
                <a:lnTo>
                  <a:pt x="2529007" y="974569"/>
                </a:lnTo>
                <a:lnTo>
                  <a:pt x="2529007" y="788790"/>
                </a:lnTo>
                <a:lnTo>
                  <a:pt x="2682817" y="552345"/>
                </a:lnTo>
                <a:lnTo>
                  <a:pt x="2558564" y="552345"/>
                </a:lnTo>
                <a:lnTo>
                  <a:pt x="2477738" y="685042"/>
                </a:lnTo>
                <a:lnTo>
                  <a:pt x="2396307" y="552345"/>
                </a:lnTo>
                <a:close/>
                <a:moveTo>
                  <a:pt x="2694276" y="552345"/>
                </a:moveTo>
                <a:lnTo>
                  <a:pt x="2694276" y="666947"/>
                </a:lnTo>
                <a:lnTo>
                  <a:pt x="2743134" y="666947"/>
                </a:lnTo>
                <a:lnTo>
                  <a:pt x="2710563" y="756821"/>
                </a:lnTo>
                <a:lnTo>
                  <a:pt x="2735293" y="756821"/>
                </a:lnTo>
                <a:lnTo>
                  <a:pt x="2808881" y="657901"/>
                </a:lnTo>
                <a:lnTo>
                  <a:pt x="2808881" y="552345"/>
                </a:lnTo>
                <a:close/>
                <a:moveTo>
                  <a:pt x="539750" y="552345"/>
                </a:moveTo>
                <a:lnTo>
                  <a:pt x="539750" y="974568"/>
                </a:lnTo>
                <a:lnTo>
                  <a:pt x="645307" y="974568"/>
                </a:lnTo>
                <a:lnTo>
                  <a:pt x="645307" y="700726"/>
                </a:lnTo>
                <a:lnTo>
                  <a:pt x="660385" y="763457"/>
                </a:lnTo>
                <a:lnTo>
                  <a:pt x="716483" y="974568"/>
                </a:lnTo>
                <a:lnTo>
                  <a:pt x="827466" y="974568"/>
                </a:lnTo>
                <a:lnTo>
                  <a:pt x="883562" y="763457"/>
                </a:lnTo>
                <a:lnTo>
                  <a:pt x="898643" y="700726"/>
                </a:lnTo>
                <a:lnTo>
                  <a:pt x="898643" y="974568"/>
                </a:lnTo>
                <a:lnTo>
                  <a:pt x="1006610" y="974568"/>
                </a:lnTo>
                <a:lnTo>
                  <a:pt x="1006610" y="552345"/>
                </a:lnTo>
                <a:lnTo>
                  <a:pt x="838323" y="552345"/>
                </a:lnTo>
                <a:lnTo>
                  <a:pt x="785847" y="769489"/>
                </a:lnTo>
                <a:lnTo>
                  <a:pt x="773181" y="829806"/>
                </a:lnTo>
                <a:lnTo>
                  <a:pt x="760513" y="769489"/>
                </a:lnTo>
                <a:lnTo>
                  <a:pt x="708037" y="552345"/>
                </a:lnTo>
                <a:close/>
                <a:moveTo>
                  <a:pt x="1685779" y="545106"/>
                </a:moveTo>
                <a:cubicBezTo>
                  <a:pt x="1561525" y="545106"/>
                  <a:pt x="1487334" y="612662"/>
                  <a:pt x="1487334" y="725456"/>
                </a:cubicBezTo>
                <a:lnTo>
                  <a:pt x="1487334" y="801457"/>
                </a:lnTo>
                <a:cubicBezTo>
                  <a:pt x="1487334" y="914854"/>
                  <a:pt x="1560922" y="981806"/>
                  <a:pt x="1685779" y="981806"/>
                </a:cubicBezTo>
                <a:cubicBezTo>
                  <a:pt x="1810035" y="981806"/>
                  <a:pt x="1884225" y="914251"/>
                  <a:pt x="1884225" y="801457"/>
                </a:cubicBezTo>
                <a:lnTo>
                  <a:pt x="1884225" y="725456"/>
                </a:lnTo>
                <a:cubicBezTo>
                  <a:pt x="1884225" y="612059"/>
                  <a:pt x="1810637" y="545106"/>
                  <a:pt x="1685779" y="545106"/>
                </a:cubicBezTo>
                <a:close/>
                <a:moveTo>
                  <a:pt x="1248481" y="545106"/>
                </a:moveTo>
                <a:cubicBezTo>
                  <a:pt x="1124227" y="545106"/>
                  <a:pt x="1050036" y="612662"/>
                  <a:pt x="1050036" y="725456"/>
                </a:cubicBezTo>
                <a:lnTo>
                  <a:pt x="1050036" y="801457"/>
                </a:lnTo>
                <a:cubicBezTo>
                  <a:pt x="1050036" y="914854"/>
                  <a:pt x="1123624" y="981806"/>
                  <a:pt x="1248481" y="981806"/>
                </a:cubicBezTo>
                <a:cubicBezTo>
                  <a:pt x="1372737" y="981806"/>
                  <a:pt x="1446927" y="914251"/>
                  <a:pt x="1446927" y="801457"/>
                </a:cubicBezTo>
                <a:lnTo>
                  <a:pt x="1446927" y="725456"/>
                </a:lnTo>
                <a:cubicBezTo>
                  <a:pt x="1446927" y="612059"/>
                  <a:pt x="1373339" y="545106"/>
                  <a:pt x="1248481" y="545106"/>
                </a:cubicBezTo>
                <a:close/>
                <a:moveTo>
                  <a:pt x="3000079" y="545106"/>
                </a:moveTo>
                <a:cubicBezTo>
                  <a:pt x="2891506" y="545106"/>
                  <a:pt x="2828172" y="595774"/>
                  <a:pt x="2828172" y="682630"/>
                </a:cubicBezTo>
                <a:cubicBezTo>
                  <a:pt x="2828172" y="773710"/>
                  <a:pt x="2892714" y="799045"/>
                  <a:pt x="2942175" y="806281"/>
                </a:cubicBezTo>
                <a:lnTo>
                  <a:pt x="3018174" y="817743"/>
                </a:lnTo>
                <a:cubicBezTo>
                  <a:pt x="3044112" y="821362"/>
                  <a:pt x="3061604" y="826790"/>
                  <a:pt x="3061604" y="852728"/>
                </a:cubicBezTo>
                <a:cubicBezTo>
                  <a:pt x="3061604" y="875647"/>
                  <a:pt x="3040492" y="887712"/>
                  <a:pt x="3000079" y="887712"/>
                </a:cubicBezTo>
                <a:cubicBezTo>
                  <a:pt x="2956048" y="887712"/>
                  <a:pt x="2937348" y="875044"/>
                  <a:pt x="2937348" y="845489"/>
                </a:cubicBezTo>
                <a:lnTo>
                  <a:pt x="2937348" y="829203"/>
                </a:lnTo>
                <a:lnTo>
                  <a:pt x="2825761" y="829203"/>
                </a:lnTo>
                <a:lnTo>
                  <a:pt x="2825761" y="847901"/>
                </a:lnTo>
                <a:cubicBezTo>
                  <a:pt x="2825761" y="931743"/>
                  <a:pt x="2890301" y="981808"/>
                  <a:pt x="3000079" y="981808"/>
                </a:cubicBezTo>
                <a:cubicBezTo>
                  <a:pt x="3096664" y="981808"/>
                  <a:pt x="3158149" y="942554"/>
                  <a:pt x="3172012" y="874148"/>
                </a:cubicBezTo>
                <a:lnTo>
                  <a:pt x="3175000" y="843076"/>
                </a:lnTo>
                <a:lnTo>
                  <a:pt x="3172125" y="811710"/>
                </a:lnTo>
                <a:cubicBezTo>
                  <a:pt x="3159054" y="745334"/>
                  <a:pt x="3103902" y="725081"/>
                  <a:pt x="3057985" y="718220"/>
                </a:cubicBezTo>
                <a:lnTo>
                  <a:pt x="2982586" y="706758"/>
                </a:lnTo>
                <a:cubicBezTo>
                  <a:pt x="2958461" y="703139"/>
                  <a:pt x="2941572" y="697711"/>
                  <a:pt x="2941572" y="672981"/>
                </a:cubicBezTo>
                <a:cubicBezTo>
                  <a:pt x="2941572" y="650662"/>
                  <a:pt x="2961475" y="639203"/>
                  <a:pt x="3000079" y="639203"/>
                </a:cubicBezTo>
                <a:cubicBezTo>
                  <a:pt x="3041095" y="639203"/>
                  <a:pt x="3058587" y="651265"/>
                  <a:pt x="3058587" y="680219"/>
                </a:cubicBezTo>
                <a:lnTo>
                  <a:pt x="3058587" y="694092"/>
                </a:lnTo>
                <a:lnTo>
                  <a:pt x="3170176" y="694092"/>
                </a:lnTo>
                <a:lnTo>
                  <a:pt x="3170176" y="677806"/>
                </a:lnTo>
                <a:cubicBezTo>
                  <a:pt x="3170176" y="594567"/>
                  <a:pt x="3106842" y="545106"/>
                  <a:pt x="3000079" y="545106"/>
                </a:cubicBezTo>
                <a:close/>
                <a:moveTo>
                  <a:pt x="0" y="0"/>
                </a:moveTo>
                <a:lnTo>
                  <a:pt x="12192000" y="0"/>
                </a:lnTo>
                <a:lnTo>
                  <a:pt x="12192000" y="6857999"/>
                </a:lnTo>
                <a:lnTo>
                  <a:pt x="0" y="6857999"/>
                </a:lnTo>
                <a:close/>
              </a:path>
            </a:pathLst>
          </a:custGeom>
          <a:solidFill>
            <a:srgbClr val="F0F0F1"/>
          </a:solidFill>
        </p:spPr>
        <p:txBody>
          <a:bodyPr wrap="square" rIns="548640" anchor="ctr">
            <a:noAutofit/>
          </a:bodyPr>
          <a:lstStyle>
            <a:lvl1pPr algn="r">
              <a:defRPr>
                <a:solidFill>
                  <a:schemeClr val="bg1"/>
                </a:solidFill>
              </a:defRPr>
            </a:lvl1pPr>
          </a:lstStyle>
          <a:p>
            <a:r>
              <a:rPr lang="en-US"/>
              <a:t>Click to add picture</a:t>
            </a:r>
          </a:p>
        </p:txBody>
      </p:sp>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b="1">
                <a:solidFill>
                  <a:schemeClr val="bg1"/>
                </a:solidFill>
              </a:defRPr>
            </a:lvl1pPr>
          </a:lstStyle>
          <a:p>
            <a:r>
              <a:rPr lang="en-US"/>
              <a:t>Click to edit Master title style</a:t>
            </a:r>
          </a:p>
        </p:txBody>
      </p:sp>
      <p:sp>
        <p:nvSpPr>
          <p:cNvPr id="4" name="Text Placeholder 11">
            <a:extLst>
              <a:ext uri="{FF2B5EF4-FFF2-40B4-BE49-F238E27FC236}">
                <a16:creationId xmlns:a16="http://schemas.microsoft.com/office/drawing/2014/main" id="{6FA1FE30-4DE2-0D36-81F6-894372591DE3}"/>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bg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6DC47A95-CCFB-A6E7-23DB-287FFF642D6A}"/>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bg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
        <p:nvSpPr>
          <p:cNvPr id="6" name="Text Placeholder 8">
            <a:extLst>
              <a:ext uri="{FF2B5EF4-FFF2-40B4-BE49-F238E27FC236}">
                <a16:creationId xmlns:a16="http://schemas.microsoft.com/office/drawing/2014/main" id="{A16C230C-5691-F970-ED78-91F42403D1D0}"/>
              </a:ext>
            </a:extLst>
          </p:cNvPr>
          <p:cNvSpPr>
            <a:spLocks noGrp="1"/>
          </p:cNvSpPr>
          <p:nvPr>
            <p:ph type="body" sz="quarter" idx="14" hasCustomPrompt="1"/>
          </p:nvPr>
        </p:nvSpPr>
        <p:spPr>
          <a:xfrm>
            <a:off x="6194424" y="696913"/>
            <a:ext cx="5438779" cy="430212"/>
          </a:xfrm>
        </p:spPr>
        <p:txBody>
          <a:bodyPr tIns="91440">
            <a:noAutofit/>
          </a:bodyPr>
          <a:lstStyle>
            <a:lvl1pPr marL="0" indent="0" algn="r">
              <a:buFont typeface="Arial" panose="020B0604020202020204" pitchFamily="34" charset="0"/>
              <a:buNone/>
              <a:defRPr sz="1600" b="1">
                <a:solidFill>
                  <a:schemeClr val="bg1"/>
                </a:solidFill>
              </a:defRPr>
            </a:lvl1pPr>
            <a:lvl2pPr marL="0" indent="0" algn="r">
              <a:buNone/>
              <a:defRPr sz="1600" b="1">
                <a:solidFill>
                  <a:schemeClr val="tx1"/>
                </a:solidFill>
              </a:defRPr>
            </a:lvl2pPr>
            <a:lvl3pPr marL="0" indent="0" algn="r">
              <a:buNone/>
              <a:defRPr sz="1600" b="1">
                <a:solidFill>
                  <a:schemeClr val="tx1"/>
                </a:solidFill>
              </a:defRPr>
            </a:lvl3pPr>
            <a:lvl4pPr marL="0" indent="0" algn="r">
              <a:buNone/>
              <a:defRPr sz="1600" b="1">
                <a:solidFill>
                  <a:schemeClr val="tx1"/>
                </a:solidFill>
              </a:defRPr>
            </a:lvl4pPr>
            <a:lvl5pPr marL="0" indent="0" algn="r">
              <a:buFont typeface="Arial" panose="020B0604020202020204" pitchFamily="34" charset="0"/>
              <a:buNone/>
              <a:defRPr sz="1600" b="1">
                <a:solidFill>
                  <a:schemeClr val="tx1"/>
                </a:solidFill>
              </a:defRPr>
            </a:lvl5pPr>
            <a:lvl6pPr marL="0" indent="0" algn="r">
              <a:buNone/>
              <a:defRPr sz="1600" b="1">
                <a:solidFill>
                  <a:schemeClr val="tx1"/>
                </a:solidFill>
              </a:defRPr>
            </a:lvl6pPr>
            <a:lvl7pPr marL="0" indent="0" algn="r">
              <a:buNone/>
              <a:defRPr sz="1600" b="1">
                <a:solidFill>
                  <a:schemeClr val="tx1"/>
                </a:solidFill>
              </a:defRPr>
            </a:lvl7pPr>
            <a:lvl8pPr marL="0" indent="0" algn="r">
              <a:buNone/>
              <a:defRPr sz="1600" b="1">
                <a:solidFill>
                  <a:schemeClr val="tx1"/>
                </a:solidFill>
              </a:defRPr>
            </a:lvl8pPr>
            <a:lvl9pPr marL="0" indent="0" algn="r">
              <a:buNone/>
              <a:defRPr sz="1600" b="1">
                <a:solidFill>
                  <a:schemeClr val="tx1"/>
                </a:solidFill>
              </a:defRPr>
            </a:lvl9pPr>
          </a:lstStyle>
          <a:p>
            <a:pPr lvl="0"/>
            <a:r>
              <a:rPr lang="en-US"/>
              <a:t>Division / Geography</a:t>
            </a:r>
          </a:p>
        </p:txBody>
      </p:sp>
      <p:sp>
        <p:nvSpPr>
          <p:cNvPr id="11" name="Text Placeholder 12">
            <a:extLst>
              <a:ext uri="{FF2B5EF4-FFF2-40B4-BE49-F238E27FC236}">
                <a16:creationId xmlns:a16="http://schemas.microsoft.com/office/drawing/2014/main" id="{3C21ED02-4A33-6EFD-6724-30A8642C13A3}"/>
              </a:ext>
            </a:extLst>
          </p:cNvPr>
          <p:cNvSpPr>
            <a:spLocks noGrp="1"/>
          </p:cNvSpPr>
          <p:nvPr>
            <p:ph type="body" sz="quarter" idx="99" hasCustomPrompt="1"/>
          </p:nvPr>
        </p:nvSpPr>
        <p:spPr>
          <a:xfrm>
            <a:off x="539750" y="6311900"/>
            <a:ext cx="2619375" cy="269875"/>
          </a:xfrm>
        </p:spPr>
        <p:txBody>
          <a:bodyPr anchor="b">
            <a:noAutofit/>
          </a:bodyPr>
          <a:lstStyle>
            <a:lvl1pPr>
              <a:defRPr sz="1000" b="0">
                <a:solidFill>
                  <a:schemeClr val="bg1"/>
                </a:solidFill>
              </a:defRPr>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2" name="Text Placeholder 15">
            <a:extLst>
              <a:ext uri="{FF2B5EF4-FFF2-40B4-BE49-F238E27FC236}">
                <a16:creationId xmlns:a16="http://schemas.microsoft.com/office/drawing/2014/main" id="{DDFCCCE6-1080-7167-2C83-D3BE43A6E107}"/>
              </a:ext>
            </a:extLst>
          </p:cNvPr>
          <p:cNvSpPr>
            <a:spLocks noGrp="1"/>
          </p:cNvSpPr>
          <p:nvPr>
            <p:ph type="body" sz="quarter" idx="100" hasCustomPrompt="1"/>
          </p:nvPr>
        </p:nvSpPr>
        <p:spPr>
          <a:xfrm>
            <a:off x="546099" y="3014450"/>
            <a:ext cx="2615184" cy="281478"/>
          </a:xfrm>
        </p:spPr>
        <p:txBody>
          <a:bodyPr>
            <a:noAutofit/>
          </a:bodyPr>
          <a:lstStyle>
            <a:lvl1pPr>
              <a:defRPr sz="1000">
                <a:solidFill>
                  <a:schemeClr val="bg1"/>
                </a:solidFill>
              </a:defRPr>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3" name="Text Placeholder 17">
            <a:extLst>
              <a:ext uri="{FF2B5EF4-FFF2-40B4-BE49-F238E27FC236}">
                <a16:creationId xmlns:a16="http://schemas.microsoft.com/office/drawing/2014/main" id="{4E920023-5558-3759-D0F7-D4E02260898A}"/>
              </a:ext>
            </a:extLst>
          </p:cNvPr>
          <p:cNvSpPr>
            <a:spLocks noGrp="1"/>
          </p:cNvSpPr>
          <p:nvPr>
            <p:ph type="body" sz="quarter" idx="101" hasCustomPrompt="1"/>
          </p:nvPr>
        </p:nvSpPr>
        <p:spPr>
          <a:xfrm>
            <a:off x="3386138" y="3009900"/>
            <a:ext cx="2615184" cy="286028"/>
          </a:xfrm>
        </p:spPr>
        <p:txBody>
          <a:bodyPr>
            <a:noAutofit/>
          </a:bodyPr>
          <a:lstStyle>
            <a:lvl1pPr>
              <a:defRPr sz="1000">
                <a:solidFill>
                  <a:schemeClr val="bg1"/>
                </a:solidFill>
              </a:defRPr>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4" name="Text Placeholder 19">
            <a:extLst>
              <a:ext uri="{FF2B5EF4-FFF2-40B4-BE49-F238E27FC236}">
                <a16:creationId xmlns:a16="http://schemas.microsoft.com/office/drawing/2014/main" id="{6463DDA5-4241-B62D-0CE3-D5CF7DDC78DE}"/>
              </a:ext>
            </a:extLst>
          </p:cNvPr>
          <p:cNvSpPr>
            <a:spLocks noGrp="1"/>
          </p:cNvSpPr>
          <p:nvPr>
            <p:ph type="body" sz="quarter" idx="102" hasCustomPrompt="1"/>
          </p:nvPr>
        </p:nvSpPr>
        <p:spPr>
          <a:xfrm>
            <a:off x="6194425" y="3009900"/>
            <a:ext cx="2615184" cy="286028"/>
          </a:xfrm>
        </p:spPr>
        <p:txBody>
          <a:bodyPr>
            <a:normAutofit/>
          </a:bodyPr>
          <a:lstStyle>
            <a:lvl1pPr>
              <a:defRPr sz="1000">
                <a:solidFill>
                  <a:schemeClr val="bg1"/>
                </a:solidFill>
              </a:defRPr>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501217140"/>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6">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b="1">
                <a:solidFill>
                  <a:schemeClr val="tx1"/>
                </a:solidFill>
              </a:defRPr>
            </a:lvl1pPr>
          </a:lstStyle>
          <a:p>
            <a:r>
              <a:rPr lang="en-US"/>
              <a:t>Click to edit Master title style</a:t>
            </a:r>
          </a:p>
        </p:txBody>
      </p:sp>
      <p:sp>
        <p:nvSpPr>
          <p:cNvPr id="6" name="Freeform 5">
            <a:extLst>
              <a:ext uri="{FF2B5EF4-FFF2-40B4-BE49-F238E27FC236}">
                <a16:creationId xmlns:a16="http://schemas.microsoft.com/office/drawing/2014/main" id="{EBC8BAC9-2F39-70BA-C3AC-DE7DA1042A5B}"/>
              </a:ext>
            </a:extLst>
          </p:cNvPr>
          <p:cNvSpPr/>
          <p:nvPr userDrawn="1"/>
        </p:nvSpPr>
        <p:spPr bwMode="black">
          <a:xfrm>
            <a:off x="539750" y="545106"/>
            <a:ext cx="2635250" cy="436702"/>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9" name="Picture Placeholder 8">
            <a:extLst>
              <a:ext uri="{FF2B5EF4-FFF2-40B4-BE49-F238E27FC236}">
                <a16:creationId xmlns:a16="http://schemas.microsoft.com/office/drawing/2014/main" id="{7AC15287-0630-B8DA-C579-8B9B7FB3569E}"/>
              </a:ext>
            </a:extLst>
          </p:cNvPr>
          <p:cNvSpPr>
            <a:spLocks noGrp="1"/>
          </p:cNvSpPr>
          <p:nvPr>
            <p:ph type="pic" sz="quarter" idx="13" hasCustomPrompt="1"/>
          </p:nvPr>
        </p:nvSpPr>
        <p:spPr bwMode="auto">
          <a:xfrm>
            <a:off x="6096000" y="0"/>
            <a:ext cx="2029968" cy="5868988"/>
          </a:xfrm>
          <a:solidFill>
            <a:srgbClr val="A6A9AA"/>
          </a:solidFill>
        </p:spPr>
        <p:txBody>
          <a:bodyPr tIns="731520" anchor="ctr"/>
          <a:lstStyle>
            <a:lvl1pPr algn="ctr">
              <a:defRPr b="0">
                <a:solidFill>
                  <a:schemeClr val="bg1"/>
                </a:solidFill>
                <a:latin typeface="+mn-lt"/>
              </a:defRPr>
            </a:lvl1pPr>
          </a:lstStyle>
          <a:p>
            <a:r>
              <a:rPr lang="en-US"/>
              <a:t>Dynamic slice crop 1</a:t>
            </a:r>
          </a:p>
        </p:txBody>
      </p:sp>
      <p:sp>
        <p:nvSpPr>
          <p:cNvPr id="13" name="Picture Placeholder 8">
            <a:extLst>
              <a:ext uri="{FF2B5EF4-FFF2-40B4-BE49-F238E27FC236}">
                <a16:creationId xmlns:a16="http://schemas.microsoft.com/office/drawing/2014/main" id="{88B0AA94-1619-F4BF-E5D2-311BE603DDAC}"/>
              </a:ext>
            </a:extLst>
          </p:cNvPr>
          <p:cNvSpPr>
            <a:spLocks noGrp="1"/>
          </p:cNvSpPr>
          <p:nvPr>
            <p:ph type="pic" sz="quarter" idx="14" hasCustomPrompt="1"/>
          </p:nvPr>
        </p:nvSpPr>
        <p:spPr bwMode="auto">
          <a:xfrm>
            <a:off x="8125968" y="1422400"/>
            <a:ext cx="2029968" cy="5434765"/>
          </a:xfrm>
          <a:solidFill>
            <a:srgbClr val="A6A9AA"/>
          </a:solidFill>
        </p:spPr>
        <p:txBody>
          <a:bodyPr tIns="731520" anchor="ctr"/>
          <a:lstStyle>
            <a:lvl1pPr algn="ctr">
              <a:defRPr b="0">
                <a:solidFill>
                  <a:schemeClr val="bg1"/>
                </a:solidFill>
                <a:latin typeface="+mn-lt"/>
              </a:defRPr>
            </a:lvl1pPr>
          </a:lstStyle>
          <a:p>
            <a:r>
              <a:rPr lang="en-US"/>
              <a:t>Dynamic slice crop 2</a:t>
            </a:r>
          </a:p>
        </p:txBody>
      </p:sp>
      <p:sp>
        <p:nvSpPr>
          <p:cNvPr id="15" name="Picture Placeholder 8">
            <a:extLst>
              <a:ext uri="{FF2B5EF4-FFF2-40B4-BE49-F238E27FC236}">
                <a16:creationId xmlns:a16="http://schemas.microsoft.com/office/drawing/2014/main" id="{D814C211-DBD2-6DA0-0A9F-8BF774A63EE4}"/>
              </a:ext>
            </a:extLst>
          </p:cNvPr>
          <p:cNvSpPr>
            <a:spLocks noGrp="1"/>
          </p:cNvSpPr>
          <p:nvPr>
            <p:ph type="pic" sz="quarter" idx="15" hasCustomPrompt="1"/>
          </p:nvPr>
        </p:nvSpPr>
        <p:spPr bwMode="auto">
          <a:xfrm>
            <a:off x="10155936" y="1"/>
            <a:ext cx="2036063" cy="4419599"/>
          </a:xfrm>
          <a:solidFill>
            <a:srgbClr val="A6A9AA"/>
          </a:solidFill>
        </p:spPr>
        <p:txBody>
          <a:bodyPr tIns="731520" anchor="ctr"/>
          <a:lstStyle>
            <a:lvl1pPr algn="ctr">
              <a:defRPr b="0">
                <a:solidFill>
                  <a:schemeClr val="bg1"/>
                </a:solidFill>
                <a:latin typeface="+mn-lt"/>
              </a:defRPr>
            </a:lvl1pPr>
          </a:lstStyle>
          <a:p>
            <a:r>
              <a:rPr lang="en-US"/>
              <a:t>Dynamic slice crop 3</a:t>
            </a:r>
          </a:p>
        </p:txBody>
      </p:sp>
      <p:sp>
        <p:nvSpPr>
          <p:cNvPr id="4" name="Text Placeholder 11">
            <a:extLst>
              <a:ext uri="{FF2B5EF4-FFF2-40B4-BE49-F238E27FC236}">
                <a16:creationId xmlns:a16="http://schemas.microsoft.com/office/drawing/2014/main" id="{662F28CC-4FDC-6231-81B1-808636A2AFE1}"/>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4E4E5E40-9936-2B1A-A957-B3832110D191}"/>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
        <p:nvSpPr>
          <p:cNvPr id="11" name="Text Placeholder 12">
            <a:extLst>
              <a:ext uri="{FF2B5EF4-FFF2-40B4-BE49-F238E27FC236}">
                <a16:creationId xmlns:a16="http://schemas.microsoft.com/office/drawing/2014/main" id="{2831160B-5FF4-1736-F0D0-4A4677891D9D}"/>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2" name="Text Placeholder 15">
            <a:extLst>
              <a:ext uri="{FF2B5EF4-FFF2-40B4-BE49-F238E27FC236}">
                <a16:creationId xmlns:a16="http://schemas.microsoft.com/office/drawing/2014/main" id="{CF96A1AB-78C0-6521-B97B-BDB3F01285A2}"/>
              </a:ext>
            </a:extLst>
          </p:cNvPr>
          <p:cNvSpPr>
            <a:spLocks noGrp="1"/>
          </p:cNvSpPr>
          <p:nvPr>
            <p:ph type="body" sz="quarter" idx="100" hasCustomPrompt="1"/>
          </p:nvPr>
        </p:nvSpPr>
        <p:spPr>
          <a:xfrm>
            <a:off x="559816" y="1717185"/>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4" name="Text Placeholder 17">
            <a:extLst>
              <a:ext uri="{FF2B5EF4-FFF2-40B4-BE49-F238E27FC236}">
                <a16:creationId xmlns:a16="http://schemas.microsoft.com/office/drawing/2014/main" id="{E8D27B1D-88E9-5CC5-DDCC-40CEA313B46B}"/>
              </a:ext>
            </a:extLst>
          </p:cNvPr>
          <p:cNvSpPr>
            <a:spLocks noGrp="1"/>
          </p:cNvSpPr>
          <p:nvPr>
            <p:ph type="body" sz="quarter" idx="101" hasCustomPrompt="1"/>
          </p:nvPr>
        </p:nvSpPr>
        <p:spPr>
          <a:xfrm>
            <a:off x="559816" y="2284135"/>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6" name="Text Placeholder 19">
            <a:extLst>
              <a:ext uri="{FF2B5EF4-FFF2-40B4-BE49-F238E27FC236}">
                <a16:creationId xmlns:a16="http://schemas.microsoft.com/office/drawing/2014/main" id="{B7AFFEB9-D67F-9298-FCF9-0054A5CB24FB}"/>
              </a:ext>
            </a:extLst>
          </p:cNvPr>
          <p:cNvSpPr>
            <a:spLocks noGrp="1"/>
          </p:cNvSpPr>
          <p:nvPr>
            <p:ph type="body" sz="quarter" idx="102" hasCustomPrompt="1"/>
          </p:nvPr>
        </p:nvSpPr>
        <p:spPr>
          <a:xfrm>
            <a:off x="559816" y="2857474"/>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3037804546"/>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ver 7">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b="1">
                <a:solidFill>
                  <a:schemeClr val="tx1"/>
                </a:solidFill>
              </a:defRPr>
            </a:lvl1pPr>
          </a:lstStyle>
          <a:p>
            <a:r>
              <a:rPr lang="en-US"/>
              <a:t>Click to edit Master title style</a:t>
            </a:r>
          </a:p>
        </p:txBody>
      </p:sp>
      <p:sp>
        <p:nvSpPr>
          <p:cNvPr id="6" name="Freeform 5">
            <a:extLst>
              <a:ext uri="{FF2B5EF4-FFF2-40B4-BE49-F238E27FC236}">
                <a16:creationId xmlns:a16="http://schemas.microsoft.com/office/drawing/2014/main" id="{EBC8BAC9-2F39-70BA-C3AC-DE7DA1042A5B}"/>
              </a:ext>
            </a:extLst>
          </p:cNvPr>
          <p:cNvSpPr/>
          <p:nvPr userDrawn="1"/>
        </p:nvSpPr>
        <p:spPr bwMode="black">
          <a:xfrm>
            <a:off x="539750" y="545106"/>
            <a:ext cx="2635250" cy="436702"/>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4" name="Text Placeholder 11">
            <a:extLst>
              <a:ext uri="{FF2B5EF4-FFF2-40B4-BE49-F238E27FC236}">
                <a16:creationId xmlns:a16="http://schemas.microsoft.com/office/drawing/2014/main" id="{6FA1FE30-4DE2-0D36-81F6-894372591DE3}"/>
              </a:ext>
            </a:extLst>
          </p:cNvPr>
          <p:cNvSpPr>
            <a:spLocks noGrp="1"/>
          </p:cNvSpPr>
          <p:nvPr>
            <p:ph type="body" sz="quarter" idx="11" hasCustomPrompt="1"/>
          </p:nvPr>
        </p:nvSpPr>
        <p:spPr>
          <a:xfrm>
            <a:off x="3367089" y="6311900"/>
            <a:ext cx="262413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8" name="Picture Placeholder 9">
            <a:extLst>
              <a:ext uri="{FF2B5EF4-FFF2-40B4-BE49-F238E27FC236}">
                <a16:creationId xmlns:a16="http://schemas.microsoft.com/office/drawing/2014/main" id="{4DFF5D06-761A-8209-6035-68AC3551CA5A}"/>
              </a:ext>
            </a:extLst>
          </p:cNvPr>
          <p:cNvSpPr>
            <a:spLocks noGrp="1"/>
          </p:cNvSpPr>
          <p:nvPr>
            <p:ph type="pic" sz="quarter" idx="13" hasCustomPrompt="1"/>
          </p:nvPr>
        </p:nvSpPr>
        <p:spPr>
          <a:xfrm>
            <a:off x="6096000" y="2425700"/>
            <a:ext cx="2029968" cy="4432300"/>
          </a:xfrm>
          <a:solidFill>
            <a:srgbClr val="A6A9AA"/>
          </a:solidFill>
        </p:spPr>
        <p:txBody>
          <a:bodyPr tIns="548640" anchor="ctr"/>
          <a:lstStyle>
            <a:lvl1pPr algn="ctr">
              <a:defRPr b="0">
                <a:solidFill>
                  <a:schemeClr val="tx2"/>
                </a:solidFill>
                <a:latin typeface="+mn-lt"/>
              </a:defRPr>
            </a:lvl1pPr>
          </a:lstStyle>
          <a:p>
            <a:r>
              <a:rPr lang="en-US"/>
              <a:t>Dynamic slice crop 1</a:t>
            </a:r>
          </a:p>
        </p:txBody>
      </p:sp>
      <p:sp>
        <p:nvSpPr>
          <p:cNvPr id="9" name="Picture Placeholder 9">
            <a:extLst>
              <a:ext uri="{FF2B5EF4-FFF2-40B4-BE49-F238E27FC236}">
                <a16:creationId xmlns:a16="http://schemas.microsoft.com/office/drawing/2014/main" id="{A06D238C-D66D-D54D-25CD-678D0ECC7E53}"/>
              </a:ext>
            </a:extLst>
          </p:cNvPr>
          <p:cNvSpPr>
            <a:spLocks noGrp="1"/>
          </p:cNvSpPr>
          <p:nvPr>
            <p:ph type="pic" sz="quarter" idx="14" hasCustomPrompt="1"/>
          </p:nvPr>
        </p:nvSpPr>
        <p:spPr>
          <a:xfrm>
            <a:off x="8125968" y="0"/>
            <a:ext cx="4066032" cy="4567237"/>
          </a:xfrm>
          <a:solidFill>
            <a:srgbClr val="A6A9AA"/>
          </a:solidFill>
        </p:spPr>
        <p:txBody>
          <a:bodyPr tIns="548640" anchor="ctr"/>
          <a:lstStyle>
            <a:lvl1pPr algn="ctr">
              <a:defRPr b="0">
                <a:solidFill>
                  <a:schemeClr val="tx2"/>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3" name="Date Placeholder 3">
            <a:extLst>
              <a:ext uri="{FF2B5EF4-FFF2-40B4-BE49-F238E27FC236}">
                <a16:creationId xmlns:a16="http://schemas.microsoft.com/office/drawing/2014/main" id="{0C3AF8AB-703B-6EF3-1025-97479D9CF493}"/>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
        <p:nvSpPr>
          <p:cNvPr id="12" name="Text Placeholder 12">
            <a:extLst>
              <a:ext uri="{FF2B5EF4-FFF2-40B4-BE49-F238E27FC236}">
                <a16:creationId xmlns:a16="http://schemas.microsoft.com/office/drawing/2014/main" id="{EDF60DF2-B8E2-23E1-0952-91B36AE41896}"/>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3" name="Text Placeholder 15">
            <a:extLst>
              <a:ext uri="{FF2B5EF4-FFF2-40B4-BE49-F238E27FC236}">
                <a16:creationId xmlns:a16="http://schemas.microsoft.com/office/drawing/2014/main" id="{83A399C3-4B34-EF9D-F98F-879132EB60BE}"/>
              </a:ext>
            </a:extLst>
          </p:cNvPr>
          <p:cNvSpPr>
            <a:spLocks noGrp="1"/>
          </p:cNvSpPr>
          <p:nvPr>
            <p:ph type="body" sz="quarter" idx="100" hasCustomPrompt="1"/>
          </p:nvPr>
        </p:nvSpPr>
        <p:spPr>
          <a:xfrm>
            <a:off x="559816" y="1717185"/>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4" name="Text Placeholder 17">
            <a:extLst>
              <a:ext uri="{FF2B5EF4-FFF2-40B4-BE49-F238E27FC236}">
                <a16:creationId xmlns:a16="http://schemas.microsoft.com/office/drawing/2014/main" id="{04311926-1FA1-54E9-A566-1E93D701E606}"/>
              </a:ext>
            </a:extLst>
          </p:cNvPr>
          <p:cNvSpPr>
            <a:spLocks noGrp="1"/>
          </p:cNvSpPr>
          <p:nvPr>
            <p:ph type="body" sz="quarter" idx="101" hasCustomPrompt="1"/>
          </p:nvPr>
        </p:nvSpPr>
        <p:spPr>
          <a:xfrm>
            <a:off x="559816" y="2284135"/>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5" name="Text Placeholder 19">
            <a:extLst>
              <a:ext uri="{FF2B5EF4-FFF2-40B4-BE49-F238E27FC236}">
                <a16:creationId xmlns:a16="http://schemas.microsoft.com/office/drawing/2014/main" id="{C7A7ABC1-D1E0-552E-EE6B-7B417C789504}"/>
              </a:ext>
            </a:extLst>
          </p:cNvPr>
          <p:cNvSpPr>
            <a:spLocks noGrp="1"/>
          </p:cNvSpPr>
          <p:nvPr>
            <p:ph type="body" sz="quarter" idx="102" hasCustomPrompt="1"/>
          </p:nvPr>
        </p:nvSpPr>
        <p:spPr>
          <a:xfrm>
            <a:off x="559816" y="2857474"/>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2447921218"/>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5127C53-C848-5C29-009F-006AB168562E}"/>
              </a:ext>
            </a:extLst>
          </p:cNvPr>
          <p:cNvSpPr/>
          <p:nvPr/>
        </p:nvSpPr>
        <p:spPr bwMode="hidden">
          <a:xfrm>
            <a:off x="0" y="0"/>
            <a:ext cx="6096000"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blue and black background&#10;&#10;Description automatically generated">
            <a:extLst>
              <a:ext uri="{FF2B5EF4-FFF2-40B4-BE49-F238E27FC236}">
                <a16:creationId xmlns:a16="http://schemas.microsoft.com/office/drawing/2014/main" id="{CFF49F27-390A-B9BC-E6E4-8A08407B6C3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hidden">
          <a:xfrm>
            <a:off x="0" y="0"/>
            <a:ext cx="6095999" cy="6845300"/>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a:xfrm>
            <a:off x="6210302" y="6311900"/>
            <a:ext cx="4008435" cy="269875"/>
          </a:xfrm>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6" name="Freeform 5">
            <a:extLst>
              <a:ext uri="{FF2B5EF4-FFF2-40B4-BE49-F238E27FC236}">
                <a16:creationId xmlns:a16="http://schemas.microsoft.com/office/drawing/2014/main" id="{5BCC6303-B8A8-E0F3-1B26-45B29EE4DC62}"/>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14" name="Table Placeholder 13">
            <a:extLst>
              <a:ext uri="{FF2B5EF4-FFF2-40B4-BE49-F238E27FC236}">
                <a16:creationId xmlns:a16="http://schemas.microsoft.com/office/drawing/2014/main" id="{5002590A-F907-AAD8-7A39-3B1BC429EBA8}"/>
              </a:ext>
            </a:extLst>
          </p:cNvPr>
          <p:cNvSpPr>
            <a:spLocks noGrp="1"/>
          </p:cNvSpPr>
          <p:nvPr>
            <p:ph type="tbl" sz="quarter" idx="13"/>
          </p:nvPr>
        </p:nvSpPr>
        <p:spPr>
          <a:xfrm>
            <a:off x="6194426" y="552450"/>
            <a:ext cx="5443536" cy="5467349"/>
          </a:xfrm>
        </p:spPr>
        <p:txBody>
          <a:bodyPr/>
          <a:lstStyle/>
          <a:p>
            <a:r>
              <a:rPr lang="en-US"/>
              <a:t>Click icon to add table</a:t>
            </a:r>
          </a:p>
        </p:txBody>
      </p:sp>
      <p:sp>
        <p:nvSpPr>
          <p:cNvPr id="8" name="Title 7">
            <a:extLst>
              <a:ext uri="{FF2B5EF4-FFF2-40B4-BE49-F238E27FC236}">
                <a16:creationId xmlns:a16="http://schemas.microsoft.com/office/drawing/2014/main" id="{F732482F-65F2-3E7E-D15F-93B580EFB897}"/>
              </a:ext>
            </a:extLst>
          </p:cNvPr>
          <p:cNvSpPr>
            <a:spLocks noGrp="1"/>
          </p:cNvSpPr>
          <p:nvPr>
            <p:ph type="title" hasCustomPrompt="1"/>
          </p:nvPr>
        </p:nvSpPr>
        <p:spPr>
          <a:xfrm rot="16200000">
            <a:off x="-1539398" y="2088041"/>
            <a:ext cx="5037774" cy="1958972"/>
          </a:xfrm>
        </p:spPr>
        <p:txBody>
          <a:bodyPr anchor="ctr"/>
          <a:lstStyle>
            <a:lvl1pPr algn="r">
              <a:lnSpc>
                <a:spcPct val="100000"/>
              </a:lnSpc>
              <a:defRPr sz="8800" b="1">
                <a:solidFill>
                  <a:schemeClr val="bg1"/>
                </a:solidFill>
              </a:defRPr>
            </a:lvl1pPr>
          </a:lstStyle>
          <a:p>
            <a:r>
              <a:rPr lang="en-US"/>
              <a:t>Edit title</a:t>
            </a:r>
          </a:p>
        </p:txBody>
      </p:sp>
    </p:spTree>
    <p:extLst>
      <p:ext uri="{BB962C8B-B14F-4D97-AF65-F5344CB8AC3E}">
        <p14:creationId xmlns:p14="http://schemas.microsoft.com/office/powerpoint/2010/main" val="19039616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33748-ED34-E7AE-787B-D4DA9BB7C4F8}"/>
              </a:ext>
            </a:extLst>
          </p:cNvPr>
          <p:cNvSpPr/>
          <p:nvPr/>
        </p:nvSpPr>
        <p:spPr bwMode="hidden">
          <a:xfrm>
            <a:off x="0" y="0"/>
            <a:ext cx="4051300"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A blue lines on a black background&#10;&#10;Description automatically generated">
            <a:extLst>
              <a:ext uri="{FF2B5EF4-FFF2-40B4-BE49-F238E27FC236}">
                <a16:creationId xmlns:a16="http://schemas.microsoft.com/office/drawing/2014/main" id="{A1C86A7D-867C-38DB-B865-B67E5D7B6F9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hidden">
          <a:xfrm>
            <a:off x="0" y="0"/>
            <a:ext cx="4051300" cy="6861175"/>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2" name="Table Placeholder 13">
            <a:extLst>
              <a:ext uri="{FF2B5EF4-FFF2-40B4-BE49-F238E27FC236}">
                <a16:creationId xmlns:a16="http://schemas.microsoft.com/office/drawing/2014/main" id="{A0797360-089A-16D7-DE4B-F780195CD85D}"/>
              </a:ext>
            </a:extLst>
          </p:cNvPr>
          <p:cNvSpPr>
            <a:spLocks noGrp="1"/>
          </p:cNvSpPr>
          <p:nvPr>
            <p:ph type="tbl" sz="quarter" idx="13"/>
          </p:nvPr>
        </p:nvSpPr>
        <p:spPr>
          <a:xfrm>
            <a:off x="4781550" y="552450"/>
            <a:ext cx="6856412" cy="5467349"/>
          </a:xfrm>
        </p:spPr>
        <p:txBody>
          <a:bodyPr/>
          <a:lstStyle/>
          <a:p>
            <a:r>
              <a:rPr lang="en-US"/>
              <a:t>Click icon to add table</a:t>
            </a:r>
          </a:p>
        </p:txBody>
      </p:sp>
      <p:sp>
        <p:nvSpPr>
          <p:cNvPr id="7" name="Title 7">
            <a:extLst>
              <a:ext uri="{FF2B5EF4-FFF2-40B4-BE49-F238E27FC236}">
                <a16:creationId xmlns:a16="http://schemas.microsoft.com/office/drawing/2014/main" id="{E8842A9F-5DAC-1A89-ECDC-18AF7833EC93}"/>
              </a:ext>
            </a:extLst>
          </p:cNvPr>
          <p:cNvSpPr>
            <a:spLocks noGrp="1"/>
          </p:cNvSpPr>
          <p:nvPr>
            <p:ph type="title" hasCustomPrompt="1"/>
          </p:nvPr>
        </p:nvSpPr>
        <p:spPr>
          <a:xfrm rot="16200000">
            <a:off x="-1539398" y="2088041"/>
            <a:ext cx="5037774" cy="1958972"/>
          </a:xfrm>
        </p:spPr>
        <p:txBody>
          <a:bodyPr anchor="ctr"/>
          <a:lstStyle>
            <a:lvl1pPr algn="r">
              <a:lnSpc>
                <a:spcPct val="100000"/>
              </a:lnSpc>
              <a:defRPr sz="8800" b="1">
                <a:solidFill>
                  <a:schemeClr val="bg1"/>
                </a:solidFill>
              </a:defRPr>
            </a:lvl1pPr>
          </a:lstStyle>
          <a:p>
            <a:r>
              <a:rPr lang="en-US"/>
              <a:t>Edit title</a:t>
            </a:r>
          </a:p>
        </p:txBody>
      </p:sp>
      <p:sp>
        <p:nvSpPr>
          <p:cNvPr id="6" name="Freeform 5">
            <a:extLst>
              <a:ext uri="{FF2B5EF4-FFF2-40B4-BE49-F238E27FC236}">
                <a16:creationId xmlns:a16="http://schemas.microsoft.com/office/drawing/2014/main" id="{FBCFFD49-0E38-27F1-9148-4BA3956AB0BA}"/>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9945877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33748-ED34-E7AE-787B-D4DA9BB7C4F8}"/>
              </a:ext>
            </a:extLst>
          </p:cNvPr>
          <p:cNvSpPr/>
          <p:nvPr/>
        </p:nvSpPr>
        <p:spPr bwMode="hidden">
          <a:xfrm>
            <a:off x="0" y="0"/>
            <a:ext cx="4051300"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A blue lines on a black background&#10;&#10;Description automatically generated">
            <a:extLst>
              <a:ext uri="{FF2B5EF4-FFF2-40B4-BE49-F238E27FC236}">
                <a16:creationId xmlns:a16="http://schemas.microsoft.com/office/drawing/2014/main" id="{A1C86A7D-867C-38DB-B865-B67E5D7B6F9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hidden">
          <a:xfrm>
            <a:off x="0" y="0"/>
            <a:ext cx="4051300" cy="6851650"/>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8" name="Title 7">
            <a:extLst>
              <a:ext uri="{FF2B5EF4-FFF2-40B4-BE49-F238E27FC236}">
                <a16:creationId xmlns:a16="http://schemas.microsoft.com/office/drawing/2014/main" id="{206CF7A0-1025-798C-4F78-6E1CEC419EB2}"/>
              </a:ext>
            </a:extLst>
          </p:cNvPr>
          <p:cNvSpPr>
            <a:spLocks noGrp="1"/>
          </p:cNvSpPr>
          <p:nvPr>
            <p:ph type="title" hasCustomPrompt="1"/>
          </p:nvPr>
        </p:nvSpPr>
        <p:spPr>
          <a:xfrm rot="16200000">
            <a:off x="-1539398" y="2088041"/>
            <a:ext cx="5037774" cy="1958972"/>
          </a:xfrm>
        </p:spPr>
        <p:txBody>
          <a:bodyPr anchor="ctr"/>
          <a:lstStyle>
            <a:lvl1pPr algn="r">
              <a:lnSpc>
                <a:spcPct val="100000"/>
              </a:lnSpc>
              <a:defRPr sz="8800" b="1">
                <a:solidFill>
                  <a:schemeClr val="bg1"/>
                </a:solidFill>
              </a:defRPr>
            </a:lvl1pPr>
          </a:lstStyle>
          <a:p>
            <a:r>
              <a:rPr lang="en-US"/>
              <a:t>Edit title</a:t>
            </a:r>
          </a:p>
        </p:txBody>
      </p:sp>
      <p:sp>
        <p:nvSpPr>
          <p:cNvPr id="11" name="Content Placeholder 14">
            <a:extLst>
              <a:ext uri="{FF2B5EF4-FFF2-40B4-BE49-F238E27FC236}">
                <a16:creationId xmlns:a16="http://schemas.microsoft.com/office/drawing/2014/main" id="{79C31469-D237-4EA8-F1C3-B47BCC277981}"/>
              </a:ext>
            </a:extLst>
          </p:cNvPr>
          <p:cNvSpPr>
            <a:spLocks noGrp="1"/>
          </p:cNvSpPr>
          <p:nvPr>
            <p:ph sz="quarter" idx="18"/>
          </p:nvPr>
        </p:nvSpPr>
        <p:spPr>
          <a:xfrm>
            <a:off x="4781551" y="1125147"/>
            <a:ext cx="3434663" cy="5040315"/>
          </a:xfrm>
        </p:spPr>
        <p:txBody>
          <a:bodyPr>
            <a:noAutofit/>
          </a:bodyPr>
          <a:lstStyle>
            <a:lvl1pPr>
              <a:defRPr sz="1400" b="1">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4">
            <a:extLst>
              <a:ext uri="{FF2B5EF4-FFF2-40B4-BE49-F238E27FC236}">
                <a16:creationId xmlns:a16="http://schemas.microsoft.com/office/drawing/2014/main" id="{E38CD9FA-DA45-C534-5220-93740ACA0EFE}"/>
              </a:ext>
            </a:extLst>
          </p:cNvPr>
          <p:cNvSpPr>
            <a:spLocks noGrp="1"/>
          </p:cNvSpPr>
          <p:nvPr>
            <p:ph sz="quarter" idx="19"/>
          </p:nvPr>
        </p:nvSpPr>
        <p:spPr>
          <a:xfrm>
            <a:off x="8423565" y="1125147"/>
            <a:ext cx="3214397" cy="5040315"/>
          </a:xfrm>
        </p:spPr>
        <p:txBody>
          <a:bodyPr>
            <a:noAutofit/>
          </a:bodyPr>
          <a:lstStyle>
            <a:lvl1pPr>
              <a:defRPr sz="1400" b="1">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reeform 5">
            <a:extLst>
              <a:ext uri="{FF2B5EF4-FFF2-40B4-BE49-F238E27FC236}">
                <a16:creationId xmlns:a16="http://schemas.microsoft.com/office/drawing/2014/main" id="{AFD5427C-4E5B-6000-5CD3-86A62148516C}"/>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4380363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4">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2023265"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A blue lines on a black background&#10;&#10;Description automatically generated">
            <a:extLst>
              <a:ext uri="{FF2B5EF4-FFF2-40B4-BE49-F238E27FC236}">
                <a16:creationId xmlns:a16="http://schemas.microsoft.com/office/drawing/2014/main" id="{43506656-89E5-4D3B-4C51-0386CED5F1BF}"/>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bwMode="hidden">
          <a:xfrm>
            <a:off x="0" y="-3175"/>
            <a:ext cx="2023265" cy="6861175"/>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8" name="Title 7">
            <a:extLst>
              <a:ext uri="{FF2B5EF4-FFF2-40B4-BE49-F238E27FC236}">
                <a16:creationId xmlns:a16="http://schemas.microsoft.com/office/drawing/2014/main" id="{FA4C2D89-5A83-CD6F-2299-7919A799DEE8}"/>
              </a:ext>
            </a:extLst>
          </p:cNvPr>
          <p:cNvSpPr>
            <a:spLocks noGrp="1"/>
          </p:cNvSpPr>
          <p:nvPr>
            <p:ph type="title" hasCustomPrompt="1"/>
          </p:nvPr>
        </p:nvSpPr>
        <p:spPr>
          <a:xfrm rot="16200000">
            <a:off x="-1539398" y="2088041"/>
            <a:ext cx="5037774" cy="1958972"/>
          </a:xfrm>
        </p:spPr>
        <p:txBody>
          <a:bodyPr anchor="ctr"/>
          <a:lstStyle>
            <a:lvl1pPr algn="r">
              <a:lnSpc>
                <a:spcPct val="100000"/>
              </a:lnSpc>
              <a:defRPr sz="8800" b="1">
                <a:solidFill>
                  <a:schemeClr val="bg1"/>
                </a:solidFill>
              </a:defRPr>
            </a:lvl1pPr>
          </a:lstStyle>
          <a:p>
            <a:r>
              <a:rPr lang="en-US"/>
              <a:t>Edit title</a:t>
            </a:r>
          </a:p>
        </p:txBody>
      </p:sp>
      <p:sp>
        <p:nvSpPr>
          <p:cNvPr id="14" name="Content Placeholder 14">
            <a:extLst>
              <a:ext uri="{FF2B5EF4-FFF2-40B4-BE49-F238E27FC236}">
                <a16:creationId xmlns:a16="http://schemas.microsoft.com/office/drawing/2014/main" id="{7F7D1AB4-84B1-ADE1-C7F9-49B0C5FF2260}"/>
              </a:ext>
            </a:extLst>
          </p:cNvPr>
          <p:cNvSpPr>
            <a:spLocks noGrp="1"/>
          </p:cNvSpPr>
          <p:nvPr>
            <p:ph sz="quarter" idx="18"/>
          </p:nvPr>
        </p:nvSpPr>
        <p:spPr>
          <a:xfrm>
            <a:off x="3367089" y="1125147"/>
            <a:ext cx="2614612" cy="5040315"/>
          </a:xfrm>
        </p:spPr>
        <p:txBody>
          <a:bodyPr>
            <a:noAutofit/>
          </a:bodyPr>
          <a:lstStyle>
            <a:lvl1pPr>
              <a:defRPr sz="1400" b="1">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4">
            <a:extLst>
              <a:ext uri="{FF2B5EF4-FFF2-40B4-BE49-F238E27FC236}">
                <a16:creationId xmlns:a16="http://schemas.microsoft.com/office/drawing/2014/main" id="{6D78DEDE-E51D-2DA8-81C0-6DE1149263B8}"/>
              </a:ext>
            </a:extLst>
          </p:cNvPr>
          <p:cNvSpPr>
            <a:spLocks noGrp="1"/>
          </p:cNvSpPr>
          <p:nvPr>
            <p:ph sz="quarter" idx="19"/>
          </p:nvPr>
        </p:nvSpPr>
        <p:spPr>
          <a:xfrm>
            <a:off x="6199189" y="1125147"/>
            <a:ext cx="2614612" cy="5040315"/>
          </a:xfrm>
        </p:spPr>
        <p:txBody>
          <a:bodyPr>
            <a:noAutofit/>
          </a:bodyPr>
          <a:lstStyle>
            <a:lvl1pPr>
              <a:defRPr sz="1400" b="1">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14">
            <a:extLst>
              <a:ext uri="{FF2B5EF4-FFF2-40B4-BE49-F238E27FC236}">
                <a16:creationId xmlns:a16="http://schemas.microsoft.com/office/drawing/2014/main" id="{D7068E9D-638D-F265-198A-5531D05A58CD}"/>
              </a:ext>
            </a:extLst>
          </p:cNvPr>
          <p:cNvSpPr>
            <a:spLocks noGrp="1"/>
          </p:cNvSpPr>
          <p:nvPr>
            <p:ph sz="quarter" idx="20"/>
          </p:nvPr>
        </p:nvSpPr>
        <p:spPr>
          <a:xfrm>
            <a:off x="9023350" y="1125147"/>
            <a:ext cx="2614612" cy="5040315"/>
          </a:xfrm>
        </p:spPr>
        <p:txBody>
          <a:bodyPr>
            <a:noAutofit/>
          </a:bodyPr>
          <a:lstStyle>
            <a:lvl1pPr>
              <a:defRPr sz="1400" b="1">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reeform 5">
            <a:extLst>
              <a:ext uri="{FF2B5EF4-FFF2-40B4-BE49-F238E27FC236}">
                <a16:creationId xmlns:a16="http://schemas.microsoft.com/office/drawing/2014/main" id="{4BA903E0-6CAC-CD5B-11F8-069CA9884EB0}"/>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2980887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1 - Short title">
    <p:bg>
      <p:bgPr>
        <a:solidFill>
          <a:schemeClr val="bg2"/>
        </a:solidFill>
        <a:effectLst/>
      </p:bgPr>
    </p:bg>
    <p:spTree>
      <p:nvGrpSpPr>
        <p:cNvPr id="1" name=""/>
        <p:cNvGrpSpPr/>
        <p:nvPr/>
      </p:nvGrpSpPr>
      <p:grpSpPr>
        <a:xfrm>
          <a:off x="0" y="0"/>
          <a:ext cx="0" cy="0"/>
          <a:chOff x="0" y="0"/>
          <a:chExt cx="0" cy="0"/>
        </a:xfrm>
      </p:grpSpPr>
      <p:sp>
        <p:nvSpPr>
          <p:cNvPr id="20" name="Freeform 19">
            <a:extLst>
              <a:ext uri="{FF2B5EF4-FFF2-40B4-BE49-F238E27FC236}">
                <a16:creationId xmlns:a16="http://schemas.microsoft.com/office/drawing/2014/main" id="{6732315D-1057-6521-C359-22C1DAF4964C}"/>
              </a:ext>
            </a:extLst>
          </p:cNvPr>
          <p:cNvSpPr/>
          <p:nvPr/>
        </p:nvSpPr>
        <p:spPr>
          <a:xfrm>
            <a:off x="3367088" y="552449"/>
            <a:ext cx="8267463" cy="5677842"/>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accent1">
              <a:alpha val="25000"/>
            </a:schemeClr>
          </a:solidFill>
          <a:ln w="0" cap="flat">
            <a:noFill/>
            <a:prstDash val="solid"/>
            <a:miter/>
          </a:ln>
        </p:spPr>
        <p:txBody>
          <a:bodyPr rtlCol="0" anchor="ctr"/>
          <a:lstStyle/>
          <a:p>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8" name="Title 17">
            <a:extLst>
              <a:ext uri="{FF2B5EF4-FFF2-40B4-BE49-F238E27FC236}">
                <a16:creationId xmlns:a16="http://schemas.microsoft.com/office/drawing/2014/main" id="{98D5B202-316D-9EDE-D8FC-C6D094C650D6}"/>
              </a:ext>
            </a:extLst>
          </p:cNvPr>
          <p:cNvSpPr>
            <a:spLocks noGrp="1"/>
          </p:cNvSpPr>
          <p:nvPr>
            <p:ph type="title" hasCustomPrompt="1"/>
          </p:nvPr>
        </p:nvSpPr>
        <p:spPr>
          <a:xfrm>
            <a:off x="546100" y="3295650"/>
            <a:ext cx="8267700" cy="1997075"/>
          </a:xfrm>
          <a:prstGeom prst="rect">
            <a:avLst/>
          </a:prstGeom>
        </p:spPr>
        <p:txBody>
          <a:bodyPr anchor="b"/>
          <a:lstStyle>
            <a:lvl1pPr marL="514350" indent="-514350" algn="l">
              <a:lnSpc>
                <a:spcPct val="100000"/>
              </a:lnSpc>
              <a:tabLst/>
              <a:defRPr sz="4800" b="1">
                <a:solidFill>
                  <a:schemeClr val="tx1"/>
                </a:solidFill>
              </a:defRPr>
            </a:lvl1pPr>
          </a:lstStyle>
          <a:p>
            <a:r>
              <a:rPr lang="en-US"/>
              <a:t>Use this divider only</a:t>
            </a:r>
            <a:br>
              <a:rPr lang="en-US"/>
            </a:br>
            <a:r>
              <a:rPr lang="en-US"/>
              <a:t>if your headline is short</a:t>
            </a:r>
          </a:p>
        </p:txBody>
      </p:sp>
    </p:spTree>
    <p:extLst>
      <p:ext uri="{BB962C8B-B14F-4D97-AF65-F5344CB8AC3E}">
        <p14:creationId xmlns:p14="http://schemas.microsoft.com/office/powerpoint/2010/main" val="3299621102"/>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1 - Long title">
    <p:bg>
      <p:bgPr>
        <a:solidFill>
          <a:schemeClr val="bg2"/>
        </a:solidFill>
        <a:effectLst/>
      </p:bgPr>
    </p:bg>
    <p:spTree>
      <p:nvGrpSpPr>
        <p:cNvPr id="1" name=""/>
        <p:cNvGrpSpPr/>
        <p:nvPr/>
      </p:nvGrpSpPr>
      <p:grpSpPr>
        <a:xfrm>
          <a:off x="0" y="0"/>
          <a:ext cx="0" cy="0"/>
          <a:chOff x="0" y="0"/>
          <a:chExt cx="0" cy="0"/>
        </a:xfrm>
      </p:grpSpPr>
      <p:sp>
        <p:nvSpPr>
          <p:cNvPr id="20" name="Freeform 19">
            <a:extLst>
              <a:ext uri="{FF2B5EF4-FFF2-40B4-BE49-F238E27FC236}">
                <a16:creationId xmlns:a16="http://schemas.microsoft.com/office/drawing/2014/main" id="{6732315D-1057-6521-C359-22C1DAF4964C}"/>
              </a:ext>
            </a:extLst>
          </p:cNvPr>
          <p:cNvSpPr/>
          <p:nvPr/>
        </p:nvSpPr>
        <p:spPr>
          <a:xfrm>
            <a:off x="3367088" y="552449"/>
            <a:ext cx="8267463" cy="5677842"/>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accent1">
              <a:alpha val="25000"/>
            </a:schemeClr>
          </a:solidFill>
          <a:ln w="0" cap="flat">
            <a:noFill/>
            <a:prstDash val="solid"/>
            <a:miter/>
          </a:ln>
        </p:spPr>
        <p:txBody>
          <a:bodyPr rtlCol="0" anchor="ctr"/>
          <a:lstStyle/>
          <a:p>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4676" cy="269875"/>
          </a:xfrm>
        </p:spPr>
        <p:txBody>
          <a:bodyPr/>
          <a:lstStyle/>
          <a:p>
            <a:fld id="{862A5111-985B-C14D-9115-5787026182A8}" type="slidenum">
              <a:rPr lang="en-US" smtClean="0"/>
              <a:t>‹#›</a:t>
            </a:fld>
            <a:endParaRPr lang="en-US"/>
          </a:p>
        </p:txBody>
      </p:sp>
      <p:sp>
        <p:nvSpPr>
          <p:cNvPr id="5" name="Title 17">
            <a:extLst>
              <a:ext uri="{FF2B5EF4-FFF2-40B4-BE49-F238E27FC236}">
                <a16:creationId xmlns:a16="http://schemas.microsoft.com/office/drawing/2014/main" id="{9FEA9B73-F154-CEDE-C3F9-3BA38B6541A9}"/>
              </a:ext>
            </a:extLst>
          </p:cNvPr>
          <p:cNvSpPr>
            <a:spLocks noGrp="1"/>
          </p:cNvSpPr>
          <p:nvPr>
            <p:ph type="title" hasCustomPrompt="1"/>
          </p:nvPr>
        </p:nvSpPr>
        <p:spPr>
          <a:xfrm>
            <a:off x="546100" y="2425700"/>
            <a:ext cx="8267700" cy="2860221"/>
          </a:xfrm>
          <a:prstGeom prst="rect">
            <a:avLst/>
          </a:prstGeom>
        </p:spPr>
        <p:txBody>
          <a:bodyPr anchor="b"/>
          <a:lstStyle>
            <a:lvl1pPr marL="0" indent="0" algn="l">
              <a:lnSpc>
                <a:spcPct val="100000"/>
              </a:lnSpc>
              <a:tabLst/>
              <a:defRPr sz="4800" b="1">
                <a:solidFill>
                  <a:schemeClr val="tx1"/>
                </a:solidFill>
              </a:defRPr>
            </a:lvl1pPr>
          </a:lstStyle>
          <a:p>
            <a:r>
              <a:rPr lang="en-US"/>
              <a:t>Use this divider if your headline is long, or is equal to or greater than a total of three lines</a:t>
            </a:r>
          </a:p>
        </p:txBody>
      </p:sp>
    </p:spTree>
    <p:extLst>
      <p:ext uri="{BB962C8B-B14F-4D97-AF65-F5344CB8AC3E}">
        <p14:creationId xmlns:p14="http://schemas.microsoft.com/office/powerpoint/2010/main" val="3415995362"/>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3 - Short title">
    <p:bg>
      <p:bgPr>
        <a:solidFill>
          <a:schemeClr val="bg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8337103-59B6-6AE9-80A5-90CFAC0400CE}"/>
              </a:ext>
            </a:extLst>
          </p:cNvPr>
          <p:cNvPicPr>
            <a:picLocks noChangeAspect="1"/>
          </p:cNvPicPr>
          <p:nvPr userDrawn="1"/>
        </p:nvPicPr>
        <p:blipFill>
          <a:blip r:embed="rId2"/>
          <a:srcRect/>
          <a:stretch/>
        </p:blipFill>
        <p:spPr bwMode="hidden">
          <a:xfrm>
            <a:off x="6350" y="3570"/>
            <a:ext cx="12179302" cy="6850857"/>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8" name="Title 17">
            <a:extLst>
              <a:ext uri="{FF2B5EF4-FFF2-40B4-BE49-F238E27FC236}">
                <a16:creationId xmlns:a16="http://schemas.microsoft.com/office/drawing/2014/main" id="{98D5B202-316D-9EDE-D8FC-C6D094C650D6}"/>
              </a:ext>
            </a:extLst>
          </p:cNvPr>
          <p:cNvSpPr>
            <a:spLocks noGrp="1"/>
          </p:cNvSpPr>
          <p:nvPr>
            <p:ph type="title" hasCustomPrompt="1"/>
          </p:nvPr>
        </p:nvSpPr>
        <p:spPr>
          <a:xfrm>
            <a:off x="546100" y="3295650"/>
            <a:ext cx="8267700" cy="1997075"/>
          </a:xfrm>
          <a:prstGeom prst="rect">
            <a:avLst/>
          </a:prstGeom>
        </p:spPr>
        <p:txBody>
          <a:bodyPr anchor="b"/>
          <a:lstStyle>
            <a:lvl1pPr marL="514350" indent="-514350" algn="l">
              <a:lnSpc>
                <a:spcPct val="100000"/>
              </a:lnSpc>
              <a:tabLst/>
              <a:defRPr sz="4800" b="1">
                <a:solidFill>
                  <a:schemeClr val="tx1"/>
                </a:solidFill>
              </a:defRPr>
            </a:lvl1pPr>
          </a:lstStyle>
          <a:p>
            <a:r>
              <a:rPr lang="en-US"/>
              <a:t>Use this divider only</a:t>
            </a:r>
            <a:br>
              <a:rPr lang="en-US"/>
            </a:br>
            <a:r>
              <a:rPr lang="en-US"/>
              <a:t>if your headline is short</a:t>
            </a:r>
          </a:p>
        </p:txBody>
      </p:sp>
    </p:spTree>
    <p:extLst>
      <p:ext uri="{BB962C8B-B14F-4D97-AF65-F5344CB8AC3E}">
        <p14:creationId xmlns:p14="http://schemas.microsoft.com/office/powerpoint/2010/main" val="2229565773"/>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 2 - Long title">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36C1EA9-D1CD-4494-05CB-C8B04EE4273A}"/>
              </a:ext>
            </a:extLst>
          </p:cNvPr>
          <p:cNvPicPr>
            <a:picLocks noChangeAspect="1"/>
          </p:cNvPicPr>
          <p:nvPr userDrawn="1"/>
        </p:nvPicPr>
        <p:blipFill>
          <a:blip r:embed="rId2"/>
          <a:srcRect/>
          <a:stretch/>
        </p:blipFill>
        <p:spPr bwMode="hidden">
          <a:xfrm>
            <a:off x="6350" y="3570"/>
            <a:ext cx="12179302" cy="6850857"/>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4676" cy="269875"/>
          </a:xfrm>
        </p:spPr>
        <p:txBody>
          <a:bodyPr/>
          <a:lstStyle/>
          <a:p>
            <a:fld id="{862A5111-985B-C14D-9115-5787026182A8}" type="slidenum">
              <a:rPr lang="en-US" smtClean="0"/>
              <a:t>‹#›</a:t>
            </a:fld>
            <a:endParaRPr lang="en-US"/>
          </a:p>
        </p:txBody>
      </p:sp>
      <p:sp>
        <p:nvSpPr>
          <p:cNvPr id="7" name="Title 17">
            <a:extLst>
              <a:ext uri="{FF2B5EF4-FFF2-40B4-BE49-F238E27FC236}">
                <a16:creationId xmlns:a16="http://schemas.microsoft.com/office/drawing/2014/main" id="{0E02A696-5AEC-8241-7182-A62C3777A058}"/>
              </a:ext>
            </a:extLst>
          </p:cNvPr>
          <p:cNvSpPr>
            <a:spLocks noGrp="1"/>
          </p:cNvSpPr>
          <p:nvPr>
            <p:ph type="title" hasCustomPrompt="1"/>
          </p:nvPr>
        </p:nvSpPr>
        <p:spPr>
          <a:xfrm>
            <a:off x="546100" y="2425700"/>
            <a:ext cx="8267700" cy="2860221"/>
          </a:xfrm>
          <a:prstGeom prst="rect">
            <a:avLst/>
          </a:prstGeom>
        </p:spPr>
        <p:txBody>
          <a:bodyPr anchor="b"/>
          <a:lstStyle>
            <a:lvl1pPr marL="0" indent="0" algn="l">
              <a:lnSpc>
                <a:spcPct val="100000"/>
              </a:lnSpc>
              <a:tabLst/>
              <a:defRPr sz="4800" b="1">
                <a:solidFill>
                  <a:schemeClr val="tx1"/>
                </a:solidFill>
              </a:defRPr>
            </a:lvl1pPr>
          </a:lstStyle>
          <a:p>
            <a:r>
              <a:rPr lang="en-US"/>
              <a:t>Use this divider if your headline is long, or is equal to or greater than a total of three lines</a:t>
            </a:r>
          </a:p>
        </p:txBody>
      </p:sp>
    </p:spTree>
    <p:extLst>
      <p:ext uri="{BB962C8B-B14F-4D97-AF65-F5344CB8AC3E}">
        <p14:creationId xmlns:p14="http://schemas.microsoft.com/office/powerpoint/2010/main" val="2369606198"/>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Photo - Short title">
    <p:bg>
      <p:bgPr>
        <a:solidFill>
          <a:schemeClr val="tx1"/>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EC514BA5-6487-0CDD-2D28-66E701C8A937}"/>
              </a:ext>
            </a:extLst>
          </p:cNvPr>
          <p:cNvSpPr>
            <a:spLocks noGrp="1"/>
          </p:cNvSpPr>
          <p:nvPr>
            <p:ph type="pic" sz="quarter" idx="14" hasCustomPrompt="1"/>
          </p:nvPr>
        </p:nvSpPr>
        <p:spPr>
          <a:xfrm>
            <a:off x="0" y="0"/>
            <a:ext cx="12192000" cy="6858000"/>
          </a:xfrm>
          <a:custGeom>
            <a:avLst/>
            <a:gdLst>
              <a:gd name="connsiteX0" fmla="*/ 1221554 w 12192000"/>
              <a:gd name="connsiteY0" fmla="*/ 552450 h 6858000"/>
              <a:gd name="connsiteX1" fmla="*/ 1221554 w 12192000"/>
              <a:gd name="connsiteY1" fmla="*/ 707287 h 6858000"/>
              <a:gd name="connsiteX2" fmla="*/ 1287710 w 12192000"/>
              <a:gd name="connsiteY2" fmla="*/ 707287 h 6858000"/>
              <a:gd name="connsiteX3" fmla="*/ 1243606 w 12192000"/>
              <a:gd name="connsiteY3" fmla="*/ 828714 h 6858000"/>
              <a:gd name="connsiteX4" fmla="*/ 1277094 w 12192000"/>
              <a:gd name="connsiteY4" fmla="*/ 828714 h 6858000"/>
              <a:gd name="connsiteX5" fmla="*/ 1376737 w 12192000"/>
              <a:gd name="connsiteY5" fmla="*/ 695063 h 6858000"/>
              <a:gd name="connsiteX6" fmla="*/ 1376737 w 12192000"/>
              <a:gd name="connsiteY6" fmla="*/ 552450 h 6858000"/>
              <a:gd name="connsiteX7" fmla="*/ 546100 w 12192000"/>
              <a:gd name="connsiteY7" fmla="*/ 552450 h 6858000"/>
              <a:gd name="connsiteX8" fmla="*/ 546100 w 12192000"/>
              <a:gd name="connsiteY8" fmla="*/ 1122906 h 6858000"/>
              <a:gd name="connsiteX9" fmla="*/ 689033 w 12192000"/>
              <a:gd name="connsiteY9" fmla="*/ 1122906 h 6858000"/>
              <a:gd name="connsiteX10" fmla="*/ 689033 w 12192000"/>
              <a:gd name="connsiteY10" fmla="*/ 752925 h 6858000"/>
              <a:gd name="connsiteX11" fmla="*/ 709451 w 12192000"/>
              <a:gd name="connsiteY11" fmla="*/ 837678 h 6858000"/>
              <a:gd name="connsiteX12" fmla="*/ 785410 w 12192000"/>
              <a:gd name="connsiteY12" fmla="*/ 1122906 h 6858000"/>
              <a:gd name="connsiteX13" fmla="*/ 935693 w 12192000"/>
              <a:gd name="connsiteY13" fmla="*/ 1122906 h 6858000"/>
              <a:gd name="connsiteX14" fmla="*/ 1011652 w 12192000"/>
              <a:gd name="connsiteY14" fmla="*/ 837678 h 6858000"/>
              <a:gd name="connsiteX15" fmla="*/ 1032070 w 12192000"/>
              <a:gd name="connsiteY15" fmla="*/ 752925 h 6858000"/>
              <a:gd name="connsiteX16" fmla="*/ 1032070 w 12192000"/>
              <a:gd name="connsiteY16" fmla="*/ 1122906 h 6858000"/>
              <a:gd name="connsiteX17" fmla="*/ 1178270 w 12192000"/>
              <a:gd name="connsiteY17" fmla="*/ 1122906 h 6858000"/>
              <a:gd name="connsiteX18" fmla="*/ 1178270 w 12192000"/>
              <a:gd name="connsiteY18" fmla="*/ 552450 h 6858000"/>
              <a:gd name="connsiteX19" fmla="*/ 950395 w 12192000"/>
              <a:gd name="connsiteY19" fmla="*/ 552450 h 6858000"/>
              <a:gd name="connsiteX20" fmla="*/ 879337 w 12192000"/>
              <a:gd name="connsiteY20" fmla="*/ 845827 h 6858000"/>
              <a:gd name="connsiteX21" fmla="*/ 862185 w 12192000"/>
              <a:gd name="connsiteY21" fmla="*/ 927321 h 6858000"/>
              <a:gd name="connsiteX22" fmla="*/ 845033 w 12192000"/>
              <a:gd name="connsiteY22" fmla="*/ 845827 h 6858000"/>
              <a:gd name="connsiteX23" fmla="*/ 773976 w 12192000"/>
              <a:gd name="connsiteY23" fmla="*/ 552450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221554" y="552450"/>
                </a:moveTo>
                <a:lnTo>
                  <a:pt x="1221554" y="707287"/>
                </a:lnTo>
                <a:lnTo>
                  <a:pt x="1287710" y="707287"/>
                </a:lnTo>
                <a:lnTo>
                  <a:pt x="1243606" y="828714"/>
                </a:lnTo>
                <a:lnTo>
                  <a:pt x="1277094" y="828714"/>
                </a:lnTo>
                <a:lnTo>
                  <a:pt x="1376737" y="695063"/>
                </a:lnTo>
                <a:lnTo>
                  <a:pt x="1376737" y="552450"/>
                </a:lnTo>
                <a:close/>
                <a:moveTo>
                  <a:pt x="546100" y="552450"/>
                </a:moveTo>
                <a:lnTo>
                  <a:pt x="546100" y="1122906"/>
                </a:lnTo>
                <a:lnTo>
                  <a:pt x="689033" y="1122906"/>
                </a:lnTo>
                <a:lnTo>
                  <a:pt x="689033" y="752925"/>
                </a:lnTo>
                <a:lnTo>
                  <a:pt x="709451" y="837678"/>
                </a:lnTo>
                <a:lnTo>
                  <a:pt x="785410" y="1122906"/>
                </a:lnTo>
                <a:lnTo>
                  <a:pt x="935693" y="1122906"/>
                </a:lnTo>
                <a:lnTo>
                  <a:pt x="1011652" y="837678"/>
                </a:lnTo>
                <a:lnTo>
                  <a:pt x="1032070" y="752925"/>
                </a:lnTo>
                <a:lnTo>
                  <a:pt x="1032070" y="1122906"/>
                </a:lnTo>
                <a:lnTo>
                  <a:pt x="1178270" y="1122906"/>
                </a:lnTo>
                <a:lnTo>
                  <a:pt x="1178270" y="552450"/>
                </a:lnTo>
                <a:lnTo>
                  <a:pt x="950395" y="552450"/>
                </a:lnTo>
                <a:lnTo>
                  <a:pt x="879337" y="845827"/>
                </a:lnTo>
                <a:lnTo>
                  <a:pt x="862185" y="927321"/>
                </a:lnTo>
                <a:lnTo>
                  <a:pt x="845033" y="845827"/>
                </a:lnTo>
                <a:lnTo>
                  <a:pt x="773976" y="552450"/>
                </a:lnTo>
                <a:close/>
                <a:moveTo>
                  <a:pt x="0" y="0"/>
                </a:moveTo>
                <a:lnTo>
                  <a:pt x="12192000" y="0"/>
                </a:lnTo>
                <a:lnTo>
                  <a:pt x="12192000" y="6858000"/>
                </a:lnTo>
                <a:lnTo>
                  <a:pt x="0" y="6858000"/>
                </a:lnTo>
                <a:close/>
              </a:path>
            </a:pathLst>
          </a:custGeom>
          <a:solidFill>
            <a:srgbClr val="A6A9AA"/>
          </a:solidFill>
        </p:spPr>
        <p:txBody>
          <a:bodyPr wrap="square" tIns="2103120">
            <a:noAutofit/>
          </a:bodyPr>
          <a:lstStyle>
            <a:lvl1pPr algn="ctr">
              <a:defRPr>
                <a:solidFill>
                  <a:schemeClr val="tx1"/>
                </a:solidFill>
              </a:defRPr>
            </a:lvl1pPr>
          </a:lstStyle>
          <a:p>
            <a:r>
              <a:rPr lang="en-US"/>
              <a:t>Click to add picture</a:t>
            </a:r>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8" name="Title 17">
            <a:extLst>
              <a:ext uri="{FF2B5EF4-FFF2-40B4-BE49-F238E27FC236}">
                <a16:creationId xmlns:a16="http://schemas.microsoft.com/office/drawing/2014/main" id="{98D5B202-316D-9EDE-D8FC-C6D094C650D6}"/>
              </a:ext>
            </a:extLst>
          </p:cNvPr>
          <p:cNvSpPr>
            <a:spLocks noGrp="1"/>
          </p:cNvSpPr>
          <p:nvPr>
            <p:ph type="title" hasCustomPrompt="1"/>
          </p:nvPr>
        </p:nvSpPr>
        <p:spPr>
          <a:xfrm>
            <a:off x="546100" y="3295650"/>
            <a:ext cx="8267700" cy="1997075"/>
          </a:xfrm>
          <a:prstGeom prst="rect">
            <a:avLst/>
          </a:prstGeom>
        </p:spPr>
        <p:txBody>
          <a:bodyPr anchor="b"/>
          <a:lstStyle>
            <a:lvl1pPr marL="514350" indent="-514350" algn="l">
              <a:lnSpc>
                <a:spcPct val="100000"/>
              </a:lnSpc>
              <a:tabLst/>
              <a:defRPr sz="4800" b="1">
                <a:solidFill>
                  <a:schemeClr val="tx1"/>
                </a:solidFill>
              </a:defRPr>
            </a:lvl1pPr>
          </a:lstStyle>
          <a:p>
            <a:r>
              <a:rPr lang="en-US"/>
              <a:t>Use this divider only</a:t>
            </a:r>
            <a:br>
              <a:rPr lang="en-US"/>
            </a:br>
            <a:r>
              <a:rPr lang="en-US"/>
              <a:t>if your headline is short</a:t>
            </a:r>
          </a:p>
        </p:txBody>
      </p:sp>
    </p:spTree>
    <p:extLst>
      <p:ext uri="{BB962C8B-B14F-4D97-AF65-F5344CB8AC3E}">
        <p14:creationId xmlns:p14="http://schemas.microsoft.com/office/powerpoint/2010/main" val="3118938934"/>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Photo - Long title">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D2C1E244-876B-1F11-FE16-79C6C8406455}"/>
              </a:ext>
            </a:extLst>
          </p:cNvPr>
          <p:cNvSpPr>
            <a:spLocks noGrp="1"/>
          </p:cNvSpPr>
          <p:nvPr>
            <p:ph type="pic" sz="quarter" idx="14" hasCustomPrompt="1"/>
          </p:nvPr>
        </p:nvSpPr>
        <p:spPr>
          <a:xfrm>
            <a:off x="0" y="0"/>
            <a:ext cx="12192000" cy="6858000"/>
          </a:xfrm>
          <a:custGeom>
            <a:avLst/>
            <a:gdLst>
              <a:gd name="connsiteX0" fmla="*/ 1221554 w 12192000"/>
              <a:gd name="connsiteY0" fmla="*/ 552450 h 6858000"/>
              <a:gd name="connsiteX1" fmla="*/ 1221554 w 12192000"/>
              <a:gd name="connsiteY1" fmla="*/ 707287 h 6858000"/>
              <a:gd name="connsiteX2" fmla="*/ 1287710 w 12192000"/>
              <a:gd name="connsiteY2" fmla="*/ 707287 h 6858000"/>
              <a:gd name="connsiteX3" fmla="*/ 1243606 w 12192000"/>
              <a:gd name="connsiteY3" fmla="*/ 828714 h 6858000"/>
              <a:gd name="connsiteX4" fmla="*/ 1277094 w 12192000"/>
              <a:gd name="connsiteY4" fmla="*/ 828714 h 6858000"/>
              <a:gd name="connsiteX5" fmla="*/ 1376737 w 12192000"/>
              <a:gd name="connsiteY5" fmla="*/ 695063 h 6858000"/>
              <a:gd name="connsiteX6" fmla="*/ 1376737 w 12192000"/>
              <a:gd name="connsiteY6" fmla="*/ 552450 h 6858000"/>
              <a:gd name="connsiteX7" fmla="*/ 546100 w 12192000"/>
              <a:gd name="connsiteY7" fmla="*/ 552450 h 6858000"/>
              <a:gd name="connsiteX8" fmla="*/ 546100 w 12192000"/>
              <a:gd name="connsiteY8" fmla="*/ 1122906 h 6858000"/>
              <a:gd name="connsiteX9" fmla="*/ 689033 w 12192000"/>
              <a:gd name="connsiteY9" fmla="*/ 1122906 h 6858000"/>
              <a:gd name="connsiteX10" fmla="*/ 689033 w 12192000"/>
              <a:gd name="connsiteY10" fmla="*/ 752925 h 6858000"/>
              <a:gd name="connsiteX11" fmla="*/ 709451 w 12192000"/>
              <a:gd name="connsiteY11" fmla="*/ 837678 h 6858000"/>
              <a:gd name="connsiteX12" fmla="*/ 785410 w 12192000"/>
              <a:gd name="connsiteY12" fmla="*/ 1122906 h 6858000"/>
              <a:gd name="connsiteX13" fmla="*/ 935693 w 12192000"/>
              <a:gd name="connsiteY13" fmla="*/ 1122906 h 6858000"/>
              <a:gd name="connsiteX14" fmla="*/ 1011652 w 12192000"/>
              <a:gd name="connsiteY14" fmla="*/ 837678 h 6858000"/>
              <a:gd name="connsiteX15" fmla="*/ 1032070 w 12192000"/>
              <a:gd name="connsiteY15" fmla="*/ 752925 h 6858000"/>
              <a:gd name="connsiteX16" fmla="*/ 1032070 w 12192000"/>
              <a:gd name="connsiteY16" fmla="*/ 1122906 h 6858000"/>
              <a:gd name="connsiteX17" fmla="*/ 1178270 w 12192000"/>
              <a:gd name="connsiteY17" fmla="*/ 1122906 h 6858000"/>
              <a:gd name="connsiteX18" fmla="*/ 1178270 w 12192000"/>
              <a:gd name="connsiteY18" fmla="*/ 552450 h 6858000"/>
              <a:gd name="connsiteX19" fmla="*/ 950395 w 12192000"/>
              <a:gd name="connsiteY19" fmla="*/ 552450 h 6858000"/>
              <a:gd name="connsiteX20" fmla="*/ 879337 w 12192000"/>
              <a:gd name="connsiteY20" fmla="*/ 845827 h 6858000"/>
              <a:gd name="connsiteX21" fmla="*/ 862185 w 12192000"/>
              <a:gd name="connsiteY21" fmla="*/ 927321 h 6858000"/>
              <a:gd name="connsiteX22" fmla="*/ 845033 w 12192000"/>
              <a:gd name="connsiteY22" fmla="*/ 845827 h 6858000"/>
              <a:gd name="connsiteX23" fmla="*/ 773976 w 12192000"/>
              <a:gd name="connsiteY23" fmla="*/ 552450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221554" y="552450"/>
                </a:moveTo>
                <a:lnTo>
                  <a:pt x="1221554" y="707287"/>
                </a:lnTo>
                <a:lnTo>
                  <a:pt x="1287710" y="707287"/>
                </a:lnTo>
                <a:lnTo>
                  <a:pt x="1243606" y="828714"/>
                </a:lnTo>
                <a:lnTo>
                  <a:pt x="1277094" y="828714"/>
                </a:lnTo>
                <a:lnTo>
                  <a:pt x="1376737" y="695063"/>
                </a:lnTo>
                <a:lnTo>
                  <a:pt x="1376737" y="552450"/>
                </a:lnTo>
                <a:close/>
                <a:moveTo>
                  <a:pt x="546100" y="552450"/>
                </a:moveTo>
                <a:lnTo>
                  <a:pt x="546100" y="1122906"/>
                </a:lnTo>
                <a:lnTo>
                  <a:pt x="689033" y="1122906"/>
                </a:lnTo>
                <a:lnTo>
                  <a:pt x="689033" y="752925"/>
                </a:lnTo>
                <a:lnTo>
                  <a:pt x="709451" y="837678"/>
                </a:lnTo>
                <a:lnTo>
                  <a:pt x="785410" y="1122906"/>
                </a:lnTo>
                <a:lnTo>
                  <a:pt x="935693" y="1122906"/>
                </a:lnTo>
                <a:lnTo>
                  <a:pt x="1011652" y="837678"/>
                </a:lnTo>
                <a:lnTo>
                  <a:pt x="1032070" y="752925"/>
                </a:lnTo>
                <a:lnTo>
                  <a:pt x="1032070" y="1122906"/>
                </a:lnTo>
                <a:lnTo>
                  <a:pt x="1178270" y="1122906"/>
                </a:lnTo>
                <a:lnTo>
                  <a:pt x="1178270" y="552450"/>
                </a:lnTo>
                <a:lnTo>
                  <a:pt x="950395" y="552450"/>
                </a:lnTo>
                <a:lnTo>
                  <a:pt x="879337" y="845827"/>
                </a:lnTo>
                <a:lnTo>
                  <a:pt x="862185" y="927321"/>
                </a:lnTo>
                <a:lnTo>
                  <a:pt x="845033" y="845827"/>
                </a:lnTo>
                <a:lnTo>
                  <a:pt x="773976" y="552450"/>
                </a:lnTo>
                <a:close/>
                <a:moveTo>
                  <a:pt x="0" y="0"/>
                </a:moveTo>
                <a:lnTo>
                  <a:pt x="12192000" y="0"/>
                </a:lnTo>
                <a:lnTo>
                  <a:pt x="12192000" y="6858000"/>
                </a:lnTo>
                <a:lnTo>
                  <a:pt x="0" y="6858000"/>
                </a:lnTo>
                <a:close/>
              </a:path>
            </a:pathLst>
          </a:custGeom>
          <a:solidFill>
            <a:srgbClr val="A6A9AA"/>
          </a:solidFill>
        </p:spPr>
        <p:txBody>
          <a:bodyPr wrap="square" tIns="2103120">
            <a:noAutofit/>
          </a:bodyPr>
          <a:lstStyle>
            <a:lvl1pPr algn="ctr">
              <a:defRPr>
                <a:solidFill>
                  <a:schemeClr val="tx1"/>
                </a:solidFill>
              </a:defRPr>
            </a:lvl1pPr>
          </a:lstStyle>
          <a:p>
            <a:r>
              <a:rPr lang="en-US"/>
              <a:t>Click to add picture</a:t>
            </a:r>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4676" cy="269875"/>
          </a:xfrm>
        </p:spPr>
        <p:txBody>
          <a:bodyPr/>
          <a:lstStyle/>
          <a:p>
            <a:fld id="{862A5111-985B-C14D-9115-5787026182A8}" type="slidenum">
              <a:rPr lang="en-US" smtClean="0"/>
              <a:t>‹#›</a:t>
            </a:fld>
            <a:endParaRPr lang="en-US"/>
          </a:p>
        </p:txBody>
      </p:sp>
      <p:sp>
        <p:nvSpPr>
          <p:cNvPr id="5" name="Title 17">
            <a:extLst>
              <a:ext uri="{FF2B5EF4-FFF2-40B4-BE49-F238E27FC236}">
                <a16:creationId xmlns:a16="http://schemas.microsoft.com/office/drawing/2014/main" id="{9FB85A57-AF49-344B-37C6-7EFC489A80CC}"/>
              </a:ext>
            </a:extLst>
          </p:cNvPr>
          <p:cNvSpPr>
            <a:spLocks noGrp="1"/>
          </p:cNvSpPr>
          <p:nvPr>
            <p:ph type="title" hasCustomPrompt="1"/>
          </p:nvPr>
        </p:nvSpPr>
        <p:spPr>
          <a:xfrm>
            <a:off x="546100" y="2425700"/>
            <a:ext cx="8267700" cy="2860221"/>
          </a:xfrm>
          <a:prstGeom prst="rect">
            <a:avLst/>
          </a:prstGeom>
        </p:spPr>
        <p:txBody>
          <a:bodyPr anchor="b"/>
          <a:lstStyle>
            <a:lvl1pPr marL="0" indent="0" algn="l">
              <a:lnSpc>
                <a:spcPct val="100000"/>
              </a:lnSpc>
              <a:tabLst/>
              <a:defRPr sz="4800" b="1">
                <a:solidFill>
                  <a:schemeClr val="tx1"/>
                </a:solidFill>
              </a:defRPr>
            </a:lvl1pPr>
          </a:lstStyle>
          <a:p>
            <a:r>
              <a:rPr lang="en-US"/>
              <a:t>Use this divider if your headline is long, or is equal to or greater than a total of three lines</a:t>
            </a:r>
          </a:p>
        </p:txBody>
      </p:sp>
    </p:spTree>
    <p:extLst>
      <p:ext uri="{BB962C8B-B14F-4D97-AF65-F5344CB8AC3E}">
        <p14:creationId xmlns:p14="http://schemas.microsoft.com/office/powerpoint/2010/main" val="715370586"/>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Quote 1 - General">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BB7ED4C-416B-722A-BF88-042E3CA9DC4D}"/>
              </a:ext>
            </a:extLst>
          </p:cNvPr>
          <p:cNvPicPr>
            <a:picLocks noChangeAspect="1"/>
          </p:cNvPicPr>
          <p:nvPr userDrawn="1"/>
        </p:nvPicPr>
        <p:blipFill>
          <a:blip r:embed="rId2"/>
          <a:srcRect/>
          <a:stretch/>
        </p:blipFill>
        <p:spPr bwMode="hidden">
          <a:xfrm>
            <a:off x="6350" y="3570"/>
            <a:ext cx="12179302" cy="6850857"/>
          </a:xfrm>
          <a:prstGeom prst="rect">
            <a:avLst/>
          </a:prstGeom>
        </p:spPr>
      </p:pic>
      <p:sp>
        <p:nvSpPr>
          <p:cNvPr id="20" name="Freeform 19">
            <a:extLst>
              <a:ext uri="{FF2B5EF4-FFF2-40B4-BE49-F238E27FC236}">
                <a16:creationId xmlns:a16="http://schemas.microsoft.com/office/drawing/2014/main" id="{6732315D-1057-6521-C359-22C1DAF4964C}"/>
              </a:ext>
            </a:extLst>
          </p:cNvPr>
          <p:cNvSpPr/>
          <p:nvPr/>
        </p:nvSpPr>
        <p:spPr bwMode="black">
          <a:xfrm>
            <a:off x="546100" y="552450"/>
            <a:ext cx="830637" cy="570456"/>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tx1"/>
          </a:solidFill>
          <a:ln w="0" cap="flat">
            <a:noFill/>
            <a:prstDash val="solid"/>
            <a:miter/>
          </a:ln>
        </p:spPr>
        <p:txBody>
          <a:bodyPr rtlCol="0" anchor="ctr"/>
          <a:lstStyle/>
          <a:p>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2" name="Text Placeholder 7">
            <a:extLst>
              <a:ext uri="{FF2B5EF4-FFF2-40B4-BE49-F238E27FC236}">
                <a16:creationId xmlns:a16="http://schemas.microsoft.com/office/drawing/2014/main" id="{1AB67421-8B53-10B8-8989-A3493E1A8470}"/>
              </a:ext>
            </a:extLst>
          </p:cNvPr>
          <p:cNvSpPr>
            <a:spLocks noGrp="1"/>
          </p:cNvSpPr>
          <p:nvPr>
            <p:ph type="body" sz="quarter" idx="16"/>
          </p:nvPr>
        </p:nvSpPr>
        <p:spPr>
          <a:xfrm>
            <a:off x="3367087" y="1415038"/>
            <a:ext cx="8270876" cy="4171375"/>
          </a:xfrm>
        </p:spPr>
        <p:txBody>
          <a:bodyPr anchor="b"/>
          <a:lstStyle>
            <a:lvl1pPr>
              <a:lnSpc>
                <a:spcPts val="4600"/>
              </a:lnSpc>
              <a:defRPr sz="4200" b="1">
                <a:solidFill>
                  <a:schemeClr val="tx1"/>
                </a:solidFill>
                <a:latin typeface="+mj-lt"/>
              </a:defRPr>
            </a:lvl1pPr>
            <a:lvl2pPr marL="0" indent="0">
              <a:spcAft>
                <a:spcPts val="0"/>
              </a:spcAft>
              <a:buNone/>
              <a:defRPr sz="2400">
                <a:solidFill>
                  <a:schemeClr val="tx1"/>
                </a:solidFill>
                <a:latin typeface="GT America Regular" panose="00000500000000000000" pitchFamily="50" charset="0"/>
              </a:defRPr>
            </a:lvl2pPr>
            <a:lvl3pPr marL="0" indent="0">
              <a:spcAft>
                <a:spcPts val="0"/>
              </a:spcAft>
              <a:buNone/>
              <a:defRPr sz="2400">
                <a:solidFill>
                  <a:schemeClr val="tx1"/>
                </a:solidFill>
              </a:defRPr>
            </a:lvl3pPr>
            <a:lvl4pPr marL="0" indent="0">
              <a:spcAft>
                <a:spcPts val="0"/>
              </a:spcAft>
              <a:buNone/>
              <a:defRPr sz="2400">
                <a:solidFill>
                  <a:schemeClr val="tx1"/>
                </a:solidFill>
              </a:defRPr>
            </a:lvl4pPr>
            <a:lvl5pPr marL="0" indent="0">
              <a:spcAft>
                <a:spcPts val="0"/>
              </a:spcAft>
              <a:buNone/>
              <a:defRPr sz="2400">
                <a:solidFill>
                  <a:schemeClr val="tx1"/>
                </a:solidFill>
              </a:defRPr>
            </a:lvl5pPr>
            <a:lvl6pPr marL="0" indent="0">
              <a:spcAft>
                <a:spcPts val="0"/>
              </a:spcAft>
              <a:buNone/>
              <a:defRPr sz="2400">
                <a:solidFill>
                  <a:schemeClr val="tx1"/>
                </a:solidFill>
              </a:defRPr>
            </a:lvl6pPr>
            <a:lvl7pPr marL="0" indent="0">
              <a:spcAft>
                <a:spcPts val="0"/>
              </a:spcAft>
              <a:buNone/>
              <a:defRPr sz="2400">
                <a:solidFill>
                  <a:schemeClr val="tx1"/>
                </a:solidFill>
              </a:defRPr>
            </a:lvl7pPr>
            <a:lvl8pPr marL="0" indent="0">
              <a:spcAft>
                <a:spcPts val="0"/>
              </a:spcAft>
              <a:buNone/>
              <a:defRPr sz="2400">
                <a:solidFill>
                  <a:schemeClr val="tx1"/>
                </a:solidFill>
              </a:defRPr>
            </a:lvl8pPr>
            <a:lvl9pPr marL="0" indent="0">
              <a:spcAft>
                <a:spcPts val="0"/>
              </a:spcAft>
              <a:buNone/>
              <a:defRPr sz="2400">
                <a:solidFill>
                  <a:schemeClr val="tx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67444515"/>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Quote - Photo">
    <p:bg>
      <p:bgPr>
        <a:solidFill>
          <a:schemeClr val="tx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23F68FBE-251E-31B8-904E-1E16C461B772}"/>
              </a:ext>
            </a:extLst>
          </p:cNvPr>
          <p:cNvSpPr>
            <a:spLocks noGrp="1"/>
          </p:cNvSpPr>
          <p:nvPr>
            <p:ph type="pic" sz="quarter" idx="15" hasCustomPrompt="1"/>
          </p:nvPr>
        </p:nvSpPr>
        <p:spPr>
          <a:xfrm>
            <a:off x="0" y="0"/>
            <a:ext cx="12192000" cy="6858000"/>
          </a:xfrm>
          <a:custGeom>
            <a:avLst/>
            <a:gdLst>
              <a:gd name="connsiteX0" fmla="*/ 1221554 w 12192000"/>
              <a:gd name="connsiteY0" fmla="*/ 552450 h 6858000"/>
              <a:gd name="connsiteX1" fmla="*/ 1221554 w 12192000"/>
              <a:gd name="connsiteY1" fmla="*/ 707287 h 6858000"/>
              <a:gd name="connsiteX2" fmla="*/ 1287710 w 12192000"/>
              <a:gd name="connsiteY2" fmla="*/ 707287 h 6858000"/>
              <a:gd name="connsiteX3" fmla="*/ 1243606 w 12192000"/>
              <a:gd name="connsiteY3" fmla="*/ 828714 h 6858000"/>
              <a:gd name="connsiteX4" fmla="*/ 1277094 w 12192000"/>
              <a:gd name="connsiteY4" fmla="*/ 828714 h 6858000"/>
              <a:gd name="connsiteX5" fmla="*/ 1376737 w 12192000"/>
              <a:gd name="connsiteY5" fmla="*/ 695063 h 6858000"/>
              <a:gd name="connsiteX6" fmla="*/ 1376737 w 12192000"/>
              <a:gd name="connsiteY6" fmla="*/ 552450 h 6858000"/>
              <a:gd name="connsiteX7" fmla="*/ 546100 w 12192000"/>
              <a:gd name="connsiteY7" fmla="*/ 552450 h 6858000"/>
              <a:gd name="connsiteX8" fmla="*/ 546100 w 12192000"/>
              <a:gd name="connsiteY8" fmla="*/ 1122906 h 6858000"/>
              <a:gd name="connsiteX9" fmla="*/ 689033 w 12192000"/>
              <a:gd name="connsiteY9" fmla="*/ 1122906 h 6858000"/>
              <a:gd name="connsiteX10" fmla="*/ 689033 w 12192000"/>
              <a:gd name="connsiteY10" fmla="*/ 752925 h 6858000"/>
              <a:gd name="connsiteX11" fmla="*/ 709451 w 12192000"/>
              <a:gd name="connsiteY11" fmla="*/ 837678 h 6858000"/>
              <a:gd name="connsiteX12" fmla="*/ 785410 w 12192000"/>
              <a:gd name="connsiteY12" fmla="*/ 1122906 h 6858000"/>
              <a:gd name="connsiteX13" fmla="*/ 935693 w 12192000"/>
              <a:gd name="connsiteY13" fmla="*/ 1122906 h 6858000"/>
              <a:gd name="connsiteX14" fmla="*/ 1011652 w 12192000"/>
              <a:gd name="connsiteY14" fmla="*/ 837678 h 6858000"/>
              <a:gd name="connsiteX15" fmla="*/ 1032070 w 12192000"/>
              <a:gd name="connsiteY15" fmla="*/ 752925 h 6858000"/>
              <a:gd name="connsiteX16" fmla="*/ 1032070 w 12192000"/>
              <a:gd name="connsiteY16" fmla="*/ 1122906 h 6858000"/>
              <a:gd name="connsiteX17" fmla="*/ 1178270 w 12192000"/>
              <a:gd name="connsiteY17" fmla="*/ 1122906 h 6858000"/>
              <a:gd name="connsiteX18" fmla="*/ 1178270 w 12192000"/>
              <a:gd name="connsiteY18" fmla="*/ 552450 h 6858000"/>
              <a:gd name="connsiteX19" fmla="*/ 950395 w 12192000"/>
              <a:gd name="connsiteY19" fmla="*/ 552450 h 6858000"/>
              <a:gd name="connsiteX20" fmla="*/ 879337 w 12192000"/>
              <a:gd name="connsiteY20" fmla="*/ 845827 h 6858000"/>
              <a:gd name="connsiteX21" fmla="*/ 862185 w 12192000"/>
              <a:gd name="connsiteY21" fmla="*/ 927321 h 6858000"/>
              <a:gd name="connsiteX22" fmla="*/ 845033 w 12192000"/>
              <a:gd name="connsiteY22" fmla="*/ 845827 h 6858000"/>
              <a:gd name="connsiteX23" fmla="*/ 773976 w 12192000"/>
              <a:gd name="connsiteY23" fmla="*/ 552450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221554" y="552450"/>
                </a:moveTo>
                <a:lnTo>
                  <a:pt x="1221554" y="707287"/>
                </a:lnTo>
                <a:lnTo>
                  <a:pt x="1287710" y="707287"/>
                </a:lnTo>
                <a:lnTo>
                  <a:pt x="1243606" y="828714"/>
                </a:lnTo>
                <a:lnTo>
                  <a:pt x="1277094" y="828714"/>
                </a:lnTo>
                <a:lnTo>
                  <a:pt x="1376737" y="695063"/>
                </a:lnTo>
                <a:lnTo>
                  <a:pt x="1376737" y="552450"/>
                </a:lnTo>
                <a:close/>
                <a:moveTo>
                  <a:pt x="546100" y="552450"/>
                </a:moveTo>
                <a:lnTo>
                  <a:pt x="546100" y="1122906"/>
                </a:lnTo>
                <a:lnTo>
                  <a:pt x="689033" y="1122906"/>
                </a:lnTo>
                <a:lnTo>
                  <a:pt x="689033" y="752925"/>
                </a:lnTo>
                <a:lnTo>
                  <a:pt x="709451" y="837678"/>
                </a:lnTo>
                <a:lnTo>
                  <a:pt x="785410" y="1122906"/>
                </a:lnTo>
                <a:lnTo>
                  <a:pt x="935693" y="1122906"/>
                </a:lnTo>
                <a:lnTo>
                  <a:pt x="1011652" y="837678"/>
                </a:lnTo>
                <a:lnTo>
                  <a:pt x="1032070" y="752925"/>
                </a:lnTo>
                <a:lnTo>
                  <a:pt x="1032070" y="1122906"/>
                </a:lnTo>
                <a:lnTo>
                  <a:pt x="1178270" y="1122906"/>
                </a:lnTo>
                <a:lnTo>
                  <a:pt x="1178270" y="552450"/>
                </a:lnTo>
                <a:lnTo>
                  <a:pt x="950395" y="552450"/>
                </a:lnTo>
                <a:lnTo>
                  <a:pt x="879337" y="845827"/>
                </a:lnTo>
                <a:lnTo>
                  <a:pt x="862185" y="927321"/>
                </a:lnTo>
                <a:lnTo>
                  <a:pt x="845033" y="845827"/>
                </a:lnTo>
                <a:lnTo>
                  <a:pt x="773976" y="552450"/>
                </a:lnTo>
                <a:close/>
                <a:moveTo>
                  <a:pt x="0" y="0"/>
                </a:moveTo>
                <a:lnTo>
                  <a:pt x="12192000" y="0"/>
                </a:lnTo>
                <a:lnTo>
                  <a:pt x="12192000" y="6858000"/>
                </a:lnTo>
                <a:lnTo>
                  <a:pt x="0" y="6858000"/>
                </a:lnTo>
                <a:close/>
              </a:path>
            </a:pathLst>
          </a:custGeom>
          <a:solidFill>
            <a:srgbClr val="A6A9AA"/>
          </a:solidFill>
        </p:spPr>
        <p:txBody>
          <a:bodyPr wrap="square" lIns="548640" tIns="0" anchor="ctr" anchorCtr="0">
            <a:noAutofit/>
          </a:bodyPr>
          <a:lstStyle>
            <a:lvl1pPr algn="l">
              <a:defRPr>
                <a:solidFill>
                  <a:schemeClr val="tx1"/>
                </a:solidFill>
              </a:defRPr>
            </a:lvl1pPr>
          </a:lstStyle>
          <a:p>
            <a:r>
              <a:rPr lang="en-US"/>
              <a:t>Click to add picture</a:t>
            </a:r>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7" name="Text Placeholder 7">
            <a:extLst>
              <a:ext uri="{FF2B5EF4-FFF2-40B4-BE49-F238E27FC236}">
                <a16:creationId xmlns:a16="http://schemas.microsoft.com/office/drawing/2014/main" id="{FF0E76BC-245F-8420-594E-37916313D315}"/>
              </a:ext>
            </a:extLst>
          </p:cNvPr>
          <p:cNvSpPr>
            <a:spLocks noGrp="1"/>
          </p:cNvSpPr>
          <p:nvPr>
            <p:ph type="body" sz="quarter" idx="16"/>
          </p:nvPr>
        </p:nvSpPr>
        <p:spPr>
          <a:xfrm>
            <a:off x="3367087" y="1415038"/>
            <a:ext cx="8270876" cy="4171375"/>
          </a:xfrm>
        </p:spPr>
        <p:txBody>
          <a:bodyPr anchor="b"/>
          <a:lstStyle>
            <a:lvl1pPr>
              <a:lnSpc>
                <a:spcPts val="4600"/>
              </a:lnSpc>
              <a:defRPr sz="4200" b="1">
                <a:solidFill>
                  <a:schemeClr val="tx1"/>
                </a:solidFill>
                <a:latin typeface="+mj-lt"/>
              </a:defRPr>
            </a:lvl1pPr>
            <a:lvl2pPr marL="0" indent="0">
              <a:spcAft>
                <a:spcPts val="0"/>
              </a:spcAft>
              <a:buNone/>
              <a:defRPr sz="2400">
                <a:solidFill>
                  <a:schemeClr val="tx1"/>
                </a:solidFill>
                <a:latin typeface="GT America Regular" panose="00000500000000000000" pitchFamily="50" charset="0"/>
              </a:defRPr>
            </a:lvl2pPr>
            <a:lvl3pPr marL="0" indent="0">
              <a:spcAft>
                <a:spcPts val="0"/>
              </a:spcAft>
              <a:buNone/>
              <a:defRPr sz="2400">
                <a:solidFill>
                  <a:schemeClr val="tx1"/>
                </a:solidFill>
              </a:defRPr>
            </a:lvl3pPr>
            <a:lvl4pPr marL="0" indent="0">
              <a:spcAft>
                <a:spcPts val="0"/>
              </a:spcAft>
              <a:buNone/>
              <a:defRPr sz="2400">
                <a:solidFill>
                  <a:schemeClr val="tx1"/>
                </a:solidFill>
              </a:defRPr>
            </a:lvl4pPr>
            <a:lvl5pPr marL="0" indent="0">
              <a:spcAft>
                <a:spcPts val="0"/>
              </a:spcAft>
              <a:buNone/>
              <a:defRPr sz="2400">
                <a:solidFill>
                  <a:schemeClr val="tx1"/>
                </a:solidFill>
              </a:defRPr>
            </a:lvl5pPr>
            <a:lvl6pPr marL="0" indent="0">
              <a:spcAft>
                <a:spcPts val="0"/>
              </a:spcAft>
              <a:buNone/>
              <a:defRPr sz="2400">
                <a:solidFill>
                  <a:schemeClr val="tx1"/>
                </a:solidFill>
              </a:defRPr>
            </a:lvl6pPr>
            <a:lvl7pPr marL="0" indent="0">
              <a:spcAft>
                <a:spcPts val="0"/>
              </a:spcAft>
              <a:buNone/>
              <a:defRPr sz="2400">
                <a:solidFill>
                  <a:schemeClr val="tx1"/>
                </a:solidFill>
              </a:defRPr>
            </a:lvl7pPr>
            <a:lvl8pPr marL="0" indent="0">
              <a:spcAft>
                <a:spcPts val="0"/>
              </a:spcAft>
              <a:buNone/>
              <a:defRPr sz="2400">
                <a:solidFill>
                  <a:schemeClr val="tx1"/>
                </a:solidFill>
              </a:defRPr>
            </a:lvl8pPr>
            <a:lvl9pPr marL="0" indent="0">
              <a:spcAft>
                <a:spcPts val="0"/>
              </a:spcAft>
              <a:buNone/>
              <a:defRPr sz="2400">
                <a:solidFill>
                  <a:schemeClr val="tx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911097139"/>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Executive Summary/Key Takeaways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blue and black background&#10;&#10;Description automatically generated">
            <a:extLst>
              <a:ext uri="{FF2B5EF4-FFF2-40B4-BE49-F238E27FC236}">
                <a16:creationId xmlns:a16="http://schemas.microsoft.com/office/drawing/2014/main" id="{97914066-9D48-E454-16D9-2005965187F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2" b="-8724"/>
          <a:stretch/>
        </p:blipFill>
        <p:spPr bwMode="hidden">
          <a:xfrm>
            <a:off x="0" y="1"/>
            <a:ext cx="4060556" cy="6861174"/>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t>‹#›</a:t>
            </a:fld>
            <a:endParaRPr lang="en-US"/>
          </a:p>
        </p:txBody>
      </p:sp>
      <p:sp>
        <p:nvSpPr>
          <p:cNvPr id="5" name="Text Placeholder 5">
            <a:extLst>
              <a:ext uri="{FF2B5EF4-FFF2-40B4-BE49-F238E27FC236}">
                <a16:creationId xmlns:a16="http://schemas.microsoft.com/office/drawing/2014/main" id="{DAB1020F-2330-5C4C-014E-9A0A4D6C7B46}"/>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0"/>
            <a:r>
              <a:rPr lang="en-US"/>
              <a:t>Click to add footnotes or disclaimer information</a:t>
            </a:r>
          </a:p>
        </p:txBody>
      </p:sp>
      <p:sp>
        <p:nvSpPr>
          <p:cNvPr id="8" name="Content Placeholder 14">
            <a:extLst>
              <a:ext uri="{FF2B5EF4-FFF2-40B4-BE49-F238E27FC236}">
                <a16:creationId xmlns:a16="http://schemas.microsoft.com/office/drawing/2014/main" id="{A1DFA430-6288-90D6-63A5-55E9803EDA48}"/>
              </a:ext>
            </a:extLst>
          </p:cNvPr>
          <p:cNvSpPr>
            <a:spLocks noGrp="1"/>
          </p:cNvSpPr>
          <p:nvPr>
            <p:ph sz="quarter" idx="18"/>
          </p:nvPr>
        </p:nvSpPr>
        <p:spPr>
          <a:xfrm>
            <a:off x="4794909" y="550862"/>
            <a:ext cx="6843053" cy="5616576"/>
          </a:xfrm>
        </p:spPr>
        <p:txBody>
          <a:bodyPr/>
          <a:lstStyle>
            <a:lvl1pPr>
              <a:defRPr sz="1800"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a:extLst>
              <a:ext uri="{FF2B5EF4-FFF2-40B4-BE49-F238E27FC236}">
                <a16:creationId xmlns:a16="http://schemas.microsoft.com/office/drawing/2014/main" id="{CF85734D-94AB-D049-B937-FAD0A0CCED8F}"/>
              </a:ext>
            </a:extLst>
          </p:cNvPr>
          <p:cNvSpPr>
            <a:spLocks noGrp="1"/>
          </p:cNvSpPr>
          <p:nvPr>
            <p:ph type="title"/>
          </p:nvPr>
        </p:nvSpPr>
        <p:spPr>
          <a:xfrm>
            <a:off x="546100" y="552450"/>
            <a:ext cx="3300984" cy="1426604"/>
          </a:xfrm>
        </p:spPr>
        <p:txBody>
          <a:bodyPr rIns="182880"/>
          <a:lstStyle>
            <a:lvl1pPr>
              <a:defRPr b="1">
                <a:solidFill>
                  <a:schemeClr val="bg1"/>
                </a:solidFill>
              </a:defRPr>
            </a:lvl1pPr>
          </a:lstStyle>
          <a:p>
            <a:r>
              <a:rPr lang="en-US"/>
              <a:t>Click to edit Master title style</a:t>
            </a:r>
          </a:p>
        </p:txBody>
      </p:sp>
      <p:sp>
        <p:nvSpPr>
          <p:cNvPr id="13" name="Text Placeholder 9">
            <a:extLst>
              <a:ext uri="{FF2B5EF4-FFF2-40B4-BE49-F238E27FC236}">
                <a16:creationId xmlns:a16="http://schemas.microsoft.com/office/drawing/2014/main" id="{6BA9FED7-DE0C-7F83-A85B-DFAB8731D442}"/>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10" name="Freeform 5">
            <a:extLst>
              <a:ext uri="{FF2B5EF4-FFF2-40B4-BE49-F238E27FC236}">
                <a16:creationId xmlns:a16="http://schemas.microsoft.com/office/drawing/2014/main" id="{057BA6D7-6093-DC9C-A17F-7182A1A60690}"/>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3922389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Executive Summary/Key Takeaways 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t>‹#›</a:t>
            </a:fld>
            <a:endParaRPr lang="en-US"/>
          </a:p>
        </p:txBody>
      </p:sp>
      <p:sp>
        <p:nvSpPr>
          <p:cNvPr id="5" name="Text Placeholder 5">
            <a:extLst>
              <a:ext uri="{FF2B5EF4-FFF2-40B4-BE49-F238E27FC236}">
                <a16:creationId xmlns:a16="http://schemas.microsoft.com/office/drawing/2014/main" id="{F220F211-F00A-3592-8474-A66D511E9505}"/>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0"/>
            <a:r>
              <a:rPr lang="en-US"/>
              <a:t>Click to add footnotes or disclaimer information</a:t>
            </a:r>
          </a:p>
        </p:txBody>
      </p:sp>
      <p:sp>
        <p:nvSpPr>
          <p:cNvPr id="8" name="Content Placeholder 14">
            <a:extLst>
              <a:ext uri="{FF2B5EF4-FFF2-40B4-BE49-F238E27FC236}">
                <a16:creationId xmlns:a16="http://schemas.microsoft.com/office/drawing/2014/main" id="{F09DC10E-18F7-F606-AA7D-1F193D692076}"/>
              </a:ext>
            </a:extLst>
          </p:cNvPr>
          <p:cNvSpPr>
            <a:spLocks noGrp="1"/>
          </p:cNvSpPr>
          <p:nvPr>
            <p:ph sz="quarter" idx="18"/>
          </p:nvPr>
        </p:nvSpPr>
        <p:spPr>
          <a:xfrm>
            <a:off x="4794909" y="550862"/>
            <a:ext cx="6843053" cy="5616576"/>
          </a:xfrm>
        </p:spPr>
        <p:txBody>
          <a:bodyPr/>
          <a:lstStyle>
            <a:lvl1pPr>
              <a:defRPr sz="1800" b="1">
                <a:solidFill>
                  <a:schemeClr val="tx2"/>
                </a:solidFill>
              </a:defRPr>
            </a:lvl1pPr>
            <a:lvl5pPr>
              <a:defRPr/>
            </a:lvl5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35675E2C-12F0-6E54-DD61-08CD2AF33EB6}"/>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7" name="Title 6">
            <a:extLst>
              <a:ext uri="{FF2B5EF4-FFF2-40B4-BE49-F238E27FC236}">
                <a16:creationId xmlns:a16="http://schemas.microsoft.com/office/drawing/2014/main" id="{C229B0EB-DA23-CA0E-CBCD-C8E9F08B8E8F}"/>
              </a:ext>
            </a:extLst>
          </p:cNvPr>
          <p:cNvSpPr>
            <a:spLocks noGrp="1"/>
          </p:cNvSpPr>
          <p:nvPr>
            <p:ph type="title"/>
          </p:nvPr>
        </p:nvSpPr>
        <p:spPr>
          <a:xfrm>
            <a:off x="546100" y="552450"/>
            <a:ext cx="3300984" cy="1426604"/>
          </a:xfrm>
        </p:spPr>
        <p:txBody>
          <a:bodyPr rIns="182880"/>
          <a:lstStyle>
            <a:lvl1pPr>
              <a:defRPr b="1">
                <a:solidFill>
                  <a:schemeClr val="bg1"/>
                </a:solidFill>
              </a:defRPr>
            </a:lvl1pPr>
          </a:lstStyle>
          <a:p>
            <a:r>
              <a:rPr lang="en-US"/>
              <a:t>Click to edit Master title style</a:t>
            </a:r>
          </a:p>
        </p:txBody>
      </p:sp>
      <p:sp>
        <p:nvSpPr>
          <p:cNvPr id="2" name="Freeform 5">
            <a:extLst>
              <a:ext uri="{FF2B5EF4-FFF2-40B4-BE49-F238E27FC236}">
                <a16:creationId xmlns:a16="http://schemas.microsoft.com/office/drawing/2014/main" id="{234D3584-418D-3148-61FA-2D069CDDE2EA}"/>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5505885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Executive Summary/Key Takeaways 3">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t>‹#›</a:t>
            </a:fld>
            <a:endParaRPr lang="en-US"/>
          </a:p>
        </p:txBody>
      </p:sp>
      <p:sp>
        <p:nvSpPr>
          <p:cNvPr id="5" name="Text Placeholder 5">
            <a:extLst>
              <a:ext uri="{FF2B5EF4-FFF2-40B4-BE49-F238E27FC236}">
                <a16:creationId xmlns:a16="http://schemas.microsoft.com/office/drawing/2014/main" id="{287913A0-E5F8-8CDA-9C09-B31372EAF985}"/>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0"/>
            <a:r>
              <a:rPr lang="en-US"/>
              <a:t>Click to add footnotes or disclaimer information</a:t>
            </a:r>
          </a:p>
        </p:txBody>
      </p:sp>
      <p:sp>
        <p:nvSpPr>
          <p:cNvPr id="2" name="Content Placeholder 30">
            <a:extLst>
              <a:ext uri="{FF2B5EF4-FFF2-40B4-BE49-F238E27FC236}">
                <a16:creationId xmlns:a16="http://schemas.microsoft.com/office/drawing/2014/main" id="{F0F02397-A9A7-9451-4B86-0093DE0C5DAC}"/>
              </a:ext>
            </a:extLst>
          </p:cNvPr>
          <p:cNvSpPr>
            <a:spLocks noGrp="1"/>
          </p:cNvSpPr>
          <p:nvPr>
            <p:ph sz="quarter" idx="49" hasCustomPrompt="1"/>
          </p:nvPr>
        </p:nvSpPr>
        <p:spPr>
          <a:xfrm>
            <a:off x="4781550" y="552448"/>
            <a:ext cx="2103120" cy="2057400"/>
          </a:xfrm>
        </p:spPr>
        <p:txBody>
          <a:bodyPr/>
          <a:lstStyle>
            <a:lvl1pPr>
              <a:defRPr sz="4800" b="1">
                <a:solidFill>
                  <a:schemeClr val="accent1"/>
                </a:solidFill>
                <a:latin typeface="+mj-lt"/>
              </a:defRPr>
            </a:lvl1pPr>
            <a:lvl2pPr>
              <a:defRPr>
                <a:solidFill>
                  <a:schemeClr val="tx1"/>
                </a:solidFill>
              </a:defRPr>
            </a:lvl2pPr>
            <a:lvl3pPr>
              <a:buClr>
                <a:schemeClr val="accent1"/>
              </a:buClr>
              <a:defRPr>
                <a:solidFill>
                  <a:schemeClr val="tx1"/>
                </a:solidFill>
              </a:defRPr>
            </a:lvl3pPr>
            <a:lvl4pPr marL="457200" indent="0">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1" name="Content Placeholder 33">
            <a:extLst>
              <a:ext uri="{FF2B5EF4-FFF2-40B4-BE49-F238E27FC236}">
                <a16:creationId xmlns:a16="http://schemas.microsoft.com/office/drawing/2014/main" id="{E08A6D02-5787-2EA8-5353-86CF167EE5C0}"/>
              </a:ext>
            </a:extLst>
          </p:cNvPr>
          <p:cNvSpPr>
            <a:spLocks noGrp="1"/>
          </p:cNvSpPr>
          <p:nvPr>
            <p:ph sz="quarter" idx="50" hasCustomPrompt="1"/>
          </p:nvPr>
        </p:nvSpPr>
        <p:spPr>
          <a:xfrm>
            <a:off x="7157707" y="552449"/>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3" name="Content Placeholder 35">
            <a:extLst>
              <a:ext uri="{FF2B5EF4-FFF2-40B4-BE49-F238E27FC236}">
                <a16:creationId xmlns:a16="http://schemas.microsoft.com/office/drawing/2014/main" id="{F25358D4-61D4-B82A-AA95-040B8023E1BF}"/>
              </a:ext>
            </a:extLst>
          </p:cNvPr>
          <p:cNvSpPr>
            <a:spLocks noGrp="1"/>
          </p:cNvSpPr>
          <p:nvPr>
            <p:ph sz="quarter" idx="51" hasCustomPrompt="1"/>
          </p:nvPr>
        </p:nvSpPr>
        <p:spPr>
          <a:xfrm>
            <a:off x="9533864" y="552449"/>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5" name="Content Placeholder 37">
            <a:extLst>
              <a:ext uri="{FF2B5EF4-FFF2-40B4-BE49-F238E27FC236}">
                <a16:creationId xmlns:a16="http://schemas.microsoft.com/office/drawing/2014/main" id="{28D07FDD-A130-72D7-5662-2F5893A2F61C}"/>
              </a:ext>
            </a:extLst>
          </p:cNvPr>
          <p:cNvSpPr>
            <a:spLocks noGrp="1"/>
          </p:cNvSpPr>
          <p:nvPr>
            <p:ph sz="quarter" idx="52" hasCustomPrompt="1"/>
          </p:nvPr>
        </p:nvSpPr>
        <p:spPr>
          <a:xfrm>
            <a:off x="4768285" y="3013075"/>
            <a:ext cx="2103120" cy="2057400"/>
          </a:xfrm>
        </p:spPr>
        <p:txBody>
          <a:bodyPr/>
          <a:lstStyle>
            <a:lvl1pPr>
              <a:buClr>
                <a:schemeClr val="accent1"/>
              </a:buCl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a:buClrTx/>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a:t>
            </a:r>
            <a:r>
              <a:rPr lang="en-US" err="1"/>
              <a:t>leve</a:t>
            </a:r>
            <a:endParaRPr lang="en-US"/>
          </a:p>
        </p:txBody>
      </p:sp>
      <p:sp>
        <p:nvSpPr>
          <p:cNvPr id="17" name="Content Placeholder 39">
            <a:extLst>
              <a:ext uri="{FF2B5EF4-FFF2-40B4-BE49-F238E27FC236}">
                <a16:creationId xmlns:a16="http://schemas.microsoft.com/office/drawing/2014/main" id="{A58291F8-7E75-1EB3-64FC-0B3465A92BFE}"/>
              </a:ext>
            </a:extLst>
          </p:cNvPr>
          <p:cNvSpPr>
            <a:spLocks noGrp="1"/>
          </p:cNvSpPr>
          <p:nvPr>
            <p:ph sz="quarter" idx="53" hasCustomPrompt="1"/>
          </p:nvPr>
        </p:nvSpPr>
        <p:spPr>
          <a:xfrm>
            <a:off x="7138252" y="3013074"/>
            <a:ext cx="2103120" cy="2057400"/>
          </a:xfrm>
        </p:spPr>
        <p:txBody>
          <a:bodyPr/>
          <a:lstStyle>
            <a:lvl1pPr>
              <a:buClr>
                <a:schemeClr val="accent1"/>
              </a:buCl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8" name="Content Placeholder 41">
            <a:extLst>
              <a:ext uri="{FF2B5EF4-FFF2-40B4-BE49-F238E27FC236}">
                <a16:creationId xmlns:a16="http://schemas.microsoft.com/office/drawing/2014/main" id="{2C124D70-1F9D-DF72-C740-7D33E7E919BB}"/>
              </a:ext>
            </a:extLst>
          </p:cNvPr>
          <p:cNvSpPr>
            <a:spLocks noGrp="1"/>
          </p:cNvSpPr>
          <p:nvPr>
            <p:ph sz="quarter" idx="54" hasCustomPrompt="1"/>
          </p:nvPr>
        </p:nvSpPr>
        <p:spPr>
          <a:xfrm>
            <a:off x="9520599" y="3013074"/>
            <a:ext cx="2116385"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4" name="Text Placeholder 9">
            <a:extLst>
              <a:ext uri="{FF2B5EF4-FFF2-40B4-BE49-F238E27FC236}">
                <a16:creationId xmlns:a16="http://schemas.microsoft.com/office/drawing/2014/main" id="{22272C70-ABBC-EEA2-285E-3BD345EFC0D5}"/>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8" name="Title 6">
            <a:extLst>
              <a:ext uri="{FF2B5EF4-FFF2-40B4-BE49-F238E27FC236}">
                <a16:creationId xmlns:a16="http://schemas.microsoft.com/office/drawing/2014/main" id="{E1D6F330-952D-2D88-799F-3D68035BEE16}"/>
              </a:ext>
            </a:extLst>
          </p:cNvPr>
          <p:cNvSpPr>
            <a:spLocks noGrp="1"/>
          </p:cNvSpPr>
          <p:nvPr>
            <p:ph type="title"/>
          </p:nvPr>
        </p:nvSpPr>
        <p:spPr>
          <a:xfrm>
            <a:off x="546100" y="552450"/>
            <a:ext cx="3300984" cy="1426604"/>
          </a:xfrm>
        </p:spPr>
        <p:txBody>
          <a:bodyPr rIns="182880"/>
          <a:lstStyle>
            <a:lvl1pPr>
              <a:defRPr b="1">
                <a:solidFill>
                  <a:schemeClr val="bg1"/>
                </a:solidFill>
              </a:defRPr>
            </a:lvl1pPr>
          </a:lstStyle>
          <a:p>
            <a:r>
              <a:rPr lang="en-US"/>
              <a:t>Click to edit Master title style</a:t>
            </a:r>
          </a:p>
        </p:txBody>
      </p:sp>
      <p:sp>
        <p:nvSpPr>
          <p:cNvPr id="7" name="Freeform 5">
            <a:extLst>
              <a:ext uri="{FF2B5EF4-FFF2-40B4-BE49-F238E27FC236}">
                <a16:creationId xmlns:a16="http://schemas.microsoft.com/office/drawing/2014/main" id="{1041BA5F-E785-E961-BA33-7F9F0D5BC7BA}"/>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0304783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Executive Summary/Key Takeaways 4">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t>‹#›</a:t>
            </a:fld>
            <a:endParaRPr lang="en-US"/>
          </a:p>
        </p:txBody>
      </p:sp>
      <p:sp>
        <p:nvSpPr>
          <p:cNvPr id="5" name="Text Placeholder 5">
            <a:extLst>
              <a:ext uri="{FF2B5EF4-FFF2-40B4-BE49-F238E27FC236}">
                <a16:creationId xmlns:a16="http://schemas.microsoft.com/office/drawing/2014/main" id="{52482AC7-FB54-E014-C3C0-45AEDF0A6AF6}"/>
              </a:ext>
            </a:extLst>
          </p:cNvPr>
          <p:cNvSpPr>
            <a:spLocks noGrp="1"/>
          </p:cNvSpPr>
          <p:nvPr>
            <p:ph type="body" sz="quarter" idx="13" hasCustomPrompt="1"/>
          </p:nvPr>
        </p:nvSpPr>
        <p:spPr>
          <a:xfrm>
            <a:off x="546102"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5"/>
            <a:r>
              <a:rPr lang="en-US"/>
              <a:t>Click to add footnotes or disclaimer information</a:t>
            </a:r>
          </a:p>
        </p:txBody>
      </p:sp>
      <p:sp>
        <p:nvSpPr>
          <p:cNvPr id="8" name="Content Placeholder 14">
            <a:extLst>
              <a:ext uri="{FF2B5EF4-FFF2-40B4-BE49-F238E27FC236}">
                <a16:creationId xmlns:a16="http://schemas.microsoft.com/office/drawing/2014/main" id="{236722AC-0E89-9D63-9FAE-23FD3FEFCEE5}"/>
              </a:ext>
            </a:extLst>
          </p:cNvPr>
          <p:cNvSpPr>
            <a:spLocks noGrp="1"/>
          </p:cNvSpPr>
          <p:nvPr>
            <p:ph sz="quarter" idx="19"/>
          </p:nvPr>
        </p:nvSpPr>
        <p:spPr>
          <a:xfrm>
            <a:off x="4794909" y="2714625"/>
            <a:ext cx="6843053" cy="3452813"/>
          </a:xfrm>
        </p:spPr>
        <p:txBody>
          <a:bodyPr/>
          <a:lstStyle>
            <a:lvl1pPr>
              <a:defRPr sz="1800"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4">
            <a:extLst>
              <a:ext uri="{FF2B5EF4-FFF2-40B4-BE49-F238E27FC236}">
                <a16:creationId xmlns:a16="http://schemas.microsoft.com/office/drawing/2014/main" id="{A30EF87B-5A48-3E5D-B7D1-5EC1FEC7DE51}"/>
              </a:ext>
            </a:extLst>
          </p:cNvPr>
          <p:cNvSpPr>
            <a:spLocks noGrp="1"/>
          </p:cNvSpPr>
          <p:nvPr>
            <p:ph sz="quarter" idx="20"/>
          </p:nvPr>
        </p:nvSpPr>
        <p:spPr>
          <a:xfrm>
            <a:off x="4060556" y="0"/>
            <a:ext cx="8131443" cy="2425700"/>
          </a:xfrm>
          <a:solidFill>
            <a:schemeClr val="accent1"/>
          </a:solidFill>
        </p:spPr>
        <p:txBody>
          <a:bodyPr lIns="731520" tIns="548640" rIns="548640"/>
          <a:lstStyle>
            <a:lvl1pPr>
              <a:defRPr sz="1800" b="1">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
                <a:srgbClr val="FEFEFE"/>
              </a:buCl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89AAFAA9-5AFB-6E67-56FB-1590A25DCD7E}"/>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2" name="Title 6">
            <a:extLst>
              <a:ext uri="{FF2B5EF4-FFF2-40B4-BE49-F238E27FC236}">
                <a16:creationId xmlns:a16="http://schemas.microsoft.com/office/drawing/2014/main" id="{72E40A24-F112-048E-2670-E270A9ABC67A}"/>
              </a:ext>
            </a:extLst>
          </p:cNvPr>
          <p:cNvSpPr>
            <a:spLocks noGrp="1"/>
          </p:cNvSpPr>
          <p:nvPr>
            <p:ph type="title"/>
          </p:nvPr>
        </p:nvSpPr>
        <p:spPr>
          <a:xfrm>
            <a:off x="546100" y="552450"/>
            <a:ext cx="3300984" cy="1426604"/>
          </a:xfrm>
        </p:spPr>
        <p:txBody>
          <a:bodyPr rIns="182880"/>
          <a:lstStyle>
            <a:lvl1pPr>
              <a:defRPr b="1">
                <a:solidFill>
                  <a:schemeClr val="bg1"/>
                </a:solidFill>
              </a:defRPr>
            </a:lvl1pPr>
          </a:lstStyle>
          <a:p>
            <a:r>
              <a:rPr lang="en-US"/>
              <a:t>Click to edit Master title style</a:t>
            </a:r>
          </a:p>
        </p:txBody>
      </p:sp>
      <p:sp>
        <p:nvSpPr>
          <p:cNvPr id="7" name="Freeform 5">
            <a:extLst>
              <a:ext uri="{FF2B5EF4-FFF2-40B4-BE49-F238E27FC236}">
                <a16:creationId xmlns:a16="http://schemas.microsoft.com/office/drawing/2014/main" id="{3497A463-08F1-3A4B-A706-B87CBDA2E0A5}"/>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0995241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Executive Summary/Key Takeaways 5">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4060556" cy="6861175"/>
          </a:xfrm>
          <a:prstGeom prst="rect">
            <a:avLst/>
          </a:prstGeom>
          <a:solidFill>
            <a:srgbClr val="F0F0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t>‹#›</a:t>
            </a:fld>
            <a:endParaRPr lang="en-US"/>
          </a:p>
        </p:txBody>
      </p:sp>
      <p:sp>
        <p:nvSpPr>
          <p:cNvPr id="5" name="Text Placeholder 5">
            <a:extLst>
              <a:ext uri="{FF2B5EF4-FFF2-40B4-BE49-F238E27FC236}">
                <a16:creationId xmlns:a16="http://schemas.microsoft.com/office/drawing/2014/main" id="{0DBC71B0-EDFA-73E1-2685-8B96936EB6D6}"/>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rgbClr val="75787B"/>
                </a:solidFill>
              </a:defRPr>
            </a:lvl1pPr>
            <a:lvl2pPr marL="0" indent="0">
              <a:buNone/>
              <a:defRPr sz="600">
                <a:solidFill>
                  <a:srgbClr val="75787B"/>
                </a:solidFill>
              </a:defRPr>
            </a:lvl2pPr>
            <a:lvl3pPr marL="0" indent="0">
              <a:buNone/>
              <a:defRPr sz="600">
                <a:solidFill>
                  <a:srgbClr val="75787B"/>
                </a:solidFill>
              </a:defRPr>
            </a:lvl3pPr>
            <a:lvl4pPr marL="0" indent="0">
              <a:buNone/>
              <a:defRPr sz="600">
                <a:solidFill>
                  <a:srgbClr val="75787B"/>
                </a:solidFill>
              </a:defRPr>
            </a:lvl4pPr>
            <a:lvl5pPr marL="0" indent="0">
              <a:buNone/>
              <a:defRPr sz="600">
                <a:solidFill>
                  <a:srgbClr val="75787B"/>
                </a:solidFill>
              </a:defRPr>
            </a:lvl5pPr>
            <a:lvl6pPr marL="0" indent="0">
              <a:buNone/>
              <a:defRPr sz="600">
                <a:solidFill>
                  <a:srgbClr val="75787B"/>
                </a:solidFill>
              </a:defRPr>
            </a:lvl6pPr>
            <a:lvl7pPr marL="0" indent="0">
              <a:buNone/>
              <a:defRPr sz="600">
                <a:solidFill>
                  <a:srgbClr val="75787B"/>
                </a:solidFill>
              </a:defRPr>
            </a:lvl7pPr>
            <a:lvl8pPr marL="0" indent="0">
              <a:buNone/>
              <a:defRPr sz="600">
                <a:solidFill>
                  <a:srgbClr val="75787B"/>
                </a:solidFill>
              </a:defRPr>
            </a:lvl8pPr>
            <a:lvl9pPr marL="0" indent="0">
              <a:buNone/>
              <a:defRPr sz="600">
                <a:solidFill>
                  <a:srgbClr val="75787B"/>
                </a:solidFill>
              </a:defRPr>
            </a:lvl9pPr>
          </a:lstStyle>
          <a:p>
            <a:pPr lvl="8"/>
            <a:r>
              <a:rPr lang="en-US"/>
              <a:t>Click to add footnotes or disclaimer information</a:t>
            </a:r>
          </a:p>
        </p:txBody>
      </p:sp>
      <p:sp>
        <p:nvSpPr>
          <p:cNvPr id="7" name="Content Placeholder 14">
            <a:extLst>
              <a:ext uri="{FF2B5EF4-FFF2-40B4-BE49-F238E27FC236}">
                <a16:creationId xmlns:a16="http://schemas.microsoft.com/office/drawing/2014/main" id="{8BE58806-493A-43A7-588A-8383D4BFD9E2}"/>
              </a:ext>
            </a:extLst>
          </p:cNvPr>
          <p:cNvSpPr>
            <a:spLocks noGrp="1"/>
          </p:cNvSpPr>
          <p:nvPr>
            <p:ph sz="quarter" idx="18"/>
          </p:nvPr>
        </p:nvSpPr>
        <p:spPr>
          <a:xfrm>
            <a:off x="4781551" y="552450"/>
            <a:ext cx="6856412" cy="5614988"/>
          </a:xfrm>
        </p:spPr>
        <p:txBody>
          <a:bodyPr/>
          <a:lstStyle>
            <a:lvl1pPr>
              <a:defRPr sz="1800"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9">
            <a:extLst>
              <a:ext uri="{FF2B5EF4-FFF2-40B4-BE49-F238E27FC236}">
                <a16:creationId xmlns:a16="http://schemas.microsoft.com/office/drawing/2014/main" id="{D5898180-820F-A08A-0685-75299A62D197}"/>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tx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10" name="Title 6">
            <a:extLst>
              <a:ext uri="{FF2B5EF4-FFF2-40B4-BE49-F238E27FC236}">
                <a16:creationId xmlns:a16="http://schemas.microsoft.com/office/drawing/2014/main" id="{446E99B7-41B6-EF2A-4043-E90AA9BC51BA}"/>
              </a:ext>
            </a:extLst>
          </p:cNvPr>
          <p:cNvSpPr>
            <a:spLocks noGrp="1"/>
          </p:cNvSpPr>
          <p:nvPr>
            <p:ph type="title"/>
          </p:nvPr>
        </p:nvSpPr>
        <p:spPr>
          <a:xfrm>
            <a:off x="546100" y="552450"/>
            <a:ext cx="3300984" cy="1426604"/>
          </a:xfrm>
        </p:spPr>
        <p:txBody>
          <a:bodyPr rIns="182880"/>
          <a:lstStyle>
            <a:lvl1pPr>
              <a:defRPr b="1">
                <a:solidFill>
                  <a:schemeClr val="tx2"/>
                </a:solidFill>
              </a:defRPr>
            </a:lvl1pPr>
          </a:lstStyle>
          <a:p>
            <a:r>
              <a:rPr lang="en-US"/>
              <a:t>Click to edit Master title style</a:t>
            </a:r>
          </a:p>
        </p:txBody>
      </p:sp>
      <p:sp>
        <p:nvSpPr>
          <p:cNvPr id="2" name="Freeform 5">
            <a:extLst>
              <a:ext uri="{FF2B5EF4-FFF2-40B4-BE49-F238E27FC236}">
                <a16:creationId xmlns:a16="http://schemas.microsoft.com/office/drawing/2014/main" id="{37A12BAC-7CE9-5878-7C76-A1E57C36C876}"/>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92348507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 Column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1" name="Title 10">
            <a:extLst>
              <a:ext uri="{FF2B5EF4-FFF2-40B4-BE49-F238E27FC236}">
                <a16:creationId xmlns:a16="http://schemas.microsoft.com/office/drawing/2014/main" id="{DE7DA74E-D875-C25E-3313-FF110AB47A00}"/>
              </a:ext>
            </a:extLst>
          </p:cNvPr>
          <p:cNvSpPr>
            <a:spLocks noGrp="1"/>
          </p:cNvSpPr>
          <p:nvPr>
            <p:ph type="title"/>
          </p:nvPr>
        </p:nvSpPr>
        <p:spPr>
          <a:xfrm>
            <a:off x="546100" y="552450"/>
            <a:ext cx="11091861" cy="434975"/>
          </a:xfrm>
        </p:spPr>
        <p:txBody>
          <a:bodyPr/>
          <a:lstStyle>
            <a:lvl1pPr>
              <a:defRPr b="1"/>
            </a:lvl1pPr>
          </a:lstStyle>
          <a:p>
            <a:r>
              <a:rPr lang="en-US"/>
              <a:t>Click to edit Master title style</a:t>
            </a:r>
          </a:p>
        </p:txBody>
      </p:sp>
      <p:sp>
        <p:nvSpPr>
          <p:cNvPr id="12" name="Text Placeholder 11">
            <a:extLst>
              <a:ext uri="{FF2B5EF4-FFF2-40B4-BE49-F238E27FC236}">
                <a16:creationId xmlns:a16="http://schemas.microsoft.com/office/drawing/2014/main" id="{B8003664-EBF7-AE05-456F-9D95210B1FB2}"/>
              </a:ext>
            </a:extLst>
          </p:cNvPr>
          <p:cNvSpPr>
            <a:spLocks noGrp="1"/>
          </p:cNvSpPr>
          <p:nvPr>
            <p:ph type="body" sz="quarter" idx="18"/>
          </p:nvPr>
        </p:nvSpPr>
        <p:spPr>
          <a:xfrm>
            <a:off x="546100" y="1127125"/>
            <a:ext cx="11094211"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6" name="Content Placeholder 25">
            <a:extLst>
              <a:ext uri="{FF2B5EF4-FFF2-40B4-BE49-F238E27FC236}">
                <a16:creationId xmlns:a16="http://schemas.microsoft.com/office/drawing/2014/main" id="{8063A536-29D2-B27C-39FB-210C8061D1E6}"/>
              </a:ext>
            </a:extLst>
          </p:cNvPr>
          <p:cNvSpPr>
            <a:spLocks noGrp="1"/>
          </p:cNvSpPr>
          <p:nvPr>
            <p:ph sz="quarter" idx="22"/>
          </p:nvPr>
        </p:nvSpPr>
        <p:spPr>
          <a:xfrm>
            <a:off x="546100" y="2425700"/>
            <a:ext cx="9683750"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33">
            <a:extLst>
              <a:ext uri="{FF2B5EF4-FFF2-40B4-BE49-F238E27FC236}">
                <a16:creationId xmlns:a16="http://schemas.microsoft.com/office/drawing/2014/main" id="{58A03220-7283-8469-3E48-E6A54B72DE67}"/>
              </a:ext>
            </a:extLst>
          </p:cNvPr>
          <p:cNvSpPr>
            <a:spLocks noGrp="1"/>
          </p:cNvSpPr>
          <p:nvPr>
            <p:ph type="body" sz="quarter" idx="29"/>
          </p:nvPr>
        </p:nvSpPr>
        <p:spPr>
          <a:xfrm>
            <a:off x="546100" y="1849436"/>
            <a:ext cx="9683496" cy="296864"/>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4" name="Text Placeholder 15">
            <a:extLst>
              <a:ext uri="{FF2B5EF4-FFF2-40B4-BE49-F238E27FC236}">
                <a16:creationId xmlns:a16="http://schemas.microsoft.com/office/drawing/2014/main" id="{AC44E031-9667-5445-F506-392861A50839}"/>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dirty="0"/>
              <a:t>Click to add footnotes or disclaimer information</a:t>
            </a:r>
          </a:p>
        </p:txBody>
      </p:sp>
      <p:sp>
        <p:nvSpPr>
          <p:cNvPr id="5" name="Freeform 5">
            <a:extLst>
              <a:ext uri="{FF2B5EF4-FFF2-40B4-BE49-F238E27FC236}">
                <a16:creationId xmlns:a16="http://schemas.microsoft.com/office/drawing/2014/main" id="{D599C468-2E5D-0E77-CA8C-A2470E504AE8}"/>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01568204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 Column, Equal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8" name="Title 17">
            <a:extLst>
              <a:ext uri="{FF2B5EF4-FFF2-40B4-BE49-F238E27FC236}">
                <a16:creationId xmlns:a16="http://schemas.microsoft.com/office/drawing/2014/main" id="{EC9D0933-64E3-BFA1-9514-B7DF150292A4}"/>
              </a:ext>
            </a:extLst>
          </p:cNvPr>
          <p:cNvSpPr>
            <a:spLocks noGrp="1"/>
          </p:cNvSpPr>
          <p:nvPr>
            <p:ph type="title"/>
          </p:nvPr>
        </p:nvSpPr>
        <p:spPr>
          <a:xfrm>
            <a:off x="546100" y="552450"/>
            <a:ext cx="11091861" cy="434975"/>
          </a:xfrm>
        </p:spPr>
        <p:txBody>
          <a:bodyPr/>
          <a:lstStyle>
            <a:lvl1pPr>
              <a:defRPr b="1"/>
            </a:lvl1pPr>
          </a:lstStyle>
          <a:p>
            <a:r>
              <a:rPr lang="en-US"/>
              <a:t>Click to edit Master title style</a:t>
            </a:r>
          </a:p>
        </p:txBody>
      </p:sp>
      <p:sp>
        <p:nvSpPr>
          <p:cNvPr id="12" name="Text Placeholder 11">
            <a:extLst>
              <a:ext uri="{FF2B5EF4-FFF2-40B4-BE49-F238E27FC236}">
                <a16:creationId xmlns:a16="http://schemas.microsoft.com/office/drawing/2014/main" id="{5D9301CB-D124-C2F5-CEF2-1087073EEC8A}"/>
              </a:ext>
            </a:extLst>
          </p:cNvPr>
          <p:cNvSpPr>
            <a:spLocks noGrp="1"/>
          </p:cNvSpPr>
          <p:nvPr>
            <p:ph type="body" sz="quarter" idx="21"/>
          </p:nvPr>
        </p:nvSpPr>
        <p:spPr>
          <a:xfrm>
            <a:off x="546100" y="1127125"/>
            <a:ext cx="11097578" cy="292608"/>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30" name="Content Placeholder 29">
            <a:extLst>
              <a:ext uri="{FF2B5EF4-FFF2-40B4-BE49-F238E27FC236}">
                <a16:creationId xmlns:a16="http://schemas.microsoft.com/office/drawing/2014/main" id="{0BDF59AF-B2BA-5A83-3E07-990E126292C1}"/>
              </a:ext>
            </a:extLst>
          </p:cNvPr>
          <p:cNvSpPr>
            <a:spLocks noGrp="1"/>
          </p:cNvSpPr>
          <p:nvPr>
            <p:ph sz="quarter" idx="27"/>
          </p:nvPr>
        </p:nvSpPr>
        <p:spPr>
          <a:xfrm>
            <a:off x="546101" y="2425700"/>
            <a:ext cx="5445124"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6F691F75-1851-7040-01A9-AB8C9E4CA60B}"/>
              </a:ext>
            </a:extLst>
          </p:cNvPr>
          <p:cNvSpPr>
            <a:spLocks noGrp="1"/>
          </p:cNvSpPr>
          <p:nvPr>
            <p:ph sz="quarter" idx="28"/>
          </p:nvPr>
        </p:nvSpPr>
        <p:spPr>
          <a:xfrm>
            <a:off x="6194425" y="2425700"/>
            <a:ext cx="5443538"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Text Placeholder 33">
            <a:extLst>
              <a:ext uri="{FF2B5EF4-FFF2-40B4-BE49-F238E27FC236}">
                <a16:creationId xmlns:a16="http://schemas.microsoft.com/office/drawing/2014/main" id="{5FE0CD66-027F-AA7D-2F1F-385DF569B800}"/>
              </a:ext>
            </a:extLst>
          </p:cNvPr>
          <p:cNvSpPr>
            <a:spLocks noGrp="1"/>
          </p:cNvSpPr>
          <p:nvPr>
            <p:ph type="body" sz="quarter" idx="29"/>
          </p:nvPr>
        </p:nvSpPr>
        <p:spPr>
          <a:xfrm>
            <a:off x="546100" y="1849436"/>
            <a:ext cx="5445125" cy="296864"/>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6" name="Text Placeholder 35">
            <a:extLst>
              <a:ext uri="{FF2B5EF4-FFF2-40B4-BE49-F238E27FC236}">
                <a16:creationId xmlns:a16="http://schemas.microsoft.com/office/drawing/2014/main" id="{3A72DFFD-6972-74A3-175B-07193979F2E8}"/>
              </a:ext>
            </a:extLst>
          </p:cNvPr>
          <p:cNvSpPr>
            <a:spLocks noGrp="1"/>
          </p:cNvSpPr>
          <p:nvPr>
            <p:ph type="body" sz="quarter" idx="30"/>
          </p:nvPr>
        </p:nvSpPr>
        <p:spPr>
          <a:xfrm>
            <a:off x="6194425" y="1849434"/>
            <a:ext cx="5443537" cy="296866"/>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 name="Text Placeholder 15">
            <a:extLst>
              <a:ext uri="{FF2B5EF4-FFF2-40B4-BE49-F238E27FC236}">
                <a16:creationId xmlns:a16="http://schemas.microsoft.com/office/drawing/2014/main" id="{4CC30E8D-42E4-0384-765A-E32636D6AD9B}"/>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dirty="0"/>
              <a:t>Click to add footnotes or disclaimer information</a:t>
            </a:r>
          </a:p>
        </p:txBody>
      </p:sp>
      <p:sp>
        <p:nvSpPr>
          <p:cNvPr id="2" name="Freeform 5">
            <a:extLst>
              <a:ext uri="{FF2B5EF4-FFF2-40B4-BE49-F238E27FC236}">
                <a16:creationId xmlns:a16="http://schemas.microsoft.com/office/drawing/2014/main" id="{56FCD859-E8CD-1157-D9F9-9A6A6EAF94A2}"/>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07345120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 Column, Equal - Subhead/Icons">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9" name="Title 18">
            <a:extLst>
              <a:ext uri="{FF2B5EF4-FFF2-40B4-BE49-F238E27FC236}">
                <a16:creationId xmlns:a16="http://schemas.microsoft.com/office/drawing/2014/main" id="{4203C809-6284-F504-FD1D-2F733D8EF672}"/>
              </a:ext>
            </a:extLst>
          </p:cNvPr>
          <p:cNvSpPr>
            <a:spLocks noGrp="1"/>
          </p:cNvSpPr>
          <p:nvPr>
            <p:ph type="title"/>
          </p:nvPr>
        </p:nvSpPr>
        <p:spPr>
          <a:xfrm>
            <a:off x="546100" y="552450"/>
            <a:ext cx="11091862" cy="434975"/>
          </a:xfrm>
        </p:spPr>
        <p:txBody>
          <a:bodyPr/>
          <a:lstStyle>
            <a:lvl1pPr>
              <a:defRPr b="1"/>
            </a:lvl1pPr>
          </a:lstStyle>
          <a:p>
            <a:r>
              <a:rPr lang="en-US"/>
              <a:t>Click to edit Master title style</a:t>
            </a:r>
          </a:p>
        </p:txBody>
      </p:sp>
      <p:sp>
        <p:nvSpPr>
          <p:cNvPr id="12" name="Text Placeholder 11">
            <a:extLst>
              <a:ext uri="{FF2B5EF4-FFF2-40B4-BE49-F238E27FC236}">
                <a16:creationId xmlns:a16="http://schemas.microsoft.com/office/drawing/2014/main" id="{9DBD8FF5-701A-95F4-260E-E54FC660C38F}"/>
              </a:ext>
            </a:extLst>
          </p:cNvPr>
          <p:cNvSpPr>
            <a:spLocks noGrp="1"/>
          </p:cNvSpPr>
          <p:nvPr>
            <p:ph type="body" sz="quarter" idx="41"/>
          </p:nvPr>
        </p:nvSpPr>
        <p:spPr>
          <a:xfrm>
            <a:off x="546100" y="1127124"/>
            <a:ext cx="11094211" cy="295276"/>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7" name="Content Placeholder 16">
            <a:extLst>
              <a:ext uri="{FF2B5EF4-FFF2-40B4-BE49-F238E27FC236}">
                <a16:creationId xmlns:a16="http://schemas.microsoft.com/office/drawing/2014/main" id="{EE99AD3F-BADC-0A62-5455-2F629230E03A}"/>
              </a:ext>
            </a:extLst>
          </p:cNvPr>
          <p:cNvSpPr>
            <a:spLocks noGrp="1"/>
          </p:cNvSpPr>
          <p:nvPr>
            <p:ph sz="quarter" idx="43"/>
          </p:nvPr>
        </p:nvSpPr>
        <p:spPr>
          <a:xfrm>
            <a:off x="546100" y="3295650"/>
            <a:ext cx="5445125" cy="2437637"/>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Content Placeholder 24">
            <a:extLst>
              <a:ext uri="{FF2B5EF4-FFF2-40B4-BE49-F238E27FC236}">
                <a16:creationId xmlns:a16="http://schemas.microsoft.com/office/drawing/2014/main" id="{F13C4FDE-A81E-EF79-BD4B-61C6431C7630}"/>
              </a:ext>
            </a:extLst>
          </p:cNvPr>
          <p:cNvSpPr>
            <a:spLocks noGrp="1"/>
          </p:cNvSpPr>
          <p:nvPr>
            <p:ph sz="quarter" idx="44"/>
          </p:nvPr>
        </p:nvSpPr>
        <p:spPr>
          <a:xfrm>
            <a:off x="6194425" y="3295650"/>
            <a:ext cx="5443536" cy="2437638"/>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Text Placeholder 26">
            <a:extLst>
              <a:ext uri="{FF2B5EF4-FFF2-40B4-BE49-F238E27FC236}">
                <a16:creationId xmlns:a16="http://schemas.microsoft.com/office/drawing/2014/main" id="{79AA7307-4097-61A7-6D7C-E1E31662FD7C}"/>
              </a:ext>
            </a:extLst>
          </p:cNvPr>
          <p:cNvSpPr>
            <a:spLocks noGrp="1"/>
          </p:cNvSpPr>
          <p:nvPr>
            <p:ph type="body" sz="quarter" idx="45"/>
          </p:nvPr>
        </p:nvSpPr>
        <p:spPr>
          <a:xfrm>
            <a:off x="546100" y="2714625"/>
            <a:ext cx="5445125" cy="295276"/>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9" name="Text Placeholder 28">
            <a:extLst>
              <a:ext uri="{FF2B5EF4-FFF2-40B4-BE49-F238E27FC236}">
                <a16:creationId xmlns:a16="http://schemas.microsoft.com/office/drawing/2014/main" id="{B89766A0-7AF7-514F-D906-7F7B54DCA000}"/>
              </a:ext>
            </a:extLst>
          </p:cNvPr>
          <p:cNvSpPr>
            <a:spLocks noGrp="1"/>
          </p:cNvSpPr>
          <p:nvPr>
            <p:ph type="body" sz="quarter" idx="46"/>
          </p:nvPr>
        </p:nvSpPr>
        <p:spPr>
          <a:xfrm>
            <a:off x="6192838" y="2714625"/>
            <a:ext cx="5445125" cy="294511"/>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Text Placeholder 15">
            <a:extLst>
              <a:ext uri="{FF2B5EF4-FFF2-40B4-BE49-F238E27FC236}">
                <a16:creationId xmlns:a16="http://schemas.microsoft.com/office/drawing/2014/main" id="{EDBD991D-BB78-85F0-B91E-EBC747AE6986}"/>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dirty="0"/>
              <a:t>Click to add footnotes or disclaimer information</a:t>
            </a:r>
          </a:p>
        </p:txBody>
      </p:sp>
      <p:sp>
        <p:nvSpPr>
          <p:cNvPr id="3" name="Freeform 5">
            <a:extLst>
              <a:ext uri="{FF2B5EF4-FFF2-40B4-BE49-F238E27FC236}">
                <a16:creationId xmlns:a16="http://schemas.microsoft.com/office/drawing/2014/main" id="{2FEBD50D-5206-AC4E-D8CA-B4660A4466B5}"/>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94804585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 Column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5" name="Title 4">
            <a:extLst>
              <a:ext uri="{FF2B5EF4-FFF2-40B4-BE49-F238E27FC236}">
                <a16:creationId xmlns:a16="http://schemas.microsoft.com/office/drawing/2014/main" id="{4D3A07AB-930B-F509-FF11-FF7EA66F18A9}"/>
              </a:ext>
            </a:extLst>
          </p:cNvPr>
          <p:cNvSpPr>
            <a:spLocks noGrp="1"/>
          </p:cNvSpPr>
          <p:nvPr>
            <p:ph type="title"/>
          </p:nvPr>
        </p:nvSpPr>
        <p:spPr>
          <a:xfrm>
            <a:off x="546100" y="552450"/>
            <a:ext cx="11091862" cy="434975"/>
          </a:xfrm>
        </p:spPr>
        <p:txBody>
          <a:bodyPr/>
          <a:lstStyle>
            <a:lvl1pPr>
              <a:defRPr b="1"/>
            </a:lvl1pPr>
          </a:lstStyle>
          <a:p>
            <a:r>
              <a:rPr lang="en-US"/>
              <a:t>Click to edit Master title style</a:t>
            </a:r>
          </a:p>
        </p:txBody>
      </p:sp>
      <p:sp>
        <p:nvSpPr>
          <p:cNvPr id="12" name="Text Placeholder 10">
            <a:extLst>
              <a:ext uri="{FF2B5EF4-FFF2-40B4-BE49-F238E27FC236}">
                <a16:creationId xmlns:a16="http://schemas.microsoft.com/office/drawing/2014/main" id="{E7C5C99F-2E27-32AA-A2BB-FD22347F3EE1}"/>
              </a:ext>
            </a:extLst>
          </p:cNvPr>
          <p:cNvSpPr>
            <a:spLocks noGrp="1"/>
          </p:cNvSpPr>
          <p:nvPr>
            <p:ph type="body" sz="quarter" idx="21"/>
          </p:nvPr>
        </p:nvSpPr>
        <p:spPr>
          <a:xfrm>
            <a:off x="546100" y="1127125"/>
            <a:ext cx="11094211" cy="296861"/>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4" name="Content Placeholder 22">
            <a:extLst>
              <a:ext uri="{FF2B5EF4-FFF2-40B4-BE49-F238E27FC236}">
                <a16:creationId xmlns:a16="http://schemas.microsoft.com/office/drawing/2014/main" id="{C12BF8D2-A9C1-A94F-0BD2-3090AFC52369}"/>
              </a:ext>
            </a:extLst>
          </p:cNvPr>
          <p:cNvSpPr>
            <a:spLocks noGrp="1"/>
          </p:cNvSpPr>
          <p:nvPr>
            <p:ph sz="quarter" idx="23"/>
          </p:nvPr>
        </p:nvSpPr>
        <p:spPr>
          <a:xfrm>
            <a:off x="546100" y="2425700"/>
            <a:ext cx="3524249"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4">
            <a:extLst>
              <a:ext uri="{FF2B5EF4-FFF2-40B4-BE49-F238E27FC236}">
                <a16:creationId xmlns:a16="http://schemas.microsoft.com/office/drawing/2014/main" id="{9CD544D2-832B-F777-218B-C0F2BDC73B8C}"/>
              </a:ext>
            </a:extLst>
          </p:cNvPr>
          <p:cNvSpPr>
            <a:spLocks noGrp="1"/>
          </p:cNvSpPr>
          <p:nvPr>
            <p:ph sz="quarter" idx="24"/>
          </p:nvPr>
        </p:nvSpPr>
        <p:spPr>
          <a:xfrm>
            <a:off x="4333715" y="2425700"/>
            <a:ext cx="3520440"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0">
            <a:extLst>
              <a:ext uri="{FF2B5EF4-FFF2-40B4-BE49-F238E27FC236}">
                <a16:creationId xmlns:a16="http://schemas.microsoft.com/office/drawing/2014/main" id="{65B5C789-A5F1-EB2A-667A-4B57F4569728}"/>
              </a:ext>
            </a:extLst>
          </p:cNvPr>
          <p:cNvSpPr>
            <a:spLocks noGrp="1"/>
          </p:cNvSpPr>
          <p:nvPr>
            <p:ph sz="quarter" idx="25"/>
          </p:nvPr>
        </p:nvSpPr>
        <p:spPr>
          <a:xfrm>
            <a:off x="8117522" y="2425701"/>
            <a:ext cx="3520440" cy="3441699"/>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33">
            <a:extLst>
              <a:ext uri="{FF2B5EF4-FFF2-40B4-BE49-F238E27FC236}">
                <a16:creationId xmlns:a16="http://schemas.microsoft.com/office/drawing/2014/main" id="{72BCF22D-7BA9-AFDD-8C6C-56F01183A358}"/>
              </a:ext>
            </a:extLst>
          </p:cNvPr>
          <p:cNvSpPr>
            <a:spLocks noGrp="1"/>
          </p:cNvSpPr>
          <p:nvPr>
            <p:ph type="body" sz="quarter" idx="29"/>
          </p:nvPr>
        </p:nvSpPr>
        <p:spPr>
          <a:xfrm>
            <a:off x="546100" y="1849436"/>
            <a:ext cx="3524249" cy="296861"/>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18" name="Text Placeholder 35">
            <a:extLst>
              <a:ext uri="{FF2B5EF4-FFF2-40B4-BE49-F238E27FC236}">
                <a16:creationId xmlns:a16="http://schemas.microsoft.com/office/drawing/2014/main" id="{57D9938D-921A-98B4-2E9A-9625F5D4F3CA}"/>
              </a:ext>
            </a:extLst>
          </p:cNvPr>
          <p:cNvSpPr>
            <a:spLocks noGrp="1"/>
          </p:cNvSpPr>
          <p:nvPr>
            <p:ph type="body" sz="quarter" idx="30"/>
          </p:nvPr>
        </p:nvSpPr>
        <p:spPr>
          <a:xfrm>
            <a:off x="4333715" y="1849436"/>
            <a:ext cx="3520440" cy="296862"/>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7" name="Text Placeholder 26">
            <a:extLst>
              <a:ext uri="{FF2B5EF4-FFF2-40B4-BE49-F238E27FC236}">
                <a16:creationId xmlns:a16="http://schemas.microsoft.com/office/drawing/2014/main" id="{447DAA16-0F93-6662-9A40-3E39052A6110}"/>
              </a:ext>
            </a:extLst>
          </p:cNvPr>
          <p:cNvSpPr>
            <a:spLocks noGrp="1"/>
          </p:cNvSpPr>
          <p:nvPr>
            <p:ph type="body" sz="quarter" idx="31"/>
          </p:nvPr>
        </p:nvSpPr>
        <p:spPr>
          <a:xfrm>
            <a:off x="8117522" y="1849436"/>
            <a:ext cx="3520440" cy="296862"/>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Text Placeholder 15">
            <a:extLst>
              <a:ext uri="{FF2B5EF4-FFF2-40B4-BE49-F238E27FC236}">
                <a16:creationId xmlns:a16="http://schemas.microsoft.com/office/drawing/2014/main" id="{5CAF1221-6A5A-0633-8A9B-749363B15EC4}"/>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dirty="0"/>
              <a:t>Click to add footnotes or disclaimer information</a:t>
            </a:r>
          </a:p>
        </p:txBody>
      </p:sp>
      <p:sp>
        <p:nvSpPr>
          <p:cNvPr id="3" name="Freeform 5">
            <a:extLst>
              <a:ext uri="{FF2B5EF4-FFF2-40B4-BE49-F238E27FC236}">
                <a16:creationId xmlns:a16="http://schemas.microsoft.com/office/drawing/2014/main" id="{108F7FB7-B0F4-2E01-D444-E1B7E3B22AE7}"/>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429467544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 Column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5" name="Title 14">
            <a:extLst>
              <a:ext uri="{FF2B5EF4-FFF2-40B4-BE49-F238E27FC236}">
                <a16:creationId xmlns:a16="http://schemas.microsoft.com/office/drawing/2014/main" id="{EAD91B94-EA98-484A-C309-7B941BD49803}"/>
              </a:ext>
            </a:extLst>
          </p:cNvPr>
          <p:cNvSpPr>
            <a:spLocks noGrp="1"/>
          </p:cNvSpPr>
          <p:nvPr>
            <p:ph type="title"/>
          </p:nvPr>
        </p:nvSpPr>
        <p:spPr>
          <a:xfrm>
            <a:off x="546101" y="552450"/>
            <a:ext cx="11091862" cy="434975"/>
          </a:xfrm>
        </p:spPr>
        <p:txBody>
          <a:bodyPr/>
          <a:lstStyle>
            <a:lvl1pPr>
              <a:defRPr b="1"/>
            </a:lvl1pPr>
          </a:lstStyle>
          <a:p>
            <a:r>
              <a:rPr lang="en-US"/>
              <a:t>Click to edit Master title style</a:t>
            </a:r>
          </a:p>
        </p:txBody>
      </p:sp>
      <p:sp>
        <p:nvSpPr>
          <p:cNvPr id="20" name="Text Placeholder 10">
            <a:extLst>
              <a:ext uri="{FF2B5EF4-FFF2-40B4-BE49-F238E27FC236}">
                <a16:creationId xmlns:a16="http://schemas.microsoft.com/office/drawing/2014/main" id="{E816675F-4CFF-1424-BC2E-EB168984C8A9}"/>
              </a:ext>
            </a:extLst>
          </p:cNvPr>
          <p:cNvSpPr>
            <a:spLocks noGrp="1"/>
          </p:cNvSpPr>
          <p:nvPr>
            <p:ph type="body" sz="quarter" idx="21"/>
          </p:nvPr>
        </p:nvSpPr>
        <p:spPr>
          <a:xfrm>
            <a:off x="546100" y="1127125"/>
            <a:ext cx="11094211"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2" name="Content Placeholder 22">
            <a:extLst>
              <a:ext uri="{FF2B5EF4-FFF2-40B4-BE49-F238E27FC236}">
                <a16:creationId xmlns:a16="http://schemas.microsoft.com/office/drawing/2014/main" id="{13CECA2D-47BD-D0C9-FDDA-04E397E25899}"/>
              </a:ext>
            </a:extLst>
          </p:cNvPr>
          <p:cNvSpPr>
            <a:spLocks noGrp="1"/>
          </p:cNvSpPr>
          <p:nvPr>
            <p:ph sz="quarter" idx="23"/>
          </p:nvPr>
        </p:nvSpPr>
        <p:spPr>
          <a:xfrm>
            <a:off x="546101" y="2425700"/>
            <a:ext cx="2619374"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24">
            <a:extLst>
              <a:ext uri="{FF2B5EF4-FFF2-40B4-BE49-F238E27FC236}">
                <a16:creationId xmlns:a16="http://schemas.microsoft.com/office/drawing/2014/main" id="{662EF311-9306-5498-F3D9-6F3991FF1E09}"/>
              </a:ext>
            </a:extLst>
          </p:cNvPr>
          <p:cNvSpPr>
            <a:spLocks noGrp="1"/>
          </p:cNvSpPr>
          <p:nvPr>
            <p:ph sz="quarter" idx="24"/>
          </p:nvPr>
        </p:nvSpPr>
        <p:spPr>
          <a:xfrm>
            <a:off x="3367088" y="2425700"/>
            <a:ext cx="2625725"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0">
            <a:extLst>
              <a:ext uri="{FF2B5EF4-FFF2-40B4-BE49-F238E27FC236}">
                <a16:creationId xmlns:a16="http://schemas.microsoft.com/office/drawing/2014/main" id="{3A80FA08-2EA7-E26E-1786-7FC321C07BC6}"/>
              </a:ext>
            </a:extLst>
          </p:cNvPr>
          <p:cNvSpPr>
            <a:spLocks noGrp="1"/>
          </p:cNvSpPr>
          <p:nvPr>
            <p:ph sz="quarter" idx="25"/>
          </p:nvPr>
        </p:nvSpPr>
        <p:spPr>
          <a:xfrm>
            <a:off x="6194426" y="2425701"/>
            <a:ext cx="2619375" cy="3441699"/>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5" name="Text Placeholder 33">
            <a:extLst>
              <a:ext uri="{FF2B5EF4-FFF2-40B4-BE49-F238E27FC236}">
                <a16:creationId xmlns:a16="http://schemas.microsoft.com/office/drawing/2014/main" id="{6F3D1EEF-0D0B-1B3D-790A-E903BCE7629F}"/>
              </a:ext>
            </a:extLst>
          </p:cNvPr>
          <p:cNvSpPr>
            <a:spLocks noGrp="1"/>
          </p:cNvSpPr>
          <p:nvPr>
            <p:ph type="body" sz="quarter" idx="29"/>
          </p:nvPr>
        </p:nvSpPr>
        <p:spPr>
          <a:xfrm>
            <a:off x="546100" y="1849436"/>
            <a:ext cx="2619375" cy="296861"/>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6" name="Text Placeholder 35">
            <a:extLst>
              <a:ext uri="{FF2B5EF4-FFF2-40B4-BE49-F238E27FC236}">
                <a16:creationId xmlns:a16="http://schemas.microsoft.com/office/drawing/2014/main" id="{F3E66951-696C-1D73-0C63-711EFABB807E}"/>
              </a:ext>
            </a:extLst>
          </p:cNvPr>
          <p:cNvSpPr>
            <a:spLocks noGrp="1"/>
          </p:cNvSpPr>
          <p:nvPr>
            <p:ph type="body" sz="quarter" idx="30"/>
          </p:nvPr>
        </p:nvSpPr>
        <p:spPr>
          <a:xfrm>
            <a:off x="3367089" y="1849438"/>
            <a:ext cx="2625725" cy="2968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7" name="Text Placeholder 26">
            <a:extLst>
              <a:ext uri="{FF2B5EF4-FFF2-40B4-BE49-F238E27FC236}">
                <a16:creationId xmlns:a16="http://schemas.microsoft.com/office/drawing/2014/main" id="{22CCB024-1C7A-358D-17AA-DB143CC33E1A}"/>
              </a:ext>
            </a:extLst>
          </p:cNvPr>
          <p:cNvSpPr>
            <a:spLocks noGrp="1"/>
          </p:cNvSpPr>
          <p:nvPr>
            <p:ph type="body" sz="quarter" idx="31"/>
          </p:nvPr>
        </p:nvSpPr>
        <p:spPr>
          <a:xfrm>
            <a:off x="6194426" y="1849438"/>
            <a:ext cx="2619375" cy="2968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9" name="Content Placeholder 38">
            <a:extLst>
              <a:ext uri="{FF2B5EF4-FFF2-40B4-BE49-F238E27FC236}">
                <a16:creationId xmlns:a16="http://schemas.microsoft.com/office/drawing/2014/main" id="{4C336508-10E1-4F40-6089-6E416628EAAC}"/>
              </a:ext>
            </a:extLst>
          </p:cNvPr>
          <p:cNvSpPr>
            <a:spLocks noGrp="1"/>
          </p:cNvSpPr>
          <p:nvPr>
            <p:ph sz="quarter" idx="32"/>
          </p:nvPr>
        </p:nvSpPr>
        <p:spPr>
          <a:xfrm>
            <a:off x="9015415" y="2425700"/>
            <a:ext cx="2622548"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1" name="Text Placeholder 40">
            <a:extLst>
              <a:ext uri="{FF2B5EF4-FFF2-40B4-BE49-F238E27FC236}">
                <a16:creationId xmlns:a16="http://schemas.microsoft.com/office/drawing/2014/main" id="{53BBD7EF-C3BF-D4E8-EF2B-6BC68E04ACCA}"/>
              </a:ext>
            </a:extLst>
          </p:cNvPr>
          <p:cNvSpPr>
            <a:spLocks noGrp="1"/>
          </p:cNvSpPr>
          <p:nvPr>
            <p:ph type="body" sz="quarter" idx="33"/>
          </p:nvPr>
        </p:nvSpPr>
        <p:spPr>
          <a:xfrm>
            <a:off x="9015412" y="1849436"/>
            <a:ext cx="2622549" cy="296862"/>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4" name="Text Placeholder 15">
            <a:extLst>
              <a:ext uri="{FF2B5EF4-FFF2-40B4-BE49-F238E27FC236}">
                <a16:creationId xmlns:a16="http://schemas.microsoft.com/office/drawing/2014/main" id="{1B23D40B-9D9F-F3EF-0095-140FDCB912B7}"/>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dirty="0"/>
              <a:t>Click to add footnotes or disclaimer information</a:t>
            </a:r>
          </a:p>
        </p:txBody>
      </p:sp>
      <p:sp>
        <p:nvSpPr>
          <p:cNvPr id="2" name="Freeform 5">
            <a:extLst>
              <a:ext uri="{FF2B5EF4-FFF2-40B4-BE49-F238E27FC236}">
                <a16:creationId xmlns:a16="http://schemas.microsoft.com/office/drawing/2014/main" id="{6156507B-072C-8B0F-1D65-BF8332968C03}"/>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76749693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lumn, Photo - Subhead">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6194424" y="0"/>
            <a:ext cx="5997575" cy="6858000"/>
          </a:xfrm>
          <a:solidFill>
            <a:schemeClr val="bg1">
              <a:lumMod val="65000"/>
            </a:schemeClr>
          </a:solidFill>
        </p:spPr>
        <p:txBody>
          <a:bodyPr anchor="ctr"/>
          <a:lstStyle>
            <a:lvl1pPr algn="ctr">
              <a:defRPr>
                <a:solidFill>
                  <a:schemeClr val="bg1"/>
                </a:solidFill>
              </a:defRPr>
            </a:lvl1pPr>
          </a:lstStyle>
          <a:p>
            <a:r>
              <a:rPr lang="en-US"/>
              <a:t>Click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bg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6" name="Title 5">
            <a:extLst>
              <a:ext uri="{FF2B5EF4-FFF2-40B4-BE49-F238E27FC236}">
                <a16:creationId xmlns:a16="http://schemas.microsoft.com/office/drawing/2014/main" id="{FA65A5E6-24CF-BD36-5E96-8042A9E0ECC7}"/>
              </a:ext>
            </a:extLst>
          </p:cNvPr>
          <p:cNvSpPr>
            <a:spLocks noGrp="1"/>
          </p:cNvSpPr>
          <p:nvPr>
            <p:ph type="title"/>
          </p:nvPr>
        </p:nvSpPr>
        <p:spPr>
          <a:xfrm>
            <a:off x="546100" y="552450"/>
            <a:ext cx="5444329" cy="434975"/>
          </a:xfrm>
        </p:spPr>
        <p:txBody>
          <a:bodyPr/>
          <a:lstStyle>
            <a:lvl1pPr>
              <a:defRPr b="1"/>
            </a:lvl1pPr>
          </a:lstStyle>
          <a:p>
            <a:r>
              <a:rPr lang="en-US"/>
              <a:t>Click to edit Master title style</a:t>
            </a:r>
          </a:p>
        </p:txBody>
      </p:sp>
      <p:sp>
        <p:nvSpPr>
          <p:cNvPr id="16" name="Text Placeholder 11">
            <a:extLst>
              <a:ext uri="{FF2B5EF4-FFF2-40B4-BE49-F238E27FC236}">
                <a16:creationId xmlns:a16="http://schemas.microsoft.com/office/drawing/2014/main" id="{163054C7-C247-490C-C290-6EB0D4E9DC74}"/>
              </a:ext>
            </a:extLst>
          </p:cNvPr>
          <p:cNvSpPr>
            <a:spLocks noGrp="1"/>
          </p:cNvSpPr>
          <p:nvPr>
            <p:ph type="body" sz="quarter" idx="23"/>
          </p:nvPr>
        </p:nvSpPr>
        <p:spPr>
          <a:xfrm>
            <a:off x="546100" y="1127125"/>
            <a:ext cx="5445125" cy="292607"/>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8" name="Content Placeholder 29">
            <a:extLst>
              <a:ext uri="{FF2B5EF4-FFF2-40B4-BE49-F238E27FC236}">
                <a16:creationId xmlns:a16="http://schemas.microsoft.com/office/drawing/2014/main" id="{75ADEAFE-4009-A3BC-3F86-F58A050AF5C0}"/>
              </a:ext>
            </a:extLst>
          </p:cNvPr>
          <p:cNvSpPr>
            <a:spLocks noGrp="1"/>
          </p:cNvSpPr>
          <p:nvPr>
            <p:ph sz="quarter" idx="27"/>
          </p:nvPr>
        </p:nvSpPr>
        <p:spPr>
          <a:xfrm>
            <a:off x="546892" y="2425700"/>
            <a:ext cx="5444333"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33">
            <a:extLst>
              <a:ext uri="{FF2B5EF4-FFF2-40B4-BE49-F238E27FC236}">
                <a16:creationId xmlns:a16="http://schemas.microsoft.com/office/drawing/2014/main" id="{C8FCEF29-492C-8F4E-A702-5AD89C03B6B4}"/>
              </a:ext>
            </a:extLst>
          </p:cNvPr>
          <p:cNvSpPr>
            <a:spLocks noGrp="1"/>
          </p:cNvSpPr>
          <p:nvPr>
            <p:ph type="body" sz="quarter" idx="29"/>
          </p:nvPr>
        </p:nvSpPr>
        <p:spPr>
          <a:xfrm>
            <a:off x="546893" y="1849437"/>
            <a:ext cx="5444332"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Text Placeholder 15">
            <a:extLst>
              <a:ext uri="{FF2B5EF4-FFF2-40B4-BE49-F238E27FC236}">
                <a16:creationId xmlns:a16="http://schemas.microsoft.com/office/drawing/2014/main" id="{784A1C5E-04C1-2EA8-0F18-04949676E62B}"/>
              </a:ext>
            </a:extLst>
          </p:cNvPr>
          <p:cNvSpPr>
            <a:spLocks noGrp="1"/>
          </p:cNvSpPr>
          <p:nvPr>
            <p:ph type="body" sz="quarter" idx="19" hasCustomPrompt="1"/>
          </p:nvPr>
        </p:nvSpPr>
        <p:spPr>
          <a:xfrm>
            <a:off x="546099" y="6019800"/>
            <a:ext cx="5470653"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dirty="0"/>
              <a:t>Click to add footnotes or disclaimer information</a:t>
            </a:r>
          </a:p>
        </p:txBody>
      </p:sp>
      <p:sp>
        <p:nvSpPr>
          <p:cNvPr id="3" name="Freeform 5">
            <a:extLst>
              <a:ext uri="{FF2B5EF4-FFF2-40B4-BE49-F238E27FC236}">
                <a16:creationId xmlns:a16="http://schemas.microsoft.com/office/drawing/2014/main" id="{8BBE648E-0B4C-2182-6968-719513227808}"/>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427462603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ynamic Slices 1 / Light - Subhead">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8142973" y="0"/>
            <a:ext cx="2029968" cy="6167438"/>
          </a:xfrm>
          <a:solidFill>
            <a:schemeClr val="bg1">
              <a:lumMod val="65000"/>
            </a:schemeClr>
          </a:solidFill>
        </p:spPr>
        <p:txBody>
          <a:bodyPr anchor="ctr"/>
          <a:lstStyle>
            <a:lvl1pPr algn="ctr">
              <a:defRPr b="0">
                <a:solidFill>
                  <a:schemeClr val="bg1"/>
                </a:solidFill>
                <a:latin typeface="+mn-lt"/>
              </a:defRPr>
            </a:lvl1pPr>
          </a:lstStyle>
          <a:p>
            <a:r>
              <a:rPr lang="en-US"/>
              <a:t>Dynamic slice crop 1</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6" name="Picture Placeholder 9">
            <a:extLst>
              <a:ext uri="{FF2B5EF4-FFF2-40B4-BE49-F238E27FC236}">
                <a16:creationId xmlns:a16="http://schemas.microsoft.com/office/drawing/2014/main" id="{76B8FFAA-4288-7A55-0BCC-B4A10908B32D}"/>
              </a:ext>
            </a:extLst>
          </p:cNvPr>
          <p:cNvSpPr>
            <a:spLocks noGrp="1"/>
          </p:cNvSpPr>
          <p:nvPr>
            <p:ph type="pic" sz="quarter" idx="14" hasCustomPrompt="1"/>
          </p:nvPr>
        </p:nvSpPr>
        <p:spPr>
          <a:xfrm>
            <a:off x="10162032" y="0"/>
            <a:ext cx="2029968" cy="3984625"/>
          </a:xfrm>
          <a:solidFill>
            <a:schemeClr val="bg1">
              <a:lumMod val="65000"/>
            </a:schemeClr>
          </a:solidFill>
        </p:spPr>
        <p:txBody>
          <a:bodyPr anchor="ctr"/>
          <a:lstStyle>
            <a:lvl1pPr algn="ctr">
              <a:defRPr b="0">
                <a:solidFill>
                  <a:schemeClr val="bg1"/>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12" name="Title 11">
            <a:extLst>
              <a:ext uri="{FF2B5EF4-FFF2-40B4-BE49-F238E27FC236}">
                <a16:creationId xmlns:a16="http://schemas.microsoft.com/office/drawing/2014/main" id="{4B789C02-8217-29F3-CCBF-88E3D196B36D}"/>
              </a:ext>
            </a:extLst>
          </p:cNvPr>
          <p:cNvSpPr>
            <a:spLocks noGrp="1"/>
          </p:cNvSpPr>
          <p:nvPr>
            <p:ph type="title"/>
          </p:nvPr>
        </p:nvSpPr>
        <p:spPr>
          <a:xfrm>
            <a:off x="546100" y="552450"/>
            <a:ext cx="6851651" cy="434975"/>
          </a:xfrm>
        </p:spPr>
        <p:txBody>
          <a:bodyPr/>
          <a:lstStyle>
            <a:lvl1pPr>
              <a:defRPr b="1"/>
            </a:lvl1pPr>
          </a:lstStyle>
          <a:p>
            <a:r>
              <a:rPr lang="en-US"/>
              <a:t>Click to edit Master title style</a:t>
            </a:r>
          </a:p>
        </p:txBody>
      </p:sp>
      <p:sp>
        <p:nvSpPr>
          <p:cNvPr id="5" name="Text Placeholder 11">
            <a:extLst>
              <a:ext uri="{FF2B5EF4-FFF2-40B4-BE49-F238E27FC236}">
                <a16:creationId xmlns:a16="http://schemas.microsoft.com/office/drawing/2014/main" id="{8BA902E5-1959-8D93-356A-51055AFC1FFA}"/>
              </a:ext>
            </a:extLst>
          </p:cNvPr>
          <p:cNvSpPr>
            <a:spLocks noGrp="1"/>
          </p:cNvSpPr>
          <p:nvPr>
            <p:ph type="body" sz="quarter" idx="23"/>
          </p:nvPr>
        </p:nvSpPr>
        <p:spPr>
          <a:xfrm>
            <a:off x="546100" y="1127125"/>
            <a:ext cx="6853046" cy="292607"/>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1" name="Content Placeholder 29">
            <a:extLst>
              <a:ext uri="{FF2B5EF4-FFF2-40B4-BE49-F238E27FC236}">
                <a16:creationId xmlns:a16="http://schemas.microsoft.com/office/drawing/2014/main" id="{9FBDFEC1-9F37-0749-6D25-E3B502E7E966}"/>
              </a:ext>
            </a:extLst>
          </p:cNvPr>
          <p:cNvSpPr>
            <a:spLocks noGrp="1"/>
          </p:cNvSpPr>
          <p:nvPr>
            <p:ph sz="quarter" idx="27"/>
          </p:nvPr>
        </p:nvSpPr>
        <p:spPr>
          <a:xfrm>
            <a:off x="546894" y="2425700"/>
            <a:ext cx="6850856"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33">
            <a:extLst>
              <a:ext uri="{FF2B5EF4-FFF2-40B4-BE49-F238E27FC236}">
                <a16:creationId xmlns:a16="http://schemas.microsoft.com/office/drawing/2014/main" id="{F955E566-2D25-F593-52AC-63C9C65B51E7}"/>
              </a:ext>
            </a:extLst>
          </p:cNvPr>
          <p:cNvSpPr>
            <a:spLocks noGrp="1"/>
          </p:cNvSpPr>
          <p:nvPr>
            <p:ph type="body" sz="quarter" idx="29"/>
          </p:nvPr>
        </p:nvSpPr>
        <p:spPr>
          <a:xfrm>
            <a:off x="546100" y="1849437"/>
            <a:ext cx="6851650"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Text Placeholder 15">
            <a:extLst>
              <a:ext uri="{FF2B5EF4-FFF2-40B4-BE49-F238E27FC236}">
                <a16:creationId xmlns:a16="http://schemas.microsoft.com/office/drawing/2014/main" id="{2146C6B3-79A7-75B4-A7CB-F11700C4B060}"/>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dirty="0"/>
              <a:t>Click to add footnotes or disclaimer information</a:t>
            </a:r>
          </a:p>
        </p:txBody>
      </p:sp>
      <p:sp>
        <p:nvSpPr>
          <p:cNvPr id="3" name="Freeform 5">
            <a:extLst>
              <a:ext uri="{FF2B5EF4-FFF2-40B4-BE49-F238E27FC236}">
                <a16:creationId xmlns:a16="http://schemas.microsoft.com/office/drawing/2014/main" id="{3903E591-5482-5B20-F994-23F01C04C3F5}"/>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9888405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ynamic Slices 1 / Dark">
    <p:bg>
      <p:bgPr>
        <a:solidFill>
          <a:schemeClr val="bg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8142973" y="0"/>
            <a:ext cx="2029968" cy="6167438"/>
          </a:xfrm>
          <a:solidFill>
            <a:srgbClr val="A6A9AA"/>
          </a:solidFill>
        </p:spPr>
        <p:txBody>
          <a:bodyPr anchor="ctr"/>
          <a:lstStyle>
            <a:lvl1pPr algn="ctr">
              <a:defRPr b="0">
                <a:solidFill>
                  <a:schemeClr val="bg1"/>
                </a:solidFill>
                <a:latin typeface="+mn-lt"/>
              </a:defRPr>
            </a:lvl1pPr>
          </a:lstStyle>
          <a:p>
            <a:r>
              <a:rPr lang="en-US"/>
              <a:t>Dynamic slice crop 1</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6" name="Picture Placeholder 9">
            <a:extLst>
              <a:ext uri="{FF2B5EF4-FFF2-40B4-BE49-F238E27FC236}">
                <a16:creationId xmlns:a16="http://schemas.microsoft.com/office/drawing/2014/main" id="{76B8FFAA-4288-7A55-0BCC-B4A10908B32D}"/>
              </a:ext>
            </a:extLst>
          </p:cNvPr>
          <p:cNvSpPr>
            <a:spLocks noGrp="1"/>
          </p:cNvSpPr>
          <p:nvPr>
            <p:ph type="pic" sz="quarter" idx="14" hasCustomPrompt="1"/>
          </p:nvPr>
        </p:nvSpPr>
        <p:spPr>
          <a:xfrm>
            <a:off x="10162032" y="0"/>
            <a:ext cx="2029968" cy="3984625"/>
          </a:xfrm>
          <a:solidFill>
            <a:srgbClr val="A6A9AA"/>
          </a:solidFill>
        </p:spPr>
        <p:txBody>
          <a:bodyPr anchor="ctr"/>
          <a:lstStyle>
            <a:lvl1pPr algn="ctr">
              <a:defRPr b="0">
                <a:solidFill>
                  <a:schemeClr val="bg1"/>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5" name="Title 4">
            <a:extLst>
              <a:ext uri="{FF2B5EF4-FFF2-40B4-BE49-F238E27FC236}">
                <a16:creationId xmlns:a16="http://schemas.microsoft.com/office/drawing/2014/main" id="{DFA82EE6-606F-A412-2CF2-001ACBC3F752}"/>
              </a:ext>
            </a:extLst>
          </p:cNvPr>
          <p:cNvSpPr>
            <a:spLocks noGrp="1"/>
          </p:cNvSpPr>
          <p:nvPr>
            <p:ph type="title"/>
          </p:nvPr>
        </p:nvSpPr>
        <p:spPr>
          <a:xfrm>
            <a:off x="546892" y="552449"/>
            <a:ext cx="6849111" cy="434975"/>
          </a:xfrm>
        </p:spPr>
        <p:txBody>
          <a:bodyPr/>
          <a:lstStyle>
            <a:lvl1pPr>
              <a:defRPr b="1">
                <a:solidFill>
                  <a:schemeClr val="accent1"/>
                </a:solidFill>
              </a:defRPr>
            </a:lvl1pPr>
          </a:lstStyle>
          <a:p>
            <a:r>
              <a:rPr lang="en-US"/>
              <a:t>Click to edit Master title style</a:t>
            </a:r>
          </a:p>
        </p:txBody>
      </p:sp>
      <p:sp>
        <p:nvSpPr>
          <p:cNvPr id="4" name="Text Placeholder 11">
            <a:extLst>
              <a:ext uri="{FF2B5EF4-FFF2-40B4-BE49-F238E27FC236}">
                <a16:creationId xmlns:a16="http://schemas.microsoft.com/office/drawing/2014/main" id="{98C27CD0-E7ED-0F06-9583-C2455E4C7100}"/>
              </a:ext>
            </a:extLst>
          </p:cNvPr>
          <p:cNvSpPr>
            <a:spLocks noGrp="1"/>
          </p:cNvSpPr>
          <p:nvPr>
            <p:ph type="body" sz="quarter" idx="18"/>
          </p:nvPr>
        </p:nvSpPr>
        <p:spPr>
          <a:xfrm>
            <a:off x="548640" y="1127126"/>
            <a:ext cx="6849110" cy="295274"/>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tx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tx1"/>
                </a:solidFill>
                <a:latin typeface="+mj-lt"/>
                <a:ea typeface="GT America Regular" charset="0"/>
                <a:cs typeface="GT America Regular" charset="0"/>
              </a:defRPr>
            </a:lvl9pPr>
          </a:lstStyle>
          <a:p>
            <a:pPr lvl="0"/>
            <a:r>
              <a:rPr lang="en-US"/>
              <a:t>Click to edit Master text styles</a:t>
            </a:r>
          </a:p>
        </p:txBody>
      </p:sp>
      <p:sp>
        <p:nvSpPr>
          <p:cNvPr id="16" name="Text Placeholder 15">
            <a:extLst>
              <a:ext uri="{FF2B5EF4-FFF2-40B4-BE49-F238E27FC236}">
                <a16:creationId xmlns:a16="http://schemas.microsoft.com/office/drawing/2014/main" id="{153D2C7A-DCFA-04C5-B25D-045A4E287A01}"/>
              </a:ext>
            </a:extLst>
          </p:cNvPr>
          <p:cNvSpPr>
            <a:spLocks noGrp="1"/>
          </p:cNvSpPr>
          <p:nvPr>
            <p:ph type="body" sz="quarter" idx="19" hasCustomPrompt="1"/>
          </p:nvPr>
        </p:nvSpPr>
        <p:spPr>
          <a:xfrm>
            <a:off x="546540" y="6019800"/>
            <a:ext cx="6849111" cy="292099"/>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chemeClr val="tx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17" name="Content Placeholder 25">
            <a:extLst>
              <a:ext uri="{FF2B5EF4-FFF2-40B4-BE49-F238E27FC236}">
                <a16:creationId xmlns:a16="http://schemas.microsoft.com/office/drawing/2014/main" id="{C0678888-447D-EFD9-9770-C2B47B8E8D77}"/>
              </a:ext>
            </a:extLst>
          </p:cNvPr>
          <p:cNvSpPr>
            <a:spLocks noGrp="1"/>
          </p:cNvSpPr>
          <p:nvPr>
            <p:ph sz="quarter" idx="23"/>
          </p:nvPr>
        </p:nvSpPr>
        <p:spPr>
          <a:xfrm>
            <a:off x="546540" y="1849438"/>
            <a:ext cx="6851209" cy="4017962"/>
          </a:xfrm>
        </p:spPr>
        <p:txBody>
          <a:bodyPr/>
          <a:lstStyle>
            <a:lvl3pPr>
              <a:buClr>
                <a:schemeClr val="tx1"/>
              </a:buClr>
              <a:defRPr/>
            </a:lvl3pPr>
            <a:lvl5pPr>
              <a:buClr>
                <a:schemeClr val="tx1"/>
              </a:buClr>
              <a:defRPr/>
            </a:lvl5pPr>
            <a:lvl7pPr>
              <a:buClr>
                <a:schemeClr val="tx1"/>
              </a:buClr>
              <a:defRPr/>
            </a:lvl7pPr>
            <a:lvl9pPr>
              <a:buClr>
                <a:schemeClr val="tx1"/>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reeform 5">
            <a:extLst>
              <a:ext uri="{FF2B5EF4-FFF2-40B4-BE49-F238E27FC236}">
                <a16:creationId xmlns:a16="http://schemas.microsoft.com/office/drawing/2014/main" id="{EEC57330-93DD-4ACF-46E0-F0C3473B1B05}"/>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684953429"/>
      </p:ext>
    </p:extLst>
  </p:cSld>
  <p:clrMapOvr>
    <a:overrideClrMapping bg1="dk1" tx1="lt1" bg2="dk2" tx2="lt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ynamic Slices 1 / Dark - Subhead">
    <p:bg>
      <p:bgPr>
        <a:solidFill>
          <a:schemeClr val="bg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8142973" y="0"/>
            <a:ext cx="2029968" cy="6167438"/>
          </a:xfrm>
          <a:solidFill>
            <a:srgbClr val="A6A9AA"/>
          </a:solidFill>
        </p:spPr>
        <p:txBody>
          <a:bodyPr anchor="ctr"/>
          <a:lstStyle>
            <a:lvl1pPr algn="ctr">
              <a:defRPr b="0">
                <a:solidFill>
                  <a:schemeClr val="bg1"/>
                </a:solidFill>
                <a:latin typeface="+mn-lt"/>
              </a:defRPr>
            </a:lvl1pPr>
          </a:lstStyle>
          <a:p>
            <a:r>
              <a:rPr lang="en-US"/>
              <a:t>Dynamic slice crop 1</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6" name="Picture Placeholder 9">
            <a:extLst>
              <a:ext uri="{FF2B5EF4-FFF2-40B4-BE49-F238E27FC236}">
                <a16:creationId xmlns:a16="http://schemas.microsoft.com/office/drawing/2014/main" id="{76B8FFAA-4288-7A55-0BCC-B4A10908B32D}"/>
              </a:ext>
            </a:extLst>
          </p:cNvPr>
          <p:cNvSpPr>
            <a:spLocks noGrp="1"/>
          </p:cNvSpPr>
          <p:nvPr>
            <p:ph type="pic" sz="quarter" idx="14" hasCustomPrompt="1"/>
          </p:nvPr>
        </p:nvSpPr>
        <p:spPr>
          <a:xfrm>
            <a:off x="10162032" y="0"/>
            <a:ext cx="2029968" cy="3984625"/>
          </a:xfrm>
          <a:solidFill>
            <a:srgbClr val="A6A9AA"/>
          </a:solidFill>
        </p:spPr>
        <p:txBody>
          <a:bodyPr anchor="ctr"/>
          <a:lstStyle>
            <a:lvl1pPr algn="ctr">
              <a:defRPr b="0">
                <a:solidFill>
                  <a:schemeClr val="bg1"/>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12" name="Title 11">
            <a:extLst>
              <a:ext uri="{FF2B5EF4-FFF2-40B4-BE49-F238E27FC236}">
                <a16:creationId xmlns:a16="http://schemas.microsoft.com/office/drawing/2014/main" id="{2C685442-9E1D-96DF-CF89-A92CB871F5BC}"/>
              </a:ext>
            </a:extLst>
          </p:cNvPr>
          <p:cNvSpPr>
            <a:spLocks noGrp="1"/>
          </p:cNvSpPr>
          <p:nvPr>
            <p:ph type="title"/>
          </p:nvPr>
        </p:nvSpPr>
        <p:spPr>
          <a:xfrm>
            <a:off x="546891" y="552450"/>
            <a:ext cx="6850858" cy="428626"/>
          </a:xfrm>
        </p:spPr>
        <p:txBody>
          <a:bodyPr/>
          <a:lstStyle>
            <a:lvl1pPr>
              <a:defRPr b="1">
                <a:solidFill>
                  <a:schemeClr val="accent1"/>
                </a:solidFill>
              </a:defRPr>
            </a:lvl1pPr>
          </a:lstStyle>
          <a:p>
            <a:r>
              <a:rPr lang="en-US"/>
              <a:t>Click to edit Master title style</a:t>
            </a:r>
          </a:p>
        </p:txBody>
      </p:sp>
      <p:sp>
        <p:nvSpPr>
          <p:cNvPr id="19" name="Text Placeholder 11">
            <a:extLst>
              <a:ext uri="{FF2B5EF4-FFF2-40B4-BE49-F238E27FC236}">
                <a16:creationId xmlns:a16="http://schemas.microsoft.com/office/drawing/2014/main" id="{9E6A5714-8F29-43FB-2C8C-E2BDF9308AA2}"/>
              </a:ext>
            </a:extLst>
          </p:cNvPr>
          <p:cNvSpPr>
            <a:spLocks noGrp="1"/>
          </p:cNvSpPr>
          <p:nvPr>
            <p:ph type="body" sz="quarter" idx="23"/>
          </p:nvPr>
        </p:nvSpPr>
        <p:spPr>
          <a:xfrm>
            <a:off x="546891" y="1127125"/>
            <a:ext cx="6852254" cy="292608"/>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tx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tx1"/>
                </a:solidFill>
                <a:latin typeface="+mj-lt"/>
                <a:ea typeface="GT America Regular" charset="0"/>
                <a:cs typeface="GT America Regular" charset="0"/>
              </a:defRPr>
            </a:lvl9pPr>
          </a:lstStyle>
          <a:p>
            <a:pPr lvl="0"/>
            <a:r>
              <a:rPr lang="en-US"/>
              <a:t>Click to edit Master text styles</a:t>
            </a:r>
          </a:p>
        </p:txBody>
      </p:sp>
      <p:sp>
        <p:nvSpPr>
          <p:cNvPr id="23" name="Text Placeholder 33">
            <a:extLst>
              <a:ext uri="{FF2B5EF4-FFF2-40B4-BE49-F238E27FC236}">
                <a16:creationId xmlns:a16="http://schemas.microsoft.com/office/drawing/2014/main" id="{2B526351-496B-235F-61A3-4656D3654893}"/>
              </a:ext>
            </a:extLst>
          </p:cNvPr>
          <p:cNvSpPr>
            <a:spLocks noGrp="1"/>
          </p:cNvSpPr>
          <p:nvPr>
            <p:ph type="body" sz="quarter" idx="29"/>
          </p:nvPr>
        </p:nvSpPr>
        <p:spPr>
          <a:xfrm>
            <a:off x="539750" y="1849437"/>
            <a:ext cx="6857999"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4" name="Content Placeholder 25">
            <a:extLst>
              <a:ext uri="{FF2B5EF4-FFF2-40B4-BE49-F238E27FC236}">
                <a16:creationId xmlns:a16="http://schemas.microsoft.com/office/drawing/2014/main" id="{8D981F7B-3DFA-DAB1-22F5-DA649A21F2D3}"/>
              </a:ext>
            </a:extLst>
          </p:cNvPr>
          <p:cNvSpPr>
            <a:spLocks noGrp="1"/>
          </p:cNvSpPr>
          <p:nvPr>
            <p:ph sz="quarter" idx="45"/>
          </p:nvPr>
        </p:nvSpPr>
        <p:spPr>
          <a:xfrm>
            <a:off x="546891" y="2425700"/>
            <a:ext cx="6850859" cy="3441700"/>
          </a:xfrm>
        </p:spPr>
        <p:txBody>
          <a:bodyPr/>
          <a:lstStyle>
            <a:lvl3pPr>
              <a:buClr>
                <a:schemeClr val="tx1"/>
              </a:buClr>
              <a:defRPr/>
            </a:lvl3pPr>
            <a:lvl5pPr>
              <a:buClr>
                <a:schemeClr val="tx1"/>
              </a:buClr>
              <a:defRPr/>
            </a:lvl5pPr>
            <a:lvl7pPr>
              <a:buClr>
                <a:schemeClr val="tx1"/>
              </a:buClr>
              <a:defRPr/>
            </a:lvl7pPr>
            <a:lvl9pPr>
              <a:buClr>
                <a:schemeClr val="tx1"/>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15">
            <a:extLst>
              <a:ext uri="{FF2B5EF4-FFF2-40B4-BE49-F238E27FC236}">
                <a16:creationId xmlns:a16="http://schemas.microsoft.com/office/drawing/2014/main" id="{744F74C0-A29C-C2D6-30C6-B4F4CA9322B7}"/>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chemeClr val="tx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dirty="0"/>
              <a:t>Click to add footnotes or disclaimer information</a:t>
            </a:r>
          </a:p>
        </p:txBody>
      </p:sp>
      <p:sp>
        <p:nvSpPr>
          <p:cNvPr id="3" name="Freeform 5">
            <a:extLst>
              <a:ext uri="{FF2B5EF4-FFF2-40B4-BE49-F238E27FC236}">
                <a16:creationId xmlns:a16="http://schemas.microsoft.com/office/drawing/2014/main" id="{7047EC6C-8EB1-E762-D32C-8279EC73C7C1}"/>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711124521"/>
      </p:ext>
    </p:extLst>
  </p:cSld>
  <p:clrMapOvr>
    <a:overrideClrMapping bg1="dk1" tx1="lt1" bg2="dk2" tx2="lt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ynamic Slices 2 / Light - Subhea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94E9E3F-0E54-D2AC-2C3B-B2AD042CCF2F}"/>
              </a:ext>
            </a:extLst>
          </p:cNvPr>
          <p:cNvSpPr/>
          <p:nvPr userDrawn="1"/>
        </p:nvSpPr>
        <p:spPr>
          <a:xfrm>
            <a:off x="8125764" y="1566863"/>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6096000" y="0"/>
            <a:ext cx="2029765" cy="1566863"/>
          </a:xfrm>
          <a:solidFill>
            <a:schemeClr val="accent1"/>
          </a:solidFill>
          <a:ln>
            <a:noFill/>
          </a:ln>
        </p:spPr>
        <p:txBody>
          <a:bodyPr anchor="ctr"/>
          <a:lstStyle>
            <a:lvl1pPr algn="ctr">
              <a:defRPr sz="1200" b="0">
                <a:solidFill>
                  <a:schemeClr val="bg1"/>
                </a:solidFill>
                <a:latin typeface="+mn-lt"/>
              </a:defRPr>
            </a:lvl1pPr>
          </a:lstStyle>
          <a:p>
            <a:pPr lvl="0"/>
            <a:r>
              <a:rPr lang="en-US"/>
              <a:t>Dynamic slice image</a:t>
            </a:r>
            <a:br>
              <a:rPr lang="en-US"/>
            </a:br>
            <a:r>
              <a:rPr lang="en-US"/>
              <a:t>or color fill</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a:xfrm>
            <a:off x="4164864" y="6311900"/>
            <a:ext cx="3236581" cy="269875"/>
          </a:xfrm>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12" name="Title 11">
            <a:extLst>
              <a:ext uri="{FF2B5EF4-FFF2-40B4-BE49-F238E27FC236}">
                <a16:creationId xmlns:a16="http://schemas.microsoft.com/office/drawing/2014/main" id="{B6A2B7E6-3059-8E4F-3CF4-F1E41E44420F}"/>
              </a:ext>
            </a:extLst>
          </p:cNvPr>
          <p:cNvSpPr>
            <a:spLocks noGrp="1"/>
          </p:cNvSpPr>
          <p:nvPr>
            <p:ph type="title"/>
          </p:nvPr>
        </p:nvSpPr>
        <p:spPr>
          <a:xfrm>
            <a:off x="546100" y="552450"/>
            <a:ext cx="5441473" cy="434975"/>
          </a:xfrm>
        </p:spPr>
        <p:txBody>
          <a:bodyPr/>
          <a:lstStyle>
            <a:lvl1pPr>
              <a:defRPr b="1">
                <a:solidFill>
                  <a:schemeClr val="tx2"/>
                </a:solidFill>
              </a:defRPr>
            </a:lvl1pPr>
          </a:lstStyle>
          <a:p>
            <a:r>
              <a:rPr lang="en-US"/>
              <a:t>Click to edit Master title style</a:t>
            </a:r>
          </a:p>
        </p:txBody>
      </p:sp>
      <p:sp>
        <p:nvSpPr>
          <p:cNvPr id="18" name="Text Placeholder 11">
            <a:extLst>
              <a:ext uri="{FF2B5EF4-FFF2-40B4-BE49-F238E27FC236}">
                <a16:creationId xmlns:a16="http://schemas.microsoft.com/office/drawing/2014/main" id="{9D388E5C-FB1D-8ADE-23C8-8F02759F89BF}"/>
              </a:ext>
            </a:extLst>
          </p:cNvPr>
          <p:cNvSpPr>
            <a:spLocks noGrp="1"/>
          </p:cNvSpPr>
          <p:nvPr>
            <p:ph type="body" sz="quarter" idx="23"/>
          </p:nvPr>
        </p:nvSpPr>
        <p:spPr>
          <a:xfrm>
            <a:off x="546100" y="1127125"/>
            <a:ext cx="5445125" cy="292607"/>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0" name="Content Placeholder 29">
            <a:extLst>
              <a:ext uri="{FF2B5EF4-FFF2-40B4-BE49-F238E27FC236}">
                <a16:creationId xmlns:a16="http://schemas.microsoft.com/office/drawing/2014/main" id="{58C0D593-9DC8-91DA-877C-F657119FC2AA}"/>
              </a:ext>
            </a:extLst>
          </p:cNvPr>
          <p:cNvSpPr>
            <a:spLocks noGrp="1"/>
          </p:cNvSpPr>
          <p:nvPr>
            <p:ph sz="quarter" idx="27"/>
          </p:nvPr>
        </p:nvSpPr>
        <p:spPr>
          <a:xfrm>
            <a:off x="550069" y="2425700"/>
            <a:ext cx="6847681"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33">
            <a:extLst>
              <a:ext uri="{FF2B5EF4-FFF2-40B4-BE49-F238E27FC236}">
                <a16:creationId xmlns:a16="http://schemas.microsoft.com/office/drawing/2014/main" id="{F724E384-38F7-2332-6CDE-587ABAE34345}"/>
              </a:ext>
            </a:extLst>
          </p:cNvPr>
          <p:cNvSpPr>
            <a:spLocks noGrp="1"/>
          </p:cNvSpPr>
          <p:nvPr>
            <p:ph type="body" sz="quarter" idx="29"/>
          </p:nvPr>
        </p:nvSpPr>
        <p:spPr>
          <a:xfrm>
            <a:off x="546100" y="1849437"/>
            <a:ext cx="6851650"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Picture Placeholder 9">
            <a:extLst>
              <a:ext uri="{FF2B5EF4-FFF2-40B4-BE49-F238E27FC236}">
                <a16:creationId xmlns:a16="http://schemas.microsoft.com/office/drawing/2014/main" id="{4EB62E2F-2E37-C08A-71AA-5EDB5BF3A79E}"/>
              </a:ext>
            </a:extLst>
          </p:cNvPr>
          <p:cNvSpPr>
            <a:spLocks noGrp="1"/>
          </p:cNvSpPr>
          <p:nvPr>
            <p:ph type="pic" sz="quarter" idx="14" hasCustomPrompt="1"/>
          </p:nvPr>
        </p:nvSpPr>
        <p:spPr>
          <a:xfrm>
            <a:off x="8125765" y="1566862"/>
            <a:ext cx="4066235" cy="5291137"/>
          </a:xfrm>
          <a:noFill/>
        </p:spPr>
        <p:txBody>
          <a:bodyPr lIns="548640" tIns="548640" rIns="548640" bIns="548640" anchor="ctr"/>
          <a:lstStyle>
            <a:lvl1pPr marL="0" indent="0" algn="l">
              <a:buFont typeface="Arial" panose="020B0604020202020204" pitchFamily="34" charset="0"/>
              <a:buNone/>
              <a:defRPr sz="3600" b="1">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
        <p:nvSpPr>
          <p:cNvPr id="5" name="Text Placeholder 15">
            <a:extLst>
              <a:ext uri="{FF2B5EF4-FFF2-40B4-BE49-F238E27FC236}">
                <a16:creationId xmlns:a16="http://schemas.microsoft.com/office/drawing/2014/main" id="{070F9FED-7587-9BA8-2238-305F92B0A992}"/>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dirty="0"/>
              <a:t>Click to add footnotes or disclaimer information</a:t>
            </a:r>
          </a:p>
        </p:txBody>
      </p:sp>
      <p:sp>
        <p:nvSpPr>
          <p:cNvPr id="6" name="Freeform 5">
            <a:extLst>
              <a:ext uri="{FF2B5EF4-FFF2-40B4-BE49-F238E27FC236}">
                <a16:creationId xmlns:a16="http://schemas.microsoft.com/office/drawing/2014/main" id="{79545D53-1DB6-4F7C-45C0-80C97BAC006C}"/>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89898896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ynamic Slices 2 / Dark - Subhead">
    <p:bg>
      <p:bgPr>
        <a:solidFill>
          <a:schemeClr val="tx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A610EE1-689A-470F-628F-EEA20DE95059}"/>
              </a:ext>
            </a:extLst>
          </p:cNvPr>
          <p:cNvSpPr/>
          <p:nvPr userDrawn="1"/>
        </p:nvSpPr>
        <p:spPr>
          <a:xfrm>
            <a:off x="8125764" y="1566863"/>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9">
            <a:extLst>
              <a:ext uri="{FF2B5EF4-FFF2-40B4-BE49-F238E27FC236}">
                <a16:creationId xmlns:a16="http://schemas.microsoft.com/office/drawing/2014/main" id="{4A49D3FC-5492-D318-3220-FE343B99E4C8}"/>
              </a:ext>
            </a:extLst>
          </p:cNvPr>
          <p:cNvSpPr>
            <a:spLocks noGrp="1"/>
          </p:cNvSpPr>
          <p:nvPr>
            <p:ph type="pic" sz="quarter" idx="14" hasCustomPrompt="1"/>
          </p:nvPr>
        </p:nvSpPr>
        <p:spPr>
          <a:xfrm>
            <a:off x="8125765" y="1566862"/>
            <a:ext cx="4066235" cy="5291137"/>
          </a:xfrm>
          <a:noFill/>
        </p:spPr>
        <p:txBody>
          <a:bodyPr lIns="548640" tIns="548640" rIns="548640" bIns="548640" anchor="ctr"/>
          <a:lstStyle>
            <a:lvl1pPr marL="0" indent="0" algn="l">
              <a:buFont typeface="Arial" panose="020B0604020202020204" pitchFamily="34" charset="0"/>
              <a:buNone/>
              <a:defRPr sz="3600" b="1">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6096000" y="0"/>
            <a:ext cx="2029765" cy="1566863"/>
          </a:xfrm>
          <a:solidFill>
            <a:schemeClr val="accent1"/>
          </a:solidFill>
          <a:ln>
            <a:noFill/>
          </a:ln>
        </p:spPr>
        <p:txBody>
          <a:bodyPr anchor="ctr"/>
          <a:lstStyle>
            <a:lvl1pPr algn="ctr">
              <a:defRPr sz="1200" b="0">
                <a:solidFill>
                  <a:schemeClr val="bg1"/>
                </a:solidFill>
                <a:latin typeface="+mn-lt"/>
              </a:defRPr>
            </a:lvl1pPr>
          </a:lstStyle>
          <a:p>
            <a:pPr lvl="0"/>
            <a:r>
              <a:rPr lang="en-US"/>
              <a:t>Dynamic slice image</a:t>
            </a:r>
            <a:br>
              <a:rPr lang="en-US"/>
            </a:br>
            <a:r>
              <a:rPr lang="en-US"/>
              <a:t>or color fill</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a:xfrm>
            <a:off x="4161167" y="6311900"/>
            <a:ext cx="3236581" cy="269875"/>
          </a:xfrm>
        </p:spPr>
        <p:txBody>
          <a:bodyPr/>
          <a:lstStyle>
            <a:lvl1pPr>
              <a:defRPr>
                <a:solidFill>
                  <a:schemeClr val="bg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12" name="Title 11">
            <a:extLst>
              <a:ext uri="{FF2B5EF4-FFF2-40B4-BE49-F238E27FC236}">
                <a16:creationId xmlns:a16="http://schemas.microsoft.com/office/drawing/2014/main" id="{B6A2B7E6-3059-8E4F-3CF4-F1E41E44420F}"/>
              </a:ext>
            </a:extLst>
          </p:cNvPr>
          <p:cNvSpPr>
            <a:spLocks noGrp="1"/>
          </p:cNvSpPr>
          <p:nvPr>
            <p:ph type="title"/>
          </p:nvPr>
        </p:nvSpPr>
        <p:spPr>
          <a:xfrm>
            <a:off x="546100" y="552450"/>
            <a:ext cx="5441473" cy="434975"/>
          </a:xfrm>
        </p:spPr>
        <p:txBody>
          <a:bodyPr/>
          <a:lstStyle>
            <a:lvl1pPr>
              <a:defRPr b="1">
                <a:solidFill>
                  <a:schemeClr val="accent1"/>
                </a:solidFill>
              </a:defRPr>
            </a:lvl1pPr>
          </a:lstStyle>
          <a:p>
            <a:r>
              <a:rPr lang="en-US"/>
              <a:t>Click to edit Master title style</a:t>
            </a:r>
          </a:p>
        </p:txBody>
      </p:sp>
      <p:sp>
        <p:nvSpPr>
          <p:cNvPr id="22" name="Text Placeholder 11">
            <a:extLst>
              <a:ext uri="{FF2B5EF4-FFF2-40B4-BE49-F238E27FC236}">
                <a16:creationId xmlns:a16="http://schemas.microsoft.com/office/drawing/2014/main" id="{9C9BE862-933D-B8D2-1646-E5CF8CEC4FF4}"/>
              </a:ext>
            </a:extLst>
          </p:cNvPr>
          <p:cNvSpPr>
            <a:spLocks noGrp="1"/>
          </p:cNvSpPr>
          <p:nvPr>
            <p:ph type="body" sz="quarter" idx="23"/>
          </p:nvPr>
        </p:nvSpPr>
        <p:spPr>
          <a:xfrm>
            <a:off x="546100" y="1127125"/>
            <a:ext cx="5445125" cy="292607"/>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24" name="Text Placeholder 33">
            <a:extLst>
              <a:ext uri="{FF2B5EF4-FFF2-40B4-BE49-F238E27FC236}">
                <a16:creationId xmlns:a16="http://schemas.microsoft.com/office/drawing/2014/main" id="{BCC2869B-FAAE-3BB6-A892-BE38C3B3A864}"/>
              </a:ext>
            </a:extLst>
          </p:cNvPr>
          <p:cNvSpPr>
            <a:spLocks noGrp="1"/>
          </p:cNvSpPr>
          <p:nvPr>
            <p:ph type="body" sz="quarter" idx="29"/>
          </p:nvPr>
        </p:nvSpPr>
        <p:spPr>
          <a:xfrm>
            <a:off x="546100" y="1849437"/>
            <a:ext cx="6851648"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5" name="Content Placeholder 25">
            <a:extLst>
              <a:ext uri="{FF2B5EF4-FFF2-40B4-BE49-F238E27FC236}">
                <a16:creationId xmlns:a16="http://schemas.microsoft.com/office/drawing/2014/main" id="{9D00109D-23D6-35EC-8D08-145972370CD0}"/>
              </a:ext>
            </a:extLst>
          </p:cNvPr>
          <p:cNvSpPr>
            <a:spLocks noGrp="1"/>
          </p:cNvSpPr>
          <p:nvPr>
            <p:ph sz="quarter" idx="45"/>
          </p:nvPr>
        </p:nvSpPr>
        <p:spPr>
          <a:xfrm>
            <a:off x="546100" y="2425700"/>
            <a:ext cx="6851650" cy="34417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15">
            <a:extLst>
              <a:ext uri="{FF2B5EF4-FFF2-40B4-BE49-F238E27FC236}">
                <a16:creationId xmlns:a16="http://schemas.microsoft.com/office/drawing/2014/main" id="{97A7D45A-2735-9F87-11E5-6BB0ED0226A8}"/>
              </a:ext>
            </a:extLst>
          </p:cNvPr>
          <p:cNvSpPr>
            <a:spLocks noGrp="1"/>
          </p:cNvSpPr>
          <p:nvPr>
            <p:ph type="body" sz="quarter" idx="19" hasCustomPrompt="1"/>
          </p:nvPr>
        </p:nvSpPr>
        <p:spPr>
          <a:xfrm>
            <a:off x="546100" y="6019800"/>
            <a:ext cx="5415788"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chemeClr val="bg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dirty="0"/>
              <a:t>Click to add footnotes or disclaimer information</a:t>
            </a:r>
          </a:p>
        </p:txBody>
      </p:sp>
      <p:sp>
        <p:nvSpPr>
          <p:cNvPr id="5" name="Freeform 5">
            <a:extLst>
              <a:ext uri="{FF2B5EF4-FFF2-40B4-BE49-F238E27FC236}">
                <a16:creationId xmlns:a16="http://schemas.microsoft.com/office/drawing/2014/main" id="{28F8EF24-E6D9-E593-FB63-2A68B21B4BE7}"/>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09511793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Dynamic Slices 3 / Light - Subhead">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8" name="Title 7">
            <a:extLst>
              <a:ext uri="{FF2B5EF4-FFF2-40B4-BE49-F238E27FC236}">
                <a16:creationId xmlns:a16="http://schemas.microsoft.com/office/drawing/2014/main" id="{F08C48AF-02EF-8FA0-A466-0869BF05C3EF}"/>
              </a:ext>
            </a:extLst>
          </p:cNvPr>
          <p:cNvSpPr>
            <a:spLocks noGrp="1"/>
          </p:cNvSpPr>
          <p:nvPr>
            <p:ph type="title"/>
          </p:nvPr>
        </p:nvSpPr>
        <p:spPr>
          <a:xfrm>
            <a:off x="546100" y="552450"/>
            <a:ext cx="6851649" cy="434975"/>
          </a:xfrm>
        </p:spPr>
        <p:txBody>
          <a:bodyPr/>
          <a:lstStyle>
            <a:lvl1pPr>
              <a:defRPr b="1">
                <a:solidFill>
                  <a:schemeClr val="tx2"/>
                </a:solidFill>
              </a:defRPr>
            </a:lvl1pPr>
          </a:lstStyle>
          <a:p>
            <a:r>
              <a:rPr lang="en-US"/>
              <a:t>Click to edit Master title style</a:t>
            </a:r>
          </a:p>
        </p:txBody>
      </p:sp>
      <p:sp>
        <p:nvSpPr>
          <p:cNvPr id="17" name="Text Placeholder 11">
            <a:extLst>
              <a:ext uri="{FF2B5EF4-FFF2-40B4-BE49-F238E27FC236}">
                <a16:creationId xmlns:a16="http://schemas.microsoft.com/office/drawing/2014/main" id="{42B1C8D0-9BF5-7D51-4653-BA462E698BF8}"/>
              </a:ext>
            </a:extLst>
          </p:cNvPr>
          <p:cNvSpPr>
            <a:spLocks noGrp="1"/>
          </p:cNvSpPr>
          <p:nvPr>
            <p:ph type="body" sz="quarter" idx="23"/>
          </p:nvPr>
        </p:nvSpPr>
        <p:spPr>
          <a:xfrm>
            <a:off x="546100" y="1127125"/>
            <a:ext cx="6853396" cy="292608"/>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9" name="Content Placeholder 29">
            <a:extLst>
              <a:ext uri="{FF2B5EF4-FFF2-40B4-BE49-F238E27FC236}">
                <a16:creationId xmlns:a16="http://schemas.microsoft.com/office/drawing/2014/main" id="{B08BBDC8-9EE2-4892-A502-EE24EF94D90E}"/>
              </a:ext>
            </a:extLst>
          </p:cNvPr>
          <p:cNvSpPr>
            <a:spLocks noGrp="1"/>
          </p:cNvSpPr>
          <p:nvPr>
            <p:ph sz="quarter" idx="27"/>
          </p:nvPr>
        </p:nvSpPr>
        <p:spPr>
          <a:xfrm>
            <a:off x="546100" y="2425700"/>
            <a:ext cx="6851650" cy="27257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33">
            <a:extLst>
              <a:ext uri="{FF2B5EF4-FFF2-40B4-BE49-F238E27FC236}">
                <a16:creationId xmlns:a16="http://schemas.microsoft.com/office/drawing/2014/main" id="{49A0AA3E-9575-EECD-E637-A3C1AED8E871}"/>
              </a:ext>
            </a:extLst>
          </p:cNvPr>
          <p:cNvSpPr>
            <a:spLocks noGrp="1"/>
          </p:cNvSpPr>
          <p:nvPr>
            <p:ph type="body" sz="quarter" idx="29"/>
          </p:nvPr>
        </p:nvSpPr>
        <p:spPr>
          <a:xfrm>
            <a:off x="546100" y="1849437"/>
            <a:ext cx="6851650"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Picture Placeholder 9">
            <a:extLst>
              <a:ext uri="{FF2B5EF4-FFF2-40B4-BE49-F238E27FC236}">
                <a16:creationId xmlns:a16="http://schemas.microsoft.com/office/drawing/2014/main" id="{378C4A14-D3BD-0C77-5422-EA4EA16B7E7F}"/>
              </a:ext>
            </a:extLst>
          </p:cNvPr>
          <p:cNvSpPr>
            <a:spLocks noGrp="1"/>
          </p:cNvSpPr>
          <p:nvPr>
            <p:ph type="pic" sz="quarter" idx="13" hasCustomPrompt="1"/>
          </p:nvPr>
        </p:nvSpPr>
        <p:spPr>
          <a:xfrm>
            <a:off x="6096000" y="5292725"/>
            <a:ext cx="2029765" cy="1566863"/>
          </a:xfrm>
          <a:solidFill>
            <a:schemeClr val="accent1"/>
          </a:solidFill>
          <a:ln>
            <a:noFill/>
          </a:ln>
        </p:spPr>
        <p:txBody>
          <a:bodyPr anchor="ctr"/>
          <a:lstStyle>
            <a:lvl1pPr algn="ctr">
              <a:defRPr sz="1200" b="0">
                <a:solidFill>
                  <a:schemeClr val="bg1"/>
                </a:solidFill>
                <a:latin typeface="+mn-lt"/>
              </a:defRPr>
            </a:lvl1pPr>
          </a:lstStyle>
          <a:p>
            <a:pPr lvl="0"/>
            <a:r>
              <a:rPr lang="en-US"/>
              <a:t>Dynamic slice image</a:t>
            </a:r>
            <a:br>
              <a:rPr lang="en-US"/>
            </a:br>
            <a:r>
              <a:rPr lang="en-US"/>
              <a:t>or color fill</a:t>
            </a:r>
          </a:p>
        </p:txBody>
      </p:sp>
      <p:sp>
        <p:nvSpPr>
          <p:cNvPr id="3" name="Rectangle 2">
            <a:extLst>
              <a:ext uri="{FF2B5EF4-FFF2-40B4-BE49-F238E27FC236}">
                <a16:creationId xmlns:a16="http://schemas.microsoft.com/office/drawing/2014/main" id="{72BB9506-B167-D1C5-0F86-C217EEE5BFC3}"/>
              </a:ext>
            </a:extLst>
          </p:cNvPr>
          <p:cNvSpPr/>
          <p:nvPr userDrawn="1"/>
        </p:nvSpPr>
        <p:spPr>
          <a:xfrm>
            <a:off x="8125764" y="0"/>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9">
            <a:extLst>
              <a:ext uri="{FF2B5EF4-FFF2-40B4-BE49-F238E27FC236}">
                <a16:creationId xmlns:a16="http://schemas.microsoft.com/office/drawing/2014/main" id="{1321E794-0491-E9E6-121A-E516B2215417}"/>
              </a:ext>
            </a:extLst>
          </p:cNvPr>
          <p:cNvSpPr>
            <a:spLocks noGrp="1"/>
          </p:cNvSpPr>
          <p:nvPr>
            <p:ph type="pic" sz="quarter" idx="14" hasCustomPrompt="1"/>
          </p:nvPr>
        </p:nvSpPr>
        <p:spPr>
          <a:xfrm>
            <a:off x="8125765" y="0"/>
            <a:ext cx="4066235" cy="5291137"/>
          </a:xfrm>
          <a:noFill/>
        </p:spPr>
        <p:txBody>
          <a:bodyPr lIns="548640" tIns="548640" rIns="548640" bIns="548640" anchor="ctr"/>
          <a:lstStyle>
            <a:lvl1pPr marL="0" indent="0" algn="l">
              <a:buFont typeface="Arial" panose="020B0604020202020204" pitchFamily="34" charset="0"/>
              <a:buNone/>
              <a:defRPr sz="3600" b="1">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
        <p:nvSpPr>
          <p:cNvPr id="7" name="Text Placeholder 15">
            <a:extLst>
              <a:ext uri="{FF2B5EF4-FFF2-40B4-BE49-F238E27FC236}">
                <a16:creationId xmlns:a16="http://schemas.microsoft.com/office/drawing/2014/main" id="{8327AC3C-EC39-7757-AE4D-B3221D7D7FC1}"/>
              </a:ext>
            </a:extLst>
          </p:cNvPr>
          <p:cNvSpPr>
            <a:spLocks noGrp="1"/>
          </p:cNvSpPr>
          <p:nvPr>
            <p:ph type="body" sz="quarter" idx="19" hasCustomPrompt="1"/>
          </p:nvPr>
        </p:nvSpPr>
        <p:spPr>
          <a:xfrm>
            <a:off x="546099" y="6019800"/>
            <a:ext cx="5470653"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dirty="0"/>
              <a:t>Click to add footnotes or disclaimer information</a:t>
            </a:r>
          </a:p>
        </p:txBody>
      </p:sp>
      <p:sp>
        <p:nvSpPr>
          <p:cNvPr id="6" name="Freeform 5">
            <a:extLst>
              <a:ext uri="{FF2B5EF4-FFF2-40B4-BE49-F238E27FC236}">
                <a16:creationId xmlns:a16="http://schemas.microsoft.com/office/drawing/2014/main" id="{B694B6C5-C7B8-D1A4-A0B2-9D7D310779AF}"/>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68873139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Dynamic Slices 3 / Dark - Subhead">
    <p:bg>
      <p:bgPr>
        <a:solidFill>
          <a:schemeClr val="tx2"/>
        </a:solidFill>
        <a:effectLst/>
      </p:bgPr>
    </p:bg>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8" name="Title 7">
            <a:extLst>
              <a:ext uri="{FF2B5EF4-FFF2-40B4-BE49-F238E27FC236}">
                <a16:creationId xmlns:a16="http://schemas.microsoft.com/office/drawing/2014/main" id="{F08C48AF-02EF-8FA0-A466-0869BF05C3EF}"/>
              </a:ext>
            </a:extLst>
          </p:cNvPr>
          <p:cNvSpPr>
            <a:spLocks noGrp="1"/>
          </p:cNvSpPr>
          <p:nvPr>
            <p:ph type="title"/>
          </p:nvPr>
        </p:nvSpPr>
        <p:spPr>
          <a:xfrm>
            <a:off x="546100" y="552450"/>
            <a:ext cx="6851649" cy="434975"/>
          </a:xfrm>
        </p:spPr>
        <p:txBody>
          <a:bodyPr/>
          <a:lstStyle>
            <a:lvl1pPr>
              <a:defRPr b="1">
                <a:solidFill>
                  <a:schemeClr val="accent1"/>
                </a:solidFill>
              </a:defRPr>
            </a:lvl1pPr>
          </a:lstStyle>
          <a:p>
            <a:r>
              <a:rPr lang="en-US"/>
              <a:t>Click to edit Master title style</a:t>
            </a:r>
          </a:p>
        </p:txBody>
      </p:sp>
      <p:sp>
        <p:nvSpPr>
          <p:cNvPr id="13" name="Text Placeholder 11">
            <a:extLst>
              <a:ext uri="{FF2B5EF4-FFF2-40B4-BE49-F238E27FC236}">
                <a16:creationId xmlns:a16="http://schemas.microsoft.com/office/drawing/2014/main" id="{C1B3D74E-B270-D5EC-6F1E-2F3F425D169B}"/>
              </a:ext>
            </a:extLst>
          </p:cNvPr>
          <p:cNvSpPr>
            <a:spLocks noGrp="1"/>
          </p:cNvSpPr>
          <p:nvPr>
            <p:ph type="body" sz="quarter" idx="23"/>
          </p:nvPr>
        </p:nvSpPr>
        <p:spPr>
          <a:xfrm>
            <a:off x="546892" y="1127125"/>
            <a:ext cx="6853452" cy="292607"/>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18" name="Text Placeholder 33">
            <a:extLst>
              <a:ext uri="{FF2B5EF4-FFF2-40B4-BE49-F238E27FC236}">
                <a16:creationId xmlns:a16="http://schemas.microsoft.com/office/drawing/2014/main" id="{FC341142-156C-1A12-BFCF-8E43F622EC84}"/>
              </a:ext>
            </a:extLst>
          </p:cNvPr>
          <p:cNvSpPr>
            <a:spLocks noGrp="1"/>
          </p:cNvSpPr>
          <p:nvPr>
            <p:ph type="body" sz="quarter" idx="29"/>
          </p:nvPr>
        </p:nvSpPr>
        <p:spPr>
          <a:xfrm>
            <a:off x="546892" y="1849437"/>
            <a:ext cx="6850858"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9" name="Content Placeholder 25">
            <a:extLst>
              <a:ext uri="{FF2B5EF4-FFF2-40B4-BE49-F238E27FC236}">
                <a16:creationId xmlns:a16="http://schemas.microsoft.com/office/drawing/2014/main" id="{697DE6C5-E6D7-D5B0-D5AF-03E4A50E0461}"/>
              </a:ext>
            </a:extLst>
          </p:cNvPr>
          <p:cNvSpPr>
            <a:spLocks noGrp="1"/>
          </p:cNvSpPr>
          <p:nvPr>
            <p:ph sz="quarter" idx="45"/>
          </p:nvPr>
        </p:nvSpPr>
        <p:spPr>
          <a:xfrm>
            <a:off x="546892" y="2425700"/>
            <a:ext cx="6850858" cy="2725738"/>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Picture Placeholder 9">
            <a:extLst>
              <a:ext uri="{FF2B5EF4-FFF2-40B4-BE49-F238E27FC236}">
                <a16:creationId xmlns:a16="http://schemas.microsoft.com/office/drawing/2014/main" id="{C6BD3E9F-3FB2-86B5-5D44-D025A9DEC744}"/>
              </a:ext>
            </a:extLst>
          </p:cNvPr>
          <p:cNvSpPr>
            <a:spLocks noGrp="1"/>
          </p:cNvSpPr>
          <p:nvPr>
            <p:ph type="pic" sz="quarter" idx="13" hasCustomPrompt="1"/>
          </p:nvPr>
        </p:nvSpPr>
        <p:spPr>
          <a:xfrm>
            <a:off x="6096000" y="5292725"/>
            <a:ext cx="2029765" cy="1566863"/>
          </a:xfrm>
          <a:solidFill>
            <a:schemeClr val="accent1"/>
          </a:solidFill>
          <a:ln>
            <a:noFill/>
          </a:ln>
        </p:spPr>
        <p:txBody>
          <a:bodyPr anchor="ctr"/>
          <a:lstStyle>
            <a:lvl1pPr algn="ctr">
              <a:defRPr sz="1200" b="0">
                <a:solidFill>
                  <a:schemeClr val="bg1"/>
                </a:solidFill>
                <a:latin typeface="+mn-lt"/>
              </a:defRPr>
            </a:lvl1pPr>
          </a:lstStyle>
          <a:p>
            <a:pPr lvl="0"/>
            <a:r>
              <a:rPr lang="en-US"/>
              <a:t>Dynamic slice image</a:t>
            </a:r>
            <a:br>
              <a:rPr lang="en-US"/>
            </a:br>
            <a:r>
              <a:rPr lang="en-US"/>
              <a:t>or color fill</a:t>
            </a:r>
          </a:p>
        </p:txBody>
      </p:sp>
      <p:sp>
        <p:nvSpPr>
          <p:cNvPr id="3" name="Rectangle 2">
            <a:extLst>
              <a:ext uri="{FF2B5EF4-FFF2-40B4-BE49-F238E27FC236}">
                <a16:creationId xmlns:a16="http://schemas.microsoft.com/office/drawing/2014/main" id="{CEE01ADF-2A73-83EE-EE3F-AC171880FCD8}"/>
              </a:ext>
            </a:extLst>
          </p:cNvPr>
          <p:cNvSpPr/>
          <p:nvPr userDrawn="1"/>
        </p:nvSpPr>
        <p:spPr>
          <a:xfrm>
            <a:off x="8125764" y="0"/>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Picture Placeholder 9">
            <a:extLst>
              <a:ext uri="{FF2B5EF4-FFF2-40B4-BE49-F238E27FC236}">
                <a16:creationId xmlns:a16="http://schemas.microsoft.com/office/drawing/2014/main" id="{254E1435-77AE-ED78-111D-A9A3F32B09FD}"/>
              </a:ext>
            </a:extLst>
          </p:cNvPr>
          <p:cNvSpPr>
            <a:spLocks noGrp="1"/>
          </p:cNvSpPr>
          <p:nvPr>
            <p:ph type="pic" sz="quarter" idx="14" hasCustomPrompt="1"/>
          </p:nvPr>
        </p:nvSpPr>
        <p:spPr>
          <a:xfrm>
            <a:off x="8125765" y="0"/>
            <a:ext cx="4066235" cy="5291137"/>
          </a:xfrm>
          <a:noFill/>
        </p:spPr>
        <p:txBody>
          <a:bodyPr lIns="548640" tIns="548640" rIns="548640" bIns="548640" anchor="ctr"/>
          <a:lstStyle>
            <a:lvl1pPr marL="0" indent="0" algn="l">
              <a:buFont typeface="Arial" panose="020B0604020202020204" pitchFamily="34" charset="0"/>
              <a:buNone/>
              <a:defRPr sz="3600" b="1">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
        <p:nvSpPr>
          <p:cNvPr id="5" name="Text Placeholder 15">
            <a:extLst>
              <a:ext uri="{FF2B5EF4-FFF2-40B4-BE49-F238E27FC236}">
                <a16:creationId xmlns:a16="http://schemas.microsoft.com/office/drawing/2014/main" id="{5E150DC8-4D22-1AE0-F80F-F6BA63119D1D}"/>
              </a:ext>
            </a:extLst>
          </p:cNvPr>
          <p:cNvSpPr>
            <a:spLocks noGrp="1"/>
          </p:cNvSpPr>
          <p:nvPr>
            <p:ph type="body" sz="quarter" idx="19" hasCustomPrompt="1"/>
          </p:nvPr>
        </p:nvSpPr>
        <p:spPr>
          <a:xfrm>
            <a:off x="546100" y="6019800"/>
            <a:ext cx="5415788"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6" name="Freeform 5">
            <a:extLst>
              <a:ext uri="{FF2B5EF4-FFF2-40B4-BE49-F238E27FC236}">
                <a16:creationId xmlns:a16="http://schemas.microsoft.com/office/drawing/2014/main" id="{5D1BE82C-6923-10A9-FD44-0C39CC738314}"/>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95833896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 Column - Thirds Right">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BB9BC941-343A-ECD1-D9EB-762F51A4DB1C}"/>
              </a:ext>
            </a:extLst>
          </p:cNvPr>
          <p:cNvSpPr/>
          <p:nvPr userDrawn="1"/>
        </p:nvSpPr>
        <p:spPr bwMode="hidden">
          <a:xfrm>
            <a:off x="4072128" y="0"/>
            <a:ext cx="270662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A5650459-F1D6-356F-1BD0-28F741FD03A7}"/>
              </a:ext>
            </a:extLst>
          </p:cNvPr>
          <p:cNvSpPr/>
          <p:nvPr userDrawn="1"/>
        </p:nvSpPr>
        <p:spPr bwMode="hidden">
          <a:xfrm>
            <a:off x="6778752" y="0"/>
            <a:ext cx="2706624"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F231D05A-0C4D-9AD2-7B54-AEC3D27C0526}"/>
              </a:ext>
            </a:extLst>
          </p:cNvPr>
          <p:cNvSpPr/>
          <p:nvPr userDrawn="1"/>
        </p:nvSpPr>
        <p:spPr bwMode="hidden">
          <a:xfrm>
            <a:off x="9485376" y="0"/>
            <a:ext cx="2706624" cy="6858000"/>
          </a:xfrm>
          <a:prstGeom prst="rect">
            <a:avLst/>
          </a:prstGeom>
          <a:solidFill>
            <a:srgbClr val="F0F0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 Placeholder 10">
            <a:extLst>
              <a:ext uri="{FF2B5EF4-FFF2-40B4-BE49-F238E27FC236}">
                <a16:creationId xmlns:a16="http://schemas.microsoft.com/office/drawing/2014/main" id="{B88CC021-CDD2-6418-1ADC-6959FDAC120A}"/>
              </a:ext>
            </a:extLst>
          </p:cNvPr>
          <p:cNvSpPr>
            <a:spLocks noGrp="1"/>
          </p:cNvSpPr>
          <p:nvPr>
            <p:ph type="body" sz="quarter" idx="21"/>
          </p:nvPr>
        </p:nvSpPr>
        <p:spPr>
          <a:xfrm>
            <a:off x="546100" y="2041525"/>
            <a:ext cx="3310473" cy="564300"/>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37" name="Content Placeholder 22">
            <a:extLst>
              <a:ext uri="{FF2B5EF4-FFF2-40B4-BE49-F238E27FC236}">
                <a16:creationId xmlns:a16="http://schemas.microsoft.com/office/drawing/2014/main" id="{97E0F40B-B869-0C41-17E9-7CB4DEBBA384}"/>
              </a:ext>
            </a:extLst>
          </p:cNvPr>
          <p:cNvSpPr>
            <a:spLocks noGrp="1"/>
          </p:cNvSpPr>
          <p:nvPr>
            <p:ph sz="quarter" idx="23"/>
          </p:nvPr>
        </p:nvSpPr>
        <p:spPr>
          <a:xfrm>
            <a:off x="546099" y="2714624"/>
            <a:ext cx="3310473"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39" name="Content Placeholder 38">
            <a:extLst>
              <a:ext uri="{FF2B5EF4-FFF2-40B4-BE49-F238E27FC236}">
                <a16:creationId xmlns:a16="http://schemas.microsoft.com/office/drawing/2014/main" id="{B8FB8A65-64DE-688C-A8C8-69259DE4ACFC}"/>
              </a:ext>
            </a:extLst>
          </p:cNvPr>
          <p:cNvSpPr>
            <a:spLocks noGrp="1"/>
          </p:cNvSpPr>
          <p:nvPr>
            <p:ph sz="quarter" idx="51"/>
          </p:nvPr>
        </p:nvSpPr>
        <p:spPr>
          <a:xfrm>
            <a:off x="4287584" y="2714626"/>
            <a:ext cx="1947672" cy="2727324"/>
          </a:xfrm>
        </p:spPr>
        <p:txBody>
          <a:bodyPr/>
          <a:lstStyle>
            <a:lvl1pPr>
              <a:defRPr b="1">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1" name="Content Placeholder 40">
            <a:extLst>
              <a:ext uri="{FF2B5EF4-FFF2-40B4-BE49-F238E27FC236}">
                <a16:creationId xmlns:a16="http://schemas.microsoft.com/office/drawing/2014/main" id="{83F5807E-64D9-26C9-A052-A940055EC2EC}"/>
              </a:ext>
            </a:extLst>
          </p:cNvPr>
          <p:cNvSpPr>
            <a:spLocks noGrp="1"/>
          </p:cNvSpPr>
          <p:nvPr>
            <p:ph sz="quarter" idx="52"/>
          </p:nvPr>
        </p:nvSpPr>
        <p:spPr>
          <a:xfrm>
            <a:off x="6988240" y="2714625"/>
            <a:ext cx="1947672" cy="2727325"/>
          </a:xfrm>
        </p:spPr>
        <p:txBody>
          <a:bodyPr/>
          <a:lstStyle>
            <a:lvl1pPr>
              <a:defRPr b="1">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3" name="Content Placeholder 42">
            <a:extLst>
              <a:ext uri="{FF2B5EF4-FFF2-40B4-BE49-F238E27FC236}">
                <a16:creationId xmlns:a16="http://schemas.microsoft.com/office/drawing/2014/main" id="{D4223DE0-4467-4663-D8D2-667F2C64D3E3}"/>
              </a:ext>
            </a:extLst>
          </p:cNvPr>
          <p:cNvSpPr>
            <a:spLocks noGrp="1"/>
          </p:cNvSpPr>
          <p:nvPr>
            <p:ph sz="quarter" idx="53"/>
          </p:nvPr>
        </p:nvSpPr>
        <p:spPr>
          <a:xfrm>
            <a:off x="9694862" y="2714625"/>
            <a:ext cx="1943101" cy="2727325"/>
          </a:xfrm>
        </p:spPr>
        <p:txBody>
          <a:bodyPr/>
          <a:lstStyle>
            <a:lvl1pPr>
              <a:defRPr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2" name="Title 6">
            <a:extLst>
              <a:ext uri="{FF2B5EF4-FFF2-40B4-BE49-F238E27FC236}">
                <a16:creationId xmlns:a16="http://schemas.microsoft.com/office/drawing/2014/main" id="{A89FE490-E7D7-201C-0720-BA02B4F4870D}"/>
              </a:ext>
            </a:extLst>
          </p:cNvPr>
          <p:cNvSpPr>
            <a:spLocks noGrp="1"/>
          </p:cNvSpPr>
          <p:nvPr>
            <p:ph type="title"/>
          </p:nvPr>
        </p:nvSpPr>
        <p:spPr>
          <a:xfrm>
            <a:off x="546100" y="552450"/>
            <a:ext cx="3300984" cy="1426604"/>
          </a:xfrm>
        </p:spPr>
        <p:txBody>
          <a:bodyPr rIns="182880"/>
          <a:lstStyle>
            <a:lvl1pPr>
              <a:defRPr b="1">
                <a:solidFill>
                  <a:schemeClr val="tx2"/>
                </a:solidFill>
              </a:defRPr>
            </a:lvl1pPr>
          </a:lstStyle>
          <a:p>
            <a:r>
              <a:rPr lang="en-US"/>
              <a:t>Click to edit Master title style</a:t>
            </a:r>
          </a:p>
        </p:txBody>
      </p:sp>
      <p:sp>
        <p:nvSpPr>
          <p:cNvPr id="3" name="Text Placeholder 15">
            <a:extLst>
              <a:ext uri="{FF2B5EF4-FFF2-40B4-BE49-F238E27FC236}">
                <a16:creationId xmlns:a16="http://schemas.microsoft.com/office/drawing/2014/main" id="{396E7F2F-B56B-CEA9-9D31-122E703BDBE9}"/>
              </a:ext>
            </a:extLst>
          </p:cNvPr>
          <p:cNvSpPr>
            <a:spLocks noGrp="1"/>
          </p:cNvSpPr>
          <p:nvPr>
            <p:ph type="body" sz="quarter" idx="19" hasCustomPrompt="1"/>
          </p:nvPr>
        </p:nvSpPr>
        <p:spPr>
          <a:xfrm>
            <a:off x="546100" y="6019800"/>
            <a:ext cx="3310472"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5" name="Freeform 5">
            <a:extLst>
              <a:ext uri="{FF2B5EF4-FFF2-40B4-BE49-F238E27FC236}">
                <a16:creationId xmlns:a16="http://schemas.microsoft.com/office/drawing/2014/main" id="{BFED345C-D399-29B7-D0B5-F9199E5BF1E1}"/>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74075285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 Column Left - Custom Columns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DC42E88-6CA5-D615-F095-E179BC98BD17}"/>
              </a:ext>
            </a:extLst>
          </p:cNvPr>
          <p:cNvSpPr/>
          <p:nvPr userDrawn="1"/>
        </p:nvSpPr>
        <p:spPr bwMode="hidden">
          <a:xfrm>
            <a:off x="4059886" y="0"/>
            <a:ext cx="813211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ooter Placeholder 10">
            <a:extLst>
              <a:ext uri="{FF2B5EF4-FFF2-40B4-BE49-F238E27FC236}">
                <a16:creationId xmlns:a16="http://schemas.microsoft.com/office/drawing/2014/main" id="{BAECEC3D-770F-7250-26AF-412E70DE9C76}"/>
              </a:ext>
            </a:extLst>
          </p:cNvPr>
          <p:cNvSpPr>
            <a:spLocks noGrp="1"/>
          </p:cNvSpPr>
          <p:nvPr>
            <p:ph type="ftr" sz="quarter" idx="33"/>
          </p:nvPr>
        </p:nvSpPr>
        <p:spPr/>
        <p:txBody>
          <a:bodyPr/>
          <a:lstStyle>
            <a:lvl1pPr>
              <a:defRPr>
                <a:solidFill>
                  <a:schemeClr val="bg1"/>
                </a:solidFill>
              </a:defRPr>
            </a:lvl1pPr>
          </a:lstStyle>
          <a:p>
            <a:endParaRPr lang="en-US"/>
          </a:p>
        </p:txBody>
      </p:sp>
      <p:sp>
        <p:nvSpPr>
          <p:cNvPr id="16" name="Slide Number Placeholder 15">
            <a:extLst>
              <a:ext uri="{FF2B5EF4-FFF2-40B4-BE49-F238E27FC236}">
                <a16:creationId xmlns:a16="http://schemas.microsoft.com/office/drawing/2014/main" id="{C768E3CA-EE05-5C0C-7FDE-235DD91067BA}"/>
              </a:ext>
            </a:extLst>
          </p:cNvPr>
          <p:cNvSpPr>
            <a:spLocks noGrp="1"/>
          </p:cNvSpPr>
          <p:nvPr>
            <p:ph type="sldNum" sz="quarter" idx="34"/>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31" name="Content Placeholder 30">
            <a:extLst>
              <a:ext uri="{FF2B5EF4-FFF2-40B4-BE49-F238E27FC236}">
                <a16:creationId xmlns:a16="http://schemas.microsoft.com/office/drawing/2014/main" id="{11D2A5E2-5CF6-5A53-7EC3-8225F0D7FD1E}"/>
              </a:ext>
            </a:extLst>
          </p:cNvPr>
          <p:cNvSpPr>
            <a:spLocks noGrp="1"/>
          </p:cNvSpPr>
          <p:nvPr>
            <p:ph sz="quarter" idx="49" hasCustomPrompt="1"/>
          </p:nvPr>
        </p:nvSpPr>
        <p:spPr>
          <a:xfrm>
            <a:off x="4781550" y="552448"/>
            <a:ext cx="2103120" cy="2057400"/>
          </a:xfrm>
        </p:spPr>
        <p:txBody>
          <a:bodyPr/>
          <a:lstStyle>
            <a:lvl1pPr>
              <a:defRPr sz="4800" b="1">
                <a:solidFill>
                  <a:schemeClr val="accent1"/>
                </a:solidFill>
                <a:latin typeface="+mj-lt"/>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lvl="0"/>
            <a:r>
              <a:rPr lang="en-US"/>
              <a:t>00</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1325EC07-DA2D-56D3-9A3C-C6F0509F3655}"/>
              </a:ext>
            </a:extLst>
          </p:cNvPr>
          <p:cNvSpPr>
            <a:spLocks noGrp="1"/>
          </p:cNvSpPr>
          <p:nvPr>
            <p:ph sz="quarter" idx="50" hasCustomPrompt="1"/>
          </p:nvPr>
        </p:nvSpPr>
        <p:spPr>
          <a:xfrm>
            <a:off x="7157707" y="552449"/>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34DD913C-76A7-91A4-17C2-6A7974B58E09}"/>
              </a:ext>
            </a:extLst>
          </p:cNvPr>
          <p:cNvSpPr>
            <a:spLocks noGrp="1"/>
          </p:cNvSpPr>
          <p:nvPr>
            <p:ph sz="quarter" idx="51" hasCustomPrompt="1"/>
          </p:nvPr>
        </p:nvSpPr>
        <p:spPr>
          <a:xfrm>
            <a:off x="9533864" y="552449"/>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91F7FEDE-0C8C-BB6B-64FE-0D7DAA4C41CC}"/>
              </a:ext>
            </a:extLst>
          </p:cNvPr>
          <p:cNvSpPr>
            <a:spLocks noGrp="1"/>
          </p:cNvSpPr>
          <p:nvPr>
            <p:ph sz="quarter" idx="52" hasCustomPrompt="1"/>
          </p:nvPr>
        </p:nvSpPr>
        <p:spPr>
          <a:xfrm>
            <a:off x="4781550" y="3013075"/>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F341F831-D937-52AC-79EE-ED9B317A7A26}"/>
              </a:ext>
            </a:extLst>
          </p:cNvPr>
          <p:cNvSpPr>
            <a:spLocks noGrp="1"/>
          </p:cNvSpPr>
          <p:nvPr>
            <p:ph sz="quarter" idx="53" hasCustomPrompt="1"/>
          </p:nvPr>
        </p:nvSpPr>
        <p:spPr>
          <a:xfrm>
            <a:off x="7157707" y="3013074"/>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42" name="Content Placeholder 41">
            <a:extLst>
              <a:ext uri="{FF2B5EF4-FFF2-40B4-BE49-F238E27FC236}">
                <a16:creationId xmlns:a16="http://schemas.microsoft.com/office/drawing/2014/main" id="{34CDFFDE-72E2-952B-48CC-53250B995DFF}"/>
              </a:ext>
            </a:extLst>
          </p:cNvPr>
          <p:cNvSpPr>
            <a:spLocks noGrp="1"/>
          </p:cNvSpPr>
          <p:nvPr>
            <p:ph sz="quarter" idx="54" hasCustomPrompt="1"/>
          </p:nvPr>
        </p:nvSpPr>
        <p:spPr>
          <a:xfrm>
            <a:off x="9520599" y="3013074"/>
            <a:ext cx="2116385"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8" name="Content Placeholder 22">
            <a:extLst>
              <a:ext uri="{FF2B5EF4-FFF2-40B4-BE49-F238E27FC236}">
                <a16:creationId xmlns:a16="http://schemas.microsoft.com/office/drawing/2014/main" id="{C02129BC-D2F1-AF81-2823-6E740AF493D7}"/>
              </a:ext>
            </a:extLst>
          </p:cNvPr>
          <p:cNvSpPr>
            <a:spLocks noGrp="1"/>
          </p:cNvSpPr>
          <p:nvPr>
            <p:ph sz="quarter" idx="23"/>
          </p:nvPr>
        </p:nvSpPr>
        <p:spPr>
          <a:xfrm>
            <a:off x="546099" y="2714624"/>
            <a:ext cx="3310473"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 name="Text Placeholder 10">
            <a:extLst>
              <a:ext uri="{FF2B5EF4-FFF2-40B4-BE49-F238E27FC236}">
                <a16:creationId xmlns:a16="http://schemas.microsoft.com/office/drawing/2014/main" id="{3A93C570-0446-36E3-22F3-74B2BB477D5A}"/>
              </a:ext>
            </a:extLst>
          </p:cNvPr>
          <p:cNvSpPr>
            <a:spLocks noGrp="1"/>
          </p:cNvSpPr>
          <p:nvPr>
            <p:ph type="body" sz="quarter" idx="21"/>
          </p:nvPr>
        </p:nvSpPr>
        <p:spPr>
          <a:xfrm>
            <a:off x="546100" y="2041525"/>
            <a:ext cx="3310473" cy="564300"/>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6" name="Title 6">
            <a:extLst>
              <a:ext uri="{FF2B5EF4-FFF2-40B4-BE49-F238E27FC236}">
                <a16:creationId xmlns:a16="http://schemas.microsoft.com/office/drawing/2014/main" id="{13B72EC4-4566-EC6B-A3BA-3F1FF6F53E3D}"/>
              </a:ext>
            </a:extLst>
          </p:cNvPr>
          <p:cNvSpPr>
            <a:spLocks noGrp="1"/>
          </p:cNvSpPr>
          <p:nvPr>
            <p:ph type="title"/>
          </p:nvPr>
        </p:nvSpPr>
        <p:spPr>
          <a:xfrm>
            <a:off x="546100" y="552450"/>
            <a:ext cx="3300984" cy="1426604"/>
          </a:xfrm>
        </p:spPr>
        <p:txBody>
          <a:bodyPr rIns="182880"/>
          <a:lstStyle>
            <a:lvl1pPr>
              <a:defRPr b="1">
                <a:solidFill>
                  <a:schemeClr val="tx2"/>
                </a:solidFill>
              </a:defRPr>
            </a:lvl1pPr>
          </a:lstStyle>
          <a:p>
            <a:r>
              <a:rPr lang="en-US"/>
              <a:t>Click to edit Master title style</a:t>
            </a:r>
          </a:p>
        </p:txBody>
      </p:sp>
      <p:sp>
        <p:nvSpPr>
          <p:cNvPr id="5" name="Text Placeholder 15">
            <a:extLst>
              <a:ext uri="{FF2B5EF4-FFF2-40B4-BE49-F238E27FC236}">
                <a16:creationId xmlns:a16="http://schemas.microsoft.com/office/drawing/2014/main" id="{B714B279-2E1C-B28A-E146-0BABC390A6C0}"/>
              </a:ext>
            </a:extLst>
          </p:cNvPr>
          <p:cNvSpPr>
            <a:spLocks noGrp="1"/>
          </p:cNvSpPr>
          <p:nvPr>
            <p:ph type="body" sz="quarter" idx="19" hasCustomPrompt="1"/>
          </p:nvPr>
        </p:nvSpPr>
        <p:spPr>
          <a:xfrm>
            <a:off x="546100" y="6019800"/>
            <a:ext cx="3310472"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7" name="Freeform 5">
            <a:extLst>
              <a:ext uri="{FF2B5EF4-FFF2-40B4-BE49-F238E27FC236}">
                <a16:creationId xmlns:a16="http://schemas.microsoft.com/office/drawing/2014/main" id="{93667A40-3C8E-53EB-754C-7A3CABAB4156}"/>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13073974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 Column Left - Quadrant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10A8DD4-AFB3-6A0D-E0DC-BE0C252106E0}"/>
              </a:ext>
            </a:extLst>
          </p:cNvPr>
          <p:cNvSpPr>
            <a:spLocks/>
          </p:cNvSpPr>
          <p:nvPr userDrawn="1"/>
        </p:nvSpPr>
        <p:spPr>
          <a:xfrm>
            <a:off x="4055115" y="-3224"/>
            <a:ext cx="8136885" cy="68612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DF7171D-56DB-60BD-88D4-7F7BF6A5CD65}"/>
              </a:ext>
            </a:extLst>
          </p:cNvPr>
          <p:cNvSpPr/>
          <p:nvPr userDrawn="1"/>
        </p:nvSpPr>
        <p:spPr>
          <a:xfrm>
            <a:off x="4055115" y="3429000"/>
            <a:ext cx="4069080" cy="3429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166F2CC-C885-AE48-D625-8EF6963758F0}"/>
              </a:ext>
            </a:extLst>
          </p:cNvPr>
          <p:cNvSpPr/>
          <p:nvPr userDrawn="1"/>
        </p:nvSpPr>
        <p:spPr>
          <a:xfrm>
            <a:off x="8121341" y="0"/>
            <a:ext cx="4069080" cy="3429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Content Placeholder 19">
            <a:extLst>
              <a:ext uri="{FF2B5EF4-FFF2-40B4-BE49-F238E27FC236}">
                <a16:creationId xmlns:a16="http://schemas.microsoft.com/office/drawing/2014/main" id="{8C68C4CC-CEF3-3402-F640-B77CCA9E63E6}"/>
              </a:ext>
            </a:extLst>
          </p:cNvPr>
          <p:cNvSpPr>
            <a:spLocks noGrp="1"/>
          </p:cNvSpPr>
          <p:nvPr>
            <p:ph sz="quarter" idx="47" hasCustomPrompt="1"/>
          </p:nvPr>
        </p:nvSpPr>
        <p:spPr>
          <a:xfrm>
            <a:off x="4055115" y="-3223"/>
            <a:ext cx="4069080" cy="3429000"/>
          </a:xfrm>
          <a:noFill/>
        </p:spPr>
        <p:txBody>
          <a:bodyPr lIns="548640" tIns="0" rIns="548640" bIns="0" anchor="ctr"/>
          <a:lstStyle>
            <a:lvl1pPr>
              <a:defRPr b="1">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marL="800100" indent="0">
              <a:buNone/>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Add a photo or chart</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419B93D8-9F40-73DB-5A94-C874C8DAA5C6}"/>
              </a:ext>
            </a:extLst>
          </p:cNvPr>
          <p:cNvSpPr>
            <a:spLocks noGrp="1"/>
          </p:cNvSpPr>
          <p:nvPr>
            <p:ph sz="quarter" idx="48" hasCustomPrompt="1"/>
          </p:nvPr>
        </p:nvSpPr>
        <p:spPr>
          <a:xfrm>
            <a:off x="8496993" y="3747156"/>
            <a:ext cx="3320934" cy="2795912"/>
          </a:xfrm>
          <a:noFill/>
        </p:spPr>
        <p:txBody>
          <a:bodyPr lIns="548640" tIns="0" rIns="548640" bIns="0" anchor="ctr" anchorCtr="0"/>
          <a:lstStyle>
            <a:lvl1pPr>
              <a:defRPr b="1">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lvl="0"/>
            <a:r>
              <a:rPr lang="en-US"/>
              <a:t>Add a photo or chart</a:t>
            </a:r>
          </a:p>
          <a:p>
            <a:pPr lvl="1"/>
            <a:r>
              <a:rPr lang="en-US"/>
              <a:t>Second level</a:t>
            </a:r>
          </a:p>
          <a:p>
            <a:pPr lvl="2"/>
            <a:r>
              <a:rPr lang="en-US"/>
              <a:t>Third level</a:t>
            </a:r>
          </a:p>
          <a:p>
            <a:pPr lvl="3"/>
            <a:r>
              <a:rPr lang="en-US"/>
              <a:t>Fourth level</a:t>
            </a:r>
          </a:p>
          <a:p>
            <a:pPr lvl="4"/>
            <a:r>
              <a:rPr lang="en-US"/>
              <a:t>Fifth level</a:t>
            </a:r>
          </a:p>
        </p:txBody>
      </p:sp>
      <p:sp>
        <p:nvSpPr>
          <p:cNvPr id="25" name="Content Placeholder 24">
            <a:extLst>
              <a:ext uri="{FF2B5EF4-FFF2-40B4-BE49-F238E27FC236}">
                <a16:creationId xmlns:a16="http://schemas.microsoft.com/office/drawing/2014/main" id="{F6249455-82E8-40E3-5DFB-873B422998AB}"/>
              </a:ext>
            </a:extLst>
          </p:cNvPr>
          <p:cNvSpPr>
            <a:spLocks noGrp="1"/>
          </p:cNvSpPr>
          <p:nvPr>
            <p:ph sz="quarter" idx="49" hasCustomPrompt="1"/>
          </p:nvPr>
        </p:nvSpPr>
        <p:spPr>
          <a:xfrm>
            <a:off x="4055115" y="3429000"/>
            <a:ext cx="4069080" cy="3429000"/>
          </a:xfrm>
          <a:noFill/>
        </p:spPr>
        <p:txBody>
          <a:bodyPr vert="horz" lIns="548640" tIns="0" rIns="548640" bIns="0" rtlCol="0" anchor="ctr">
            <a:noAutofit/>
          </a:bodyPr>
          <a:lstStyle>
            <a:lvl1pPr>
              <a:defRPr lang="en-US" sz="2100" b="1" dirty="0" smtClean="0">
                <a:solidFill>
                  <a:schemeClr val="bg1"/>
                </a:solidFill>
                <a:latin typeface="+mj-lt"/>
              </a:defRPr>
            </a:lvl1pPr>
            <a:lvl2pPr>
              <a:defRPr lang="en-US" dirty="0" smtClean="0">
                <a:solidFill>
                  <a:schemeClr val="bg1"/>
                </a:solidFill>
              </a:defRPr>
            </a:lvl2pPr>
            <a:lvl3pPr>
              <a:buClrTx/>
              <a:defRPr lang="en-US" dirty="0" smtClean="0">
                <a:solidFill>
                  <a:schemeClr val="bg1"/>
                </a:solidFill>
              </a:defRPr>
            </a:lvl3pPr>
            <a:lvl4pPr>
              <a:defRPr lang="en-US" dirty="0" smtClean="0">
                <a:solidFill>
                  <a:schemeClr val="bg1"/>
                </a:solidFill>
              </a:defRPr>
            </a:lvl4pPr>
            <a:lvl5pPr>
              <a:buClrTx/>
              <a:defRPr lang="en-US" dirty="0">
                <a:solidFill>
                  <a:schemeClr val="bg1"/>
                </a:solidFill>
              </a:defRPr>
            </a:lvl5pPr>
            <a:lvl6pPr marL="800100" indent="0">
              <a:buNone/>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Quotes, text, or image</a:t>
            </a:r>
          </a:p>
          <a:p>
            <a:pPr lvl="1"/>
            <a:r>
              <a:rPr lang="en-US"/>
              <a:t>Second level</a:t>
            </a:r>
          </a:p>
          <a:p>
            <a:pPr lvl="2"/>
            <a:r>
              <a:rPr lang="en-US"/>
              <a:t>Third level</a:t>
            </a:r>
          </a:p>
          <a:p>
            <a:pPr lvl="3"/>
            <a:r>
              <a:rPr lang="en-US"/>
              <a:t>Fourth level</a:t>
            </a:r>
          </a:p>
          <a:p>
            <a:pPr lvl="4"/>
            <a:r>
              <a:rPr lang="en-US"/>
              <a:t>Fifth level</a:t>
            </a:r>
          </a:p>
        </p:txBody>
      </p:sp>
      <p:sp>
        <p:nvSpPr>
          <p:cNvPr id="27" name="Content Placeholder 26">
            <a:extLst>
              <a:ext uri="{FF2B5EF4-FFF2-40B4-BE49-F238E27FC236}">
                <a16:creationId xmlns:a16="http://schemas.microsoft.com/office/drawing/2014/main" id="{6433A83F-D9D0-E3DD-A0A1-A356E73FBFB2}"/>
              </a:ext>
            </a:extLst>
          </p:cNvPr>
          <p:cNvSpPr>
            <a:spLocks noGrp="1"/>
          </p:cNvSpPr>
          <p:nvPr>
            <p:ph sz="quarter" idx="50" hasCustomPrompt="1"/>
          </p:nvPr>
        </p:nvSpPr>
        <p:spPr>
          <a:xfrm>
            <a:off x="8122920" y="0"/>
            <a:ext cx="4069080" cy="3429000"/>
          </a:xfrm>
          <a:noFill/>
        </p:spPr>
        <p:txBody>
          <a:bodyPr vert="horz" lIns="548640" tIns="0" rIns="548640" bIns="0" rtlCol="0" anchor="ctr">
            <a:noAutofit/>
          </a:bodyPr>
          <a:lstStyle>
            <a:lvl1pPr>
              <a:defRPr lang="en-US" sz="2100" b="1" dirty="0" smtClean="0">
                <a:solidFill>
                  <a:schemeClr val="bg1"/>
                </a:solidFill>
                <a:latin typeface="+mj-lt"/>
              </a:defRPr>
            </a:lvl1pPr>
            <a:lvl2pPr>
              <a:defRPr lang="en-US" dirty="0" smtClean="0">
                <a:solidFill>
                  <a:schemeClr val="bg1"/>
                </a:solidFill>
              </a:defRPr>
            </a:lvl2pPr>
            <a:lvl3pPr>
              <a:buClrTx/>
              <a:defRPr lang="en-US" dirty="0" smtClean="0">
                <a:solidFill>
                  <a:schemeClr val="bg1"/>
                </a:solidFill>
              </a:defRPr>
            </a:lvl3pPr>
            <a:lvl4pPr>
              <a:defRPr lang="en-US" dirty="0" smtClean="0">
                <a:solidFill>
                  <a:schemeClr val="bg1"/>
                </a:solidFill>
              </a:defRPr>
            </a:lvl4pPr>
            <a:lvl5pPr>
              <a:buClrTx/>
              <a:defRPr lang="en-US" dirty="0">
                <a:solidFill>
                  <a:schemeClr val="bg1"/>
                </a:solidFill>
              </a:defRPr>
            </a:lvl5pPr>
            <a:lvl6pPr marL="800100" indent="0">
              <a:buNone/>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Quotes, text, or image</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2">
            <a:extLst>
              <a:ext uri="{FF2B5EF4-FFF2-40B4-BE49-F238E27FC236}">
                <a16:creationId xmlns:a16="http://schemas.microsoft.com/office/drawing/2014/main" id="{DDB00E5E-1D90-1933-197B-7CD62612CAD5}"/>
              </a:ext>
            </a:extLst>
          </p:cNvPr>
          <p:cNvSpPr>
            <a:spLocks noGrp="1"/>
          </p:cNvSpPr>
          <p:nvPr>
            <p:ph sz="quarter" idx="23"/>
          </p:nvPr>
        </p:nvSpPr>
        <p:spPr>
          <a:xfrm>
            <a:off x="546099" y="2714624"/>
            <a:ext cx="3310473"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7" name="Text Placeholder 10">
            <a:extLst>
              <a:ext uri="{FF2B5EF4-FFF2-40B4-BE49-F238E27FC236}">
                <a16:creationId xmlns:a16="http://schemas.microsoft.com/office/drawing/2014/main" id="{320E4C27-6840-3230-C8EB-57DAF73640B5}"/>
              </a:ext>
            </a:extLst>
          </p:cNvPr>
          <p:cNvSpPr>
            <a:spLocks noGrp="1"/>
          </p:cNvSpPr>
          <p:nvPr>
            <p:ph type="body" sz="quarter" idx="21"/>
          </p:nvPr>
        </p:nvSpPr>
        <p:spPr>
          <a:xfrm>
            <a:off x="546100" y="2041525"/>
            <a:ext cx="3310473" cy="564300"/>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8" name="Title 6">
            <a:extLst>
              <a:ext uri="{FF2B5EF4-FFF2-40B4-BE49-F238E27FC236}">
                <a16:creationId xmlns:a16="http://schemas.microsoft.com/office/drawing/2014/main" id="{1B379227-098B-CF21-C287-65FA32B3F932}"/>
              </a:ext>
            </a:extLst>
          </p:cNvPr>
          <p:cNvSpPr>
            <a:spLocks noGrp="1"/>
          </p:cNvSpPr>
          <p:nvPr>
            <p:ph type="title"/>
          </p:nvPr>
        </p:nvSpPr>
        <p:spPr>
          <a:xfrm>
            <a:off x="546100" y="552450"/>
            <a:ext cx="3300984" cy="1426604"/>
          </a:xfrm>
        </p:spPr>
        <p:txBody>
          <a:bodyPr rIns="182880"/>
          <a:lstStyle>
            <a:lvl1pPr>
              <a:defRPr b="1">
                <a:solidFill>
                  <a:schemeClr val="tx2"/>
                </a:solidFill>
              </a:defRPr>
            </a:lvl1pPr>
          </a:lstStyle>
          <a:p>
            <a:r>
              <a:rPr lang="en-US"/>
              <a:t>Click to edit Master title style</a:t>
            </a:r>
          </a:p>
        </p:txBody>
      </p:sp>
      <p:sp>
        <p:nvSpPr>
          <p:cNvPr id="6" name="Text Placeholder 15">
            <a:extLst>
              <a:ext uri="{FF2B5EF4-FFF2-40B4-BE49-F238E27FC236}">
                <a16:creationId xmlns:a16="http://schemas.microsoft.com/office/drawing/2014/main" id="{71F65CD9-23AF-27E9-3070-0D6BC927D59F}"/>
              </a:ext>
            </a:extLst>
          </p:cNvPr>
          <p:cNvSpPr>
            <a:spLocks noGrp="1"/>
          </p:cNvSpPr>
          <p:nvPr>
            <p:ph type="body" sz="quarter" idx="19" hasCustomPrompt="1"/>
          </p:nvPr>
        </p:nvSpPr>
        <p:spPr>
          <a:xfrm>
            <a:off x="546100" y="6019800"/>
            <a:ext cx="3310472"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dirty="0"/>
              <a:t>Click to add footnotes or disclaimer information</a:t>
            </a:r>
          </a:p>
        </p:txBody>
      </p:sp>
      <p:sp>
        <p:nvSpPr>
          <p:cNvPr id="9" name="Freeform 5">
            <a:extLst>
              <a:ext uri="{FF2B5EF4-FFF2-40B4-BE49-F238E27FC236}">
                <a16:creationId xmlns:a16="http://schemas.microsoft.com/office/drawing/2014/main" id="{586F1A35-FCC7-078E-FE8F-4BAAA2DC0706}"/>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25346863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5 Column - Icons">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12" name="Title 11">
            <a:extLst>
              <a:ext uri="{FF2B5EF4-FFF2-40B4-BE49-F238E27FC236}">
                <a16:creationId xmlns:a16="http://schemas.microsoft.com/office/drawing/2014/main" id="{91874068-FCB3-3E67-FD8A-888858391AF4}"/>
              </a:ext>
            </a:extLst>
          </p:cNvPr>
          <p:cNvSpPr>
            <a:spLocks noGrp="1"/>
          </p:cNvSpPr>
          <p:nvPr>
            <p:ph type="title"/>
          </p:nvPr>
        </p:nvSpPr>
        <p:spPr>
          <a:xfrm>
            <a:off x="546100" y="552450"/>
            <a:ext cx="11091861" cy="434975"/>
          </a:xfrm>
        </p:spPr>
        <p:txBody>
          <a:bodyPr/>
          <a:lstStyle>
            <a:lvl1pPr>
              <a:defRPr b="1">
                <a:solidFill>
                  <a:schemeClr val="tx2"/>
                </a:solidFill>
              </a:defRPr>
            </a:lvl1pPr>
          </a:lstStyle>
          <a:p>
            <a:r>
              <a:rPr lang="en-US"/>
              <a:t>Click to edit Master title style</a:t>
            </a:r>
          </a:p>
        </p:txBody>
      </p:sp>
      <p:sp>
        <p:nvSpPr>
          <p:cNvPr id="11" name="Text Placeholder 10">
            <a:extLst>
              <a:ext uri="{FF2B5EF4-FFF2-40B4-BE49-F238E27FC236}">
                <a16:creationId xmlns:a16="http://schemas.microsoft.com/office/drawing/2014/main" id="{5155D0AF-DC50-1231-8C20-9614D9642834}"/>
              </a:ext>
            </a:extLst>
          </p:cNvPr>
          <p:cNvSpPr>
            <a:spLocks noGrp="1"/>
          </p:cNvSpPr>
          <p:nvPr>
            <p:ph type="body" sz="quarter" idx="45"/>
          </p:nvPr>
        </p:nvSpPr>
        <p:spPr>
          <a:xfrm>
            <a:off x="546100" y="1127125"/>
            <a:ext cx="11091861"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3" name="Text Placeholder 15">
            <a:extLst>
              <a:ext uri="{FF2B5EF4-FFF2-40B4-BE49-F238E27FC236}">
                <a16:creationId xmlns:a16="http://schemas.microsoft.com/office/drawing/2014/main" id="{23EA351B-2744-2292-EA13-ECF616B5AF66}"/>
              </a:ext>
            </a:extLst>
          </p:cNvPr>
          <p:cNvSpPr>
            <a:spLocks noGrp="1"/>
          </p:cNvSpPr>
          <p:nvPr>
            <p:ph type="body" sz="quarter" idx="46" hasCustomPrompt="1"/>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dirty="0"/>
              <a:t>Click to add footnotes or disclaimer information</a:t>
            </a:r>
          </a:p>
        </p:txBody>
      </p:sp>
      <p:sp>
        <p:nvSpPr>
          <p:cNvPr id="14" name="Content Placeholder 32">
            <a:extLst>
              <a:ext uri="{FF2B5EF4-FFF2-40B4-BE49-F238E27FC236}">
                <a16:creationId xmlns:a16="http://schemas.microsoft.com/office/drawing/2014/main" id="{739AFE11-1479-0079-CBFD-DE22CF1EF3D7}"/>
              </a:ext>
            </a:extLst>
          </p:cNvPr>
          <p:cNvSpPr>
            <a:spLocks noGrp="1"/>
          </p:cNvSpPr>
          <p:nvPr>
            <p:ph sz="quarter" idx="40"/>
          </p:nvPr>
        </p:nvSpPr>
        <p:spPr>
          <a:xfrm>
            <a:off x="546100" y="2715418"/>
            <a:ext cx="1828800"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A10D501-BB72-6F51-3E2C-9A5D9855D3B8}"/>
              </a:ext>
            </a:extLst>
          </p:cNvPr>
          <p:cNvSpPr>
            <a:spLocks noGrp="1"/>
          </p:cNvSpPr>
          <p:nvPr>
            <p:ph sz="quarter" idx="47"/>
          </p:nvPr>
        </p:nvSpPr>
        <p:spPr>
          <a:xfrm>
            <a:off x="2802335" y="2714624"/>
            <a:ext cx="1828800"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18" name="Content Placeholder 17">
            <a:extLst>
              <a:ext uri="{FF2B5EF4-FFF2-40B4-BE49-F238E27FC236}">
                <a16:creationId xmlns:a16="http://schemas.microsoft.com/office/drawing/2014/main" id="{DDF53402-575C-C10C-7E8E-6C99DEA94988}"/>
              </a:ext>
            </a:extLst>
          </p:cNvPr>
          <p:cNvSpPr>
            <a:spLocks noGrp="1"/>
          </p:cNvSpPr>
          <p:nvPr>
            <p:ph sz="quarter" idx="48"/>
          </p:nvPr>
        </p:nvSpPr>
        <p:spPr>
          <a:xfrm>
            <a:off x="5050632" y="2715417"/>
            <a:ext cx="1828800"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21" name="Content Placeholder 20">
            <a:extLst>
              <a:ext uri="{FF2B5EF4-FFF2-40B4-BE49-F238E27FC236}">
                <a16:creationId xmlns:a16="http://schemas.microsoft.com/office/drawing/2014/main" id="{B95D6E10-7BC7-5B48-5FC8-AA3FBBF31296}"/>
              </a:ext>
            </a:extLst>
          </p:cNvPr>
          <p:cNvSpPr>
            <a:spLocks noGrp="1"/>
          </p:cNvSpPr>
          <p:nvPr>
            <p:ph sz="quarter" idx="49"/>
          </p:nvPr>
        </p:nvSpPr>
        <p:spPr>
          <a:xfrm>
            <a:off x="7298927" y="2716608"/>
            <a:ext cx="1828800"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34" name="Content Placeholder 33">
            <a:extLst>
              <a:ext uri="{FF2B5EF4-FFF2-40B4-BE49-F238E27FC236}">
                <a16:creationId xmlns:a16="http://schemas.microsoft.com/office/drawing/2014/main" id="{35D3FA32-E657-445D-AFF1-5F98826EF595}"/>
              </a:ext>
            </a:extLst>
          </p:cNvPr>
          <p:cNvSpPr>
            <a:spLocks noGrp="1"/>
          </p:cNvSpPr>
          <p:nvPr>
            <p:ph sz="quarter" idx="50"/>
          </p:nvPr>
        </p:nvSpPr>
        <p:spPr>
          <a:xfrm>
            <a:off x="9547222" y="2714624"/>
            <a:ext cx="1828800"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3" name="Freeform 5">
            <a:extLst>
              <a:ext uri="{FF2B5EF4-FFF2-40B4-BE49-F238E27FC236}">
                <a16:creationId xmlns:a16="http://schemas.microsoft.com/office/drawing/2014/main" id="{22FC28BE-F8D7-09E1-22AB-690FA3B1A1CF}"/>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80666336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 Column - Photo Top">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noChangeAspect="1"/>
          </p:cNvSpPr>
          <p:nvPr>
            <p:ph type="pic" sz="quarter" idx="13" hasCustomPrompt="1"/>
          </p:nvPr>
        </p:nvSpPr>
        <p:spPr>
          <a:xfrm>
            <a:off x="0" y="0"/>
            <a:ext cx="12192000" cy="3429000"/>
          </a:xfrm>
          <a:solidFill>
            <a:schemeClr val="bg1">
              <a:lumMod val="65000"/>
            </a:schemeClr>
          </a:solidFill>
        </p:spPr>
        <p:txBody>
          <a:bodyPr anchor="ctr"/>
          <a:lstStyle>
            <a:lvl1pPr algn="ctr">
              <a:defRPr>
                <a:solidFill>
                  <a:schemeClr val="bg1"/>
                </a:solidFill>
              </a:defRPr>
            </a:lvl1pPr>
          </a:lstStyle>
          <a:p>
            <a:r>
              <a:rPr lang="en-US"/>
              <a:t>Click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12" name="Title 11">
            <a:extLst>
              <a:ext uri="{FF2B5EF4-FFF2-40B4-BE49-F238E27FC236}">
                <a16:creationId xmlns:a16="http://schemas.microsoft.com/office/drawing/2014/main" id="{91874068-FCB3-3E67-FD8A-888858391AF4}"/>
              </a:ext>
            </a:extLst>
          </p:cNvPr>
          <p:cNvSpPr>
            <a:spLocks noGrp="1"/>
          </p:cNvSpPr>
          <p:nvPr>
            <p:ph type="title"/>
          </p:nvPr>
        </p:nvSpPr>
        <p:spPr/>
        <p:txBody>
          <a:bodyPr/>
          <a:lstStyle>
            <a:lvl1pPr>
              <a:defRPr b="1">
                <a:solidFill>
                  <a:schemeClr val="bg1"/>
                </a:solidFill>
              </a:defRPr>
            </a:lvl1pPr>
          </a:lstStyle>
          <a:p>
            <a:r>
              <a:rPr lang="en-US"/>
              <a:t>Click to edit Master title style</a:t>
            </a:r>
          </a:p>
        </p:txBody>
      </p:sp>
      <p:sp>
        <p:nvSpPr>
          <p:cNvPr id="13" name="Text Placeholder 10">
            <a:extLst>
              <a:ext uri="{FF2B5EF4-FFF2-40B4-BE49-F238E27FC236}">
                <a16:creationId xmlns:a16="http://schemas.microsoft.com/office/drawing/2014/main" id="{89B32E50-9450-0A92-9772-59EA93C40AE7}"/>
              </a:ext>
            </a:extLst>
          </p:cNvPr>
          <p:cNvSpPr>
            <a:spLocks noGrp="1"/>
          </p:cNvSpPr>
          <p:nvPr>
            <p:ph type="body" sz="quarter" idx="45"/>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14" name="Text Placeholder 15">
            <a:extLst>
              <a:ext uri="{FF2B5EF4-FFF2-40B4-BE49-F238E27FC236}">
                <a16:creationId xmlns:a16="http://schemas.microsoft.com/office/drawing/2014/main" id="{81B1CE43-1A7D-92BC-9BE0-98FB6FC0D573}"/>
              </a:ext>
            </a:extLst>
          </p:cNvPr>
          <p:cNvSpPr>
            <a:spLocks noGrp="1"/>
          </p:cNvSpPr>
          <p:nvPr>
            <p:ph type="body" sz="quarter" idx="46" hasCustomPrompt="1"/>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dirty="0"/>
              <a:t>Click to add footnotes or disclaimer information</a:t>
            </a:r>
          </a:p>
        </p:txBody>
      </p:sp>
      <p:sp>
        <p:nvSpPr>
          <p:cNvPr id="15" name="Content Placeholder 32">
            <a:extLst>
              <a:ext uri="{FF2B5EF4-FFF2-40B4-BE49-F238E27FC236}">
                <a16:creationId xmlns:a16="http://schemas.microsoft.com/office/drawing/2014/main" id="{BA6EB3DD-394B-9F7E-9B89-633914C3BBFB}"/>
              </a:ext>
            </a:extLst>
          </p:cNvPr>
          <p:cNvSpPr>
            <a:spLocks noGrp="1"/>
          </p:cNvSpPr>
          <p:nvPr>
            <p:ph sz="quarter" idx="40"/>
          </p:nvPr>
        </p:nvSpPr>
        <p:spPr>
          <a:xfrm>
            <a:off x="546100" y="3984625"/>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15">
            <a:extLst>
              <a:ext uri="{FF2B5EF4-FFF2-40B4-BE49-F238E27FC236}">
                <a16:creationId xmlns:a16="http://schemas.microsoft.com/office/drawing/2014/main" id="{5BB03F0A-D74D-D67C-7DAC-CF0BD1A2F886}"/>
              </a:ext>
            </a:extLst>
          </p:cNvPr>
          <p:cNvSpPr>
            <a:spLocks noGrp="1"/>
          </p:cNvSpPr>
          <p:nvPr>
            <p:ph sz="quarter" idx="47"/>
          </p:nvPr>
        </p:nvSpPr>
        <p:spPr>
          <a:xfrm>
            <a:off x="4328238" y="3984624"/>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20" name="Content Placeholder 17">
            <a:extLst>
              <a:ext uri="{FF2B5EF4-FFF2-40B4-BE49-F238E27FC236}">
                <a16:creationId xmlns:a16="http://schemas.microsoft.com/office/drawing/2014/main" id="{A4CFDEF4-9A06-FDBA-C4CA-F65EF5657C9A}"/>
              </a:ext>
            </a:extLst>
          </p:cNvPr>
          <p:cNvSpPr>
            <a:spLocks noGrp="1"/>
          </p:cNvSpPr>
          <p:nvPr>
            <p:ph sz="quarter" idx="48"/>
          </p:nvPr>
        </p:nvSpPr>
        <p:spPr>
          <a:xfrm>
            <a:off x="8117522" y="3984624"/>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2" name="Freeform 5">
            <a:extLst>
              <a:ext uri="{FF2B5EF4-FFF2-40B4-BE49-F238E27FC236}">
                <a16:creationId xmlns:a16="http://schemas.microsoft.com/office/drawing/2014/main" id="{A4E09009-98DF-85B9-79D6-B5C6BE79B1C7}"/>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35992783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 Column - Photo Top/Icons">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noChangeAspect="1"/>
          </p:cNvSpPr>
          <p:nvPr>
            <p:ph type="pic" sz="quarter" idx="13" hasCustomPrompt="1"/>
          </p:nvPr>
        </p:nvSpPr>
        <p:spPr>
          <a:xfrm>
            <a:off x="0" y="0"/>
            <a:ext cx="12192000" cy="2570163"/>
          </a:xfrm>
          <a:solidFill>
            <a:schemeClr val="bg1">
              <a:lumMod val="65000"/>
            </a:schemeClr>
          </a:solidFill>
        </p:spPr>
        <p:txBody>
          <a:bodyPr tIns="548640" anchor="ctr"/>
          <a:lstStyle>
            <a:lvl1pPr algn="ctr">
              <a:defRPr>
                <a:solidFill>
                  <a:schemeClr val="bg1"/>
                </a:solidFill>
              </a:defRPr>
            </a:lvl1pPr>
          </a:lstStyle>
          <a:p>
            <a:r>
              <a:rPr lang="en-US"/>
              <a:t>Click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4" name="Title 3">
            <a:extLst>
              <a:ext uri="{FF2B5EF4-FFF2-40B4-BE49-F238E27FC236}">
                <a16:creationId xmlns:a16="http://schemas.microsoft.com/office/drawing/2014/main" id="{DBDE9691-3D56-DAA7-8818-1939ACD60B6C}"/>
              </a:ext>
            </a:extLst>
          </p:cNvPr>
          <p:cNvSpPr>
            <a:spLocks noGrp="1"/>
          </p:cNvSpPr>
          <p:nvPr>
            <p:ph type="title"/>
          </p:nvPr>
        </p:nvSpPr>
        <p:spPr/>
        <p:txBody>
          <a:bodyPr/>
          <a:lstStyle>
            <a:lvl1pPr>
              <a:defRPr b="1">
                <a:solidFill>
                  <a:schemeClr val="bg1"/>
                </a:solidFill>
              </a:defRPr>
            </a:lvl1pPr>
          </a:lstStyle>
          <a:p>
            <a:r>
              <a:rPr lang="en-US"/>
              <a:t>Click to edit Master title style</a:t>
            </a:r>
          </a:p>
        </p:txBody>
      </p:sp>
      <p:sp>
        <p:nvSpPr>
          <p:cNvPr id="16" name="Text Placeholder 10">
            <a:extLst>
              <a:ext uri="{FF2B5EF4-FFF2-40B4-BE49-F238E27FC236}">
                <a16:creationId xmlns:a16="http://schemas.microsoft.com/office/drawing/2014/main" id="{6805229E-B1FB-69C3-19F0-88C0E54FE8AD}"/>
              </a:ext>
            </a:extLst>
          </p:cNvPr>
          <p:cNvSpPr>
            <a:spLocks noGrp="1"/>
          </p:cNvSpPr>
          <p:nvPr>
            <p:ph type="body" sz="quarter" idx="45"/>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18" name="Content Placeholder 32">
            <a:extLst>
              <a:ext uri="{FF2B5EF4-FFF2-40B4-BE49-F238E27FC236}">
                <a16:creationId xmlns:a16="http://schemas.microsoft.com/office/drawing/2014/main" id="{A987ED96-C80E-4781-0F7F-E940B58D1115}"/>
              </a:ext>
            </a:extLst>
          </p:cNvPr>
          <p:cNvSpPr>
            <a:spLocks noGrp="1"/>
          </p:cNvSpPr>
          <p:nvPr>
            <p:ph sz="quarter" idx="40"/>
          </p:nvPr>
        </p:nvSpPr>
        <p:spPr>
          <a:xfrm>
            <a:off x="546100" y="3984625"/>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5">
            <a:extLst>
              <a:ext uri="{FF2B5EF4-FFF2-40B4-BE49-F238E27FC236}">
                <a16:creationId xmlns:a16="http://schemas.microsoft.com/office/drawing/2014/main" id="{8E8CFD94-7258-5E47-4E33-9E574B7B0C33}"/>
              </a:ext>
            </a:extLst>
          </p:cNvPr>
          <p:cNvSpPr>
            <a:spLocks noGrp="1"/>
          </p:cNvSpPr>
          <p:nvPr>
            <p:ph sz="quarter" idx="47"/>
          </p:nvPr>
        </p:nvSpPr>
        <p:spPr>
          <a:xfrm>
            <a:off x="4328238" y="3984624"/>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20" name="Content Placeholder 17">
            <a:extLst>
              <a:ext uri="{FF2B5EF4-FFF2-40B4-BE49-F238E27FC236}">
                <a16:creationId xmlns:a16="http://schemas.microsoft.com/office/drawing/2014/main" id="{B9EFDEF9-B5E4-7A79-CE8B-DD409F6BDE1B}"/>
              </a:ext>
            </a:extLst>
          </p:cNvPr>
          <p:cNvSpPr>
            <a:spLocks noGrp="1"/>
          </p:cNvSpPr>
          <p:nvPr>
            <p:ph sz="quarter" idx="48"/>
          </p:nvPr>
        </p:nvSpPr>
        <p:spPr>
          <a:xfrm>
            <a:off x="8117522" y="3984624"/>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2" name="Text Placeholder 15">
            <a:extLst>
              <a:ext uri="{FF2B5EF4-FFF2-40B4-BE49-F238E27FC236}">
                <a16:creationId xmlns:a16="http://schemas.microsoft.com/office/drawing/2014/main" id="{3D856A28-9B6E-E579-34D8-AD7CC03EA18D}"/>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dirty="0"/>
              <a:t>Click to add footnotes or disclaimer information</a:t>
            </a:r>
          </a:p>
        </p:txBody>
      </p:sp>
      <p:sp>
        <p:nvSpPr>
          <p:cNvPr id="5" name="Freeform 5">
            <a:extLst>
              <a:ext uri="{FF2B5EF4-FFF2-40B4-BE49-F238E27FC236}">
                <a16:creationId xmlns:a16="http://schemas.microsoft.com/office/drawing/2014/main" id="{72C6C872-3D3A-684B-E907-A6014422EB57}"/>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40945638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x3 - Photo Top">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noChangeAspect="1"/>
          </p:cNvSpPr>
          <p:nvPr>
            <p:ph type="pic" sz="quarter" idx="13" hasCustomPrompt="1"/>
          </p:nvPr>
        </p:nvSpPr>
        <p:spPr>
          <a:xfrm>
            <a:off x="0" y="1"/>
            <a:ext cx="12192000" cy="1700212"/>
          </a:xfrm>
          <a:solidFill>
            <a:schemeClr val="bg1">
              <a:lumMod val="65000"/>
            </a:schemeClr>
          </a:solidFill>
        </p:spPr>
        <p:txBody>
          <a:bodyPr lIns="2560320" anchor="ctr"/>
          <a:lstStyle>
            <a:lvl1pPr algn="ctr">
              <a:defRPr>
                <a:solidFill>
                  <a:schemeClr val="bg1"/>
                </a:solidFill>
              </a:defRPr>
            </a:lvl1pPr>
          </a:lstStyle>
          <a:p>
            <a:r>
              <a:rPr lang="en-US"/>
              <a:t>Click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4" name="Title 3">
            <a:extLst>
              <a:ext uri="{FF2B5EF4-FFF2-40B4-BE49-F238E27FC236}">
                <a16:creationId xmlns:a16="http://schemas.microsoft.com/office/drawing/2014/main" id="{38E069FA-BCFF-0525-82A8-9D43A0F7FFAD}"/>
              </a:ext>
            </a:extLst>
          </p:cNvPr>
          <p:cNvSpPr>
            <a:spLocks noGrp="1"/>
          </p:cNvSpPr>
          <p:nvPr>
            <p:ph type="title"/>
          </p:nvPr>
        </p:nvSpPr>
        <p:spPr/>
        <p:txBody>
          <a:bodyPr/>
          <a:lstStyle>
            <a:lvl1pPr>
              <a:defRPr b="1">
                <a:solidFill>
                  <a:schemeClr val="bg1"/>
                </a:solidFill>
              </a:defRPr>
            </a:lvl1pPr>
          </a:lstStyle>
          <a:p>
            <a:r>
              <a:rPr lang="en-US"/>
              <a:t>Click to edit Master title style</a:t>
            </a:r>
          </a:p>
        </p:txBody>
      </p:sp>
      <p:sp>
        <p:nvSpPr>
          <p:cNvPr id="13" name="Text Placeholder 10">
            <a:extLst>
              <a:ext uri="{FF2B5EF4-FFF2-40B4-BE49-F238E27FC236}">
                <a16:creationId xmlns:a16="http://schemas.microsoft.com/office/drawing/2014/main" id="{310489FA-6FE3-5196-57BA-4C39CF6D97C9}"/>
              </a:ext>
            </a:extLst>
          </p:cNvPr>
          <p:cNvSpPr>
            <a:spLocks noGrp="1"/>
          </p:cNvSpPr>
          <p:nvPr>
            <p:ph type="body" sz="quarter" idx="45"/>
          </p:nvPr>
        </p:nvSpPr>
        <p:spPr>
          <a:xfrm>
            <a:off x="548640" y="1127125"/>
            <a:ext cx="5442585"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15" name="Text Placeholder 15">
            <a:extLst>
              <a:ext uri="{FF2B5EF4-FFF2-40B4-BE49-F238E27FC236}">
                <a16:creationId xmlns:a16="http://schemas.microsoft.com/office/drawing/2014/main" id="{9BA8EFE1-927F-55D6-A4B0-B8DDF6AF954B}"/>
              </a:ext>
            </a:extLst>
          </p:cNvPr>
          <p:cNvSpPr>
            <a:spLocks noGrp="1"/>
          </p:cNvSpPr>
          <p:nvPr>
            <p:ph type="body" sz="quarter" idx="46" hasCustomPrompt="1"/>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dirty="0"/>
              <a:t>Click to add footnotes or disclaimer information</a:t>
            </a:r>
          </a:p>
        </p:txBody>
      </p:sp>
      <p:sp>
        <p:nvSpPr>
          <p:cNvPr id="20" name="Content Placeholder 32">
            <a:extLst>
              <a:ext uri="{FF2B5EF4-FFF2-40B4-BE49-F238E27FC236}">
                <a16:creationId xmlns:a16="http://schemas.microsoft.com/office/drawing/2014/main" id="{0C04A2DB-44E7-1779-7153-66AE7C17B9DA}"/>
              </a:ext>
            </a:extLst>
          </p:cNvPr>
          <p:cNvSpPr>
            <a:spLocks noGrp="1"/>
          </p:cNvSpPr>
          <p:nvPr>
            <p:ph sz="quarter" idx="49"/>
          </p:nvPr>
        </p:nvSpPr>
        <p:spPr>
          <a:xfrm>
            <a:off x="546100" y="2847975"/>
            <a:ext cx="3520440" cy="990598"/>
          </a:xfrm>
        </p:spPr>
        <p:txBody>
          <a:bodyPr/>
          <a:lstStyle>
            <a:lvl1pPr>
              <a:defRPr lang="en-US" sz="2000" b="1" i="0" kern="1200" dirty="0" smtClean="0">
                <a:solidFill>
                  <a:schemeClr val="tx2"/>
                </a:solidFill>
                <a:latin typeface="+mj-lt"/>
                <a:ea typeface="GT America Regular" charset="0"/>
                <a:cs typeface="GT America Regular" charset="0"/>
              </a:defRPr>
            </a:lvl1pPr>
          </a:lstStyle>
          <a:p>
            <a:pPr lvl="0"/>
            <a:r>
              <a:rPr lang="en-US"/>
              <a:t>Click to edit Master text styles</a:t>
            </a:r>
          </a:p>
          <a:p>
            <a:pPr lvl="1"/>
            <a:r>
              <a:rPr lang="en-US"/>
              <a:t>Second level</a:t>
            </a:r>
          </a:p>
          <a:p>
            <a:pPr lvl="2"/>
            <a:r>
              <a:rPr lang="en-US"/>
              <a:t>Third level</a:t>
            </a:r>
          </a:p>
        </p:txBody>
      </p:sp>
      <p:sp>
        <p:nvSpPr>
          <p:cNvPr id="24" name="Content Placeholder 15">
            <a:extLst>
              <a:ext uri="{FF2B5EF4-FFF2-40B4-BE49-F238E27FC236}">
                <a16:creationId xmlns:a16="http://schemas.microsoft.com/office/drawing/2014/main" id="{CF9DFE53-830B-1A4C-F472-E0E7B9624139}"/>
              </a:ext>
            </a:extLst>
          </p:cNvPr>
          <p:cNvSpPr>
            <a:spLocks noGrp="1"/>
          </p:cNvSpPr>
          <p:nvPr>
            <p:ph sz="quarter" idx="50"/>
          </p:nvPr>
        </p:nvSpPr>
        <p:spPr>
          <a:xfrm>
            <a:off x="4335779" y="2847975"/>
            <a:ext cx="3520440" cy="990598"/>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5" name="Content Placeholder 17">
            <a:extLst>
              <a:ext uri="{FF2B5EF4-FFF2-40B4-BE49-F238E27FC236}">
                <a16:creationId xmlns:a16="http://schemas.microsoft.com/office/drawing/2014/main" id="{9C6C9551-6B74-0885-811D-B5B985D52982}"/>
              </a:ext>
            </a:extLst>
          </p:cNvPr>
          <p:cNvSpPr>
            <a:spLocks noGrp="1"/>
          </p:cNvSpPr>
          <p:nvPr>
            <p:ph sz="quarter" idx="51"/>
          </p:nvPr>
        </p:nvSpPr>
        <p:spPr>
          <a:xfrm>
            <a:off x="8125460" y="2847975"/>
            <a:ext cx="3520440" cy="990600"/>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6" name="Content Placeholder 20">
            <a:extLst>
              <a:ext uri="{FF2B5EF4-FFF2-40B4-BE49-F238E27FC236}">
                <a16:creationId xmlns:a16="http://schemas.microsoft.com/office/drawing/2014/main" id="{2A0BC643-D0E4-E606-F236-457295E113C5}"/>
              </a:ext>
            </a:extLst>
          </p:cNvPr>
          <p:cNvSpPr>
            <a:spLocks noGrp="1"/>
          </p:cNvSpPr>
          <p:nvPr>
            <p:ph sz="quarter" idx="52"/>
          </p:nvPr>
        </p:nvSpPr>
        <p:spPr>
          <a:xfrm>
            <a:off x="546100" y="4942256"/>
            <a:ext cx="3529172" cy="1016000"/>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7" name="Content Placeholder 33">
            <a:extLst>
              <a:ext uri="{FF2B5EF4-FFF2-40B4-BE49-F238E27FC236}">
                <a16:creationId xmlns:a16="http://schemas.microsoft.com/office/drawing/2014/main" id="{A2615C15-0FEC-C591-F37F-CCD2AAD8F80C}"/>
              </a:ext>
            </a:extLst>
          </p:cNvPr>
          <p:cNvSpPr>
            <a:spLocks noGrp="1"/>
          </p:cNvSpPr>
          <p:nvPr>
            <p:ph sz="quarter" idx="53"/>
          </p:nvPr>
        </p:nvSpPr>
        <p:spPr>
          <a:xfrm>
            <a:off x="4335779" y="4942257"/>
            <a:ext cx="3520440" cy="1015999"/>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9" name="Content Placeholder 28">
            <a:extLst>
              <a:ext uri="{FF2B5EF4-FFF2-40B4-BE49-F238E27FC236}">
                <a16:creationId xmlns:a16="http://schemas.microsoft.com/office/drawing/2014/main" id="{9C9DFC81-DE9E-FF0E-B59B-9F9419556889}"/>
              </a:ext>
            </a:extLst>
          </p:cNvPr>
          <p:cNvSpPr>
            <a:spLocks noGrp="1"/>
          </p:cNvSpPr>
          <p:nvPr>
            <p:ph sz="quarter" idx="54"/>
          </p:nvPr>
        </p:nvSpPr>
        <p:spPr>
          <a:xfrm>
            <a:off x="8116726" y="4942256"/>
            <a:ext cx="3521237" cy="1016000"/>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 name="Freeform 5">
            <a:extLst>
              <a:ext uri="{FF2B5EF4-FFF2-40B4-BE49-F238E27FC236}">
                <a16:creationId xmlns:a16="http://schemas.microsoft.com/office/drawing/2014/main" id="{B8FAB545-20D3-B544-2110-57A5CE4B0C6D}"/>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82083782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9" name="Title 8">
            <a:extLst>
              <a:ext uri="{FF2B5EF4-FFF2-40B4-BE49-F238E27FC236}">
                <a16:creationId xmlns:a16="http://schemas.microsoft.com/office/drawing/2014/main" id="{32664483-5AC8-0F16-9C46-37836889B6E9}"/>
              </a:ext>
            </a:extLst>
          </p:cNvPr>
          <p:cNvSpPr>
            <a:spLocks noGrp="1"/>
          </p:cNvSpPr>
          <p:nvPr>
            <p:ph type="title"/>
          </p:nvPr>
        </p:nvSpPr>
        <p:spPr>
          <a:xfrm>
            <a:off x="546100" y="552450"/>
            <a:ext cx="11091861" cy="434975"/>
          </a:xfrm>
        </p:spPr>
        <p:txBody>
          <a:bodyPr/>
          <a:lstStyle>
            <a:lvl1pPr>
              <a:defRPr b="1"/>
            </a:lvl1pPr>
          </a:lstStyle>
          <a:p>
            <a:r>
              <a:rPr lang="en-US"/>
              <a:t>Click to edit Master title style</a:t>
            </a:r>
          </a:p>
        </p:txBody>
      </p:sp>
      <p:sp>
        <p:nvSpPr>
          <p:cNvPr id="14" name="Text Placeholder 10">
            <a:extLst>
              <a:ext uri="{FF2B5EF4-FFF2-40B4-BE49-F238E27FC236}">
                <a16:creationId xmlns:a16="http://schemas.microsoft.com/office/drawing/2014/main" id="{8D27C407-E192-03E9-638A-6586423552D1}"/>
              </a:ext>
            </a:extLst>
          </p:cNvPr>
          <p:cNvSpPr>
            <a:spLocks noGrp="1"/>
          </p:cNvSpPr>
          <p:nvPr>
            <p:ph type="body" sz="quarter" idx="45"/>
          </p:nvPr>
        </p:nvSpPr>
        <p:spPr>
          <a:xfrm>
            <a:off x="546100" y="1127125"/>
            <a:ext cx="1109186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hasCustomPrompt="1"/>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dirty="0"/>
              <a:t>Click to add footnotes or disclaimer information</a:t>
            </a:r>
          </a:p>
        </p:txBody>
      </p:sp>
      <p:sp>
        <p:nvSpPr>
          <p:cNvPr id="2" name="Freeform 5">
            <a:extLst>
              <a:ext uri="{FF2B5EF4-FFF2-40B4-BE49-F238E27FC236}">
                <a16:creationId xmlns:a16="http://schemas.microsoft.com/office/drawing/2014/main" id="{389CF949-356F-DAE1-321E-1CAE04873A6F}"/>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0154903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Only - Dark mode">
    <p:bg>
      <p:bgPr>
        <a:solidFill>
          <a:schemeClr val="tx2"/>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lvl1pPr>
              <a:defRPr>
                <a:solidFill>
                  <a:schemeClr val="bg1"/>
                </a:solidFill>
              </a:defRPr>
            </a:lvl1pPr>
          </a:lstStyle>
          <a:p>
            <a:endParaRPr lang="en-US"/>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9" name="Title 8">
            <a:extLst>
              <a:ext uri="{FF2B5EF4-FFF2-40B4-BE49-F238E27FC236}">
                <a16:creationId xmlns:a16="http://schemas.microsoft.com/office/drawing/2014/main" id="{32664483-5AC8-0F16-9C46-37836889B6E9}"/>
              </a:ext>
            </a:extLst>
          </p:cNvPr>
          <p:cNvSpPr>
            <a:spLocks noGrp="1"/>
          </p:cNvSpPr>
          <p:nvPr>
            <p:ph type="title"/>
          </p:nvPr>
        </p:nvSpPr>
        <p:spPr>
          <a:xfrm>
            <a:off x="546100" y="552450"/>
            <a:ext cx="11091861" cy="434975"/>
          </a:xfrm>
        </p:spPr>
        <p:txBody>
          <a:bodyPr/>
          <a:lstStyle>
            <a:lvl1pPr>
              <a:defRPr b="1">
                <a:solidFill>
                  <a:schemeClr val="bg1"/>
                </a:solidFill>
              </a:defRPr>
            </a:lvl1pPr>
          </a:lstStyle>
          <a:p>
            <a:r>
              <a:rPr lang="en-US"/>
              <a:t>Click to edit Master title style</a:t>
            </a:r>
          </a:p>
        </p:txBody>
      </p:sp>
      <p:sp>
        <p:nvSpPr>
          <p:cNvPr id="14" name="Text Placeholder 10">
            <a:extLst>
              <a:ext uri="{FF2B5EF4-FFF2-40B4-BE49-F238E27FC236}">
                <a16:creationId xmlns:a16="http://schemas.microsoft.com/office/drawing/2014/main" id="{8D27C407-E192-03E9-638A-6586423552D1}"/>
              </a:ext>
            </a:extLst>
          </p:cNvPr>
          <p:cNvSpPr>
            <a:spLocks noGrp="1"/>
          </p:cNvSpPr>
          <p:nvPr>
            <p:ph type="body" sz="quarter" idx="45"/>
          </p:nvPr>
        </p:nvSpPr>
        <p:spPr>
          <a:xfrm>
            <a:off x="546100" y="1127125"/>
            <a:ext cx="1109186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hasCustomPrompt="1"/>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dirty="0"/>
              <a:t>Click to add footnotes or disclaimer information</a:t>
            </a:r>
          </a:p>
        </p:txBody>
      </p:sp>
      <p:sp>
        <p:nvSpPr>
          <p:cNvPr id="2" name="Freeform 5">
            <a:extLst>
              <a:ext uri="{FF2B5EF4-FFF2-40B4-BE49-F238E27FC236}">
                <a16:creationId xmlns:a16="http://schemas.microsoft.com/office/drawing/2014/main" id="{941D8C29-5EB8-6E4E-550A-C6874AEEF1A9}"/>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78269899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Only - 2/3 - Cont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358A6F4-B333-A552-568A-94CF983B89AB}"/>
              </a:ext>
            </a:extLst>
          </p:cNvPr>
          <p:cNvSpPr/>
          <p:nvPr userDrawn="1"/>
        </p:nvSpPr>
        <p:spPr>
          <a:xfrm>
            <a:off x="4060168" y="0"/>
            <a:ext cx="8131831" cy="6858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hasCustomPrompt="1"/>
          </p:nvPr>
        </p:nvSpPr>
        <p:spPr>
          <a:xfrm>
            <a:off x="546101" y="6019800"/>
            <a:ext cx="3349252"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dirty="0"/>
              <a:t>Click to add footnotes or disclaimer information</a:t>
            </a:r>
          </a:p>
        </p:txBody>
      </p:sp>
      <p:sp>
        <p:nvSpPr>
          <p:cNvPr id="2" name="Title 8">
            <a:extLst>
              <a:ext uri="{FF2B5EF4-FFF2-40B4-BE49-F238E27FC236}">
                <a16:creationId xmlns:a16="http://schemas.microsoft.com/office/drawing/2014/main" id="{E812AC54-ED95-2411-5933-F69B13AD9D5C}"/>
              </a:ext>
            </a:extLst>
          </p:cNvPr>
          <p:cNvSpPr>
            <a:spLocks noGrp="1"/>
          </p:cNvSpPr>
          <p:nvPr>
            <p:ph type="title"/>
          </p:nvPr>
        </p:nvSpPr>
        <p:spPr>
          <a:xfrm>
            <a:off x="546101" y="552450"/>
            <a:ext cx="3346704" cy="928909"/>
          </a:xfrm>
        </p:spPr>
        <p:txBody>
          <a:bodyPr>
            <a:spAutoFit/>
          </a:bodyPr>
          <a:lstStyle>
            <a:lvl1pPr algn="l">
              <a:defRPr b="1"/>
            </a:lvl1pPr>
          </a:lstStyle>
          <a:p>
            <a:r>
              <a:rPr lang="en-US"/>
              <a:t>Click to edit Master title style</a:t>
            </a:r>
          </a:p>
        </p:txBody>
      </p:sp>
      <p:sp>
        <p:nvSpPr>
          <p:cNvPr id="7" name="Text Placeholder 10">
            <a:extLst>
              <a:ext uri="{FF2B5EF4-FFF2-40B4-BE49-F238E27FC236}">
                <a16:creationId xmlns:a16="http://schemas.microsoft.com/office/drawing/2014/main" id="{80AA0A29-18D9-940B-268C-735EF5D18A66}"/>
              </a:ext>
            </a:extLst>
          </p:cNvPr>
          <p:cNvSpPr>
            <a:spLocks noGrp="1"/>
          </p:cNvSpPr>
          <p:nvPr>
            <p:ph type="body" sz="quarter" idx="45" hasCustomPrompt="1"/>
          </p:nvPr>
        </p:nvSpPr>
        <p:spPr>
          <a:xfrm>
            <a:off x="546100" y="1621059"/>
            <a:ext cx="3346704" cy="597792"/>
          </a:xfrm>
        </p:spPr>
        <p:txBody>
          <a:bodyPr>
            <a:sp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a:t>
            </a:r>
            <a:br>
              <a:rPr lang="en-US"/>
            </a:br>
            <a:r>
              <a:rPr lang="en-US"/>
              <a:t>text</a:t>
            </a:r>
          </a:p>
        </p:txBody>
      </p:sp>
      <p:sp>
        <p:nvSpPr>
          <p:cNvPr id="8" name="Freeform 5">
            <a:extLst>
              <a:ext uri="{FF2B5EF4-FFF2-40B4-BE49-F238E27FC236}">
                <a16:creationId xmlns:a16="http://schemas.microsoft.com/office/drawing/2014/main" id="{BABC2FA7-81C1-3BC7-A0F0-8076B900E408}"/>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52157066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Only - 2/3 - Content Dar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358A6F4-B333-A552-568A-94CF983B89AB}"/>
              </a:ext>
            </a:extLst>
          </p:cNvPr>
          <p:cNvSpPr/>
          <p:nvPr userDrawn="1"/>
        </p:nvSpPr>
        <p:spPr>
          <a:xfrm>
            <a:off x="4060168" y="0"/>
            <a:ext cx="8131831"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lvl1pPr>
              <a:defRPr>
                <a:solidFill>
                  <a:schemeClr val="bg1"/>
                </a:solidFill>
              </a:defRPr>
            </a:lvl1pPr>
          </a:lstStyle>
          <a:p>
            <a:endParaRPr lang="en-US"/>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hasCustomPrompt="1"/>
          </p:nvPr>
        </p:nvSpPr>
        <p:spPr>
          <a:xfrm>
            <a:off x="546101" y="6019800"/>
            <a:ext cx="3349252"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dirty="0"/>
              <a:t>Click to add footnotes or disclaimer information</a:t>
            </a:r>
          </a:p>
        </p:txBody>
      </p:sp>
      <p:sp>
        <p:nvSpPr>
          <p:cNvPr id="2" name="Title 8">
            <a:extLst>
              <a:ext uri="{FF2B5EF4-FFF2-40B4-BE49-F238E27FC236}">
                <a16:creationId xmlns:a16="http://schemas.microsoft.com/office/drawing/2014/main" id="{0B98E3BC-5A9C-AE33-23C8-01AF7F3A29AB}"/>
              </a:ext>
            </a:extLst>
          </p:cNvPr>
          <p:cNvSpPr>
            <a:spLocks noGrp="1"/>
          </p:cNvSpPr>
          <p:nvPr>
            <p:ph type="title"/>
          </p:nvPr>
        </p:nvSpPr>
        <p:spPr>
          <a:xfrm>
            <a:off x="546101" y="552450"/>
            <a:ext cx="3346704" cy="928909"/>
          </a:xfrm>
        </p:spPr>
        <p:txBody>
          <a:bodyPr>
            <a:spAutoFit/>
          </a:bodyPr>
          <a:lstStyle>
            <a:lvl1pPr algn="l">
              <a:defRPr b="1"/>
            </a:lvl1pPr>
          </a:lstStyle>
          <a:p>
            <a:r>
              <a:rPr lang="en-US"/>
              <a:t>Click to edit Master title style</a:t>
            </a:r>
          </a:p>
        </p:txBody>
      </p:sp>
      <p:sp>
        <p:nvSpPr>
          <p:cNvPr id="7" name="Text Placeholder 10">
            <a:extLst>
              <a:ext uri="{FF2B5EF4-FFF2-40B4-BE49-F238E27FC236}">
                <a16:creationId xmlns:a16="http://schemas.microsoft.com/office/drawing/2014/main" id="{5D807125-9903-2D66-5655-9DD47C9B949A}"/>
              </a:ext>
            </a:extLst>
          </p:cNvPr>
          <p:cNvSpPr>
            <a:spLocks noGrp="1"/>
          </p:cNvSpPr>
          <p:nvPr>
            <p:ph type="body" sz="quarter" idx="45" hasCustomPrompt="1"/>
          </p:nvPr>
        </p:nvSpPr>
        <p:spPr>
          <a:xfrm>
            <a:off x="546100" y="1621059"/>
            <a:ext cx="3346704" cy="597792"/>
          </a:xfrm>
        </p:spPr>
        <p:txBody>
          <a:bodyPr>
            <a:sp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a:t>
            </a:r>
            <a:br>
              <a:rPr lang="en-US"/>
            </a:br>
            <a:r>
              <a:rPr lang="en-US"/>
              <a:t>text</a:t>
            </a:r>
          </a:p>
        </p:txBody>
      </p:sp>
      <p:sp>
        <p:nvSpPr>
          <p:cNvPr id="8" name="Freeform 5">
            <a:extLst>
              <a:ext uri="{FF2B5EF4-FFF2-40B4-BE49-F238E27FC236}">
                <a16:creationId xmlns:a16="http://schemas.microsoft.com/office/drawing/2014/main" id="{F9E56318-7097-5BB0-FD06-D94DAE2E7E73}"/>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419756969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Only - 3/4 slide">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9" name="Title 8">
            <a:extLst>
              <a:ext uri="{FF2B5EF4-FFF2-40B4-BE49-F238E27FC236}">
                <a16:creationId xmlns:a16="http://schemas.microsoft.com/office/drawing/2014/main" id="{32664483-5AC8-0F16-9C46-37836889B6E9}"/>
              </a:ext>
            </a:extLst>
          </p:cNvPr>
          <p:cNvSpPr>
            <a:spLocks noGrp="1"/>
          </p:cNvSpPr>
          <p:nvPr>
            <p:ph type="title"/>
          </p:nvPr>
        </p:nvSpPr>
        <p:spPr>
          <a:xfrm>
            <a:off x="546101" y="552450"/>
            <a:ext cx="3346704" cy="928909"/>
          </a:xfrm>
        </p:spPr>
        <p:txBody>
          <a:bodyPr>
            <a:spAutoFit/>
          </a:bodyPr>
          <a:lstStyle>
            <a:lvl1pPr algn="l">
              <a:defRPr b="1"/>
            </a:lvl1pPr>
          </a:lstStyle>
          <a:p>
            <a:r>
              <a:rPr lang="en-US"/>
              <a:t>Click to edit Master title style</a:t>
            </a:r>
          </a:p>
        </p:txBody>
      </p:sp>
      <p:sp>
        <p:nvSpPr>
          <p:cNvPr id="14" name="Text Placeholder 10">
            <a:extLst>
              <a:ext uri="{FF2B5EF4-FFF2-40B4-BE49-F238E27FC236}">
                <a16:creationId xmlns:a16="http://schemas.microsoft.com/office/drawing/2014/main" id="{8D27C407-E192-03E9-638A-6586423552D1}"/>
              </a:ext>
            </a:extLst>
          </p:cNvPr>
          <p:cNvSpPr>
            <a:spLocks noGrp="1"/>
          </p:cNvSpPr>
          <p:nvPr>
            <p:ph type="body" sz="quarter" idx="45" hasCustomPrompt="1"/>
          </p:nvPr>
        </p:nvSpPr>
        <p:spPr>
          <a:xfrm>
            <a:off x="546100" y="1621059"/>
            <a:ext cx="3346704" cy="597792"/>
          </a:xfrm>
        </p:spPr>
        <p:txBody>
          <a:bodyPr>
            <a:sp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a:t>
            </a:r>
            <a:br>
              <a:rPr lang="en-US"/>
            </a:br>
            <a:r>
              <a:rPr lang="en-US"/>
              <a:t>text</a:t>
            </a:r>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hasCustomPrompt="1"/>
          </p:nvPr>
        </p:nvSpPr>
        <p:spPr>
          <a:xfrm>
            <a:off x="546100" y="6019800"/>
            <a:ext cx="3346704"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dirty="0"/>
              <a:t>Click to add footnotes or disclaimer information</a:t>
            </a:r>
          </a:p>
        </p:txBody>
      </p:sp>
      <p:sp>
        <p:nvSpPr>
          <p:cNvPr id="2" name="Freeform 5">
            <a:extLst>
              <a:ext uri="{FF2B5EF4-FFF2-40B4-BE49-F238E27FC236}">
                <a16:creationId xmlns:a16="http://schemas.microsoft.com/office/drawing/2014/main" id="{CEA39134-5463-1F32-F31E-FFFCADB24AB9}"/>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05237495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Freeform">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5" name="Freeform 5">
            <a:extLst>
              <a:ext uri="{FF2B5EF4-FFF2-40B4-BE49-F238E27FC236}">
                <a16:creationId xmlns:a16="http://schemas.microsoft.com/office/drawing/2014/main" id="{D8BCFD94-9CA1-138D-D193-287045DB0C27}"/>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00923520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tact Sheet 4-up">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DC42E88-6CA5-D615-F095-E179BC98BD17}"/>
              </a:ext>
            </a:extLst>
          </p:cNvPr>
          <p:cNvSpPr/>
          <p:nvPr userDrawn="1"/>
        </p:nvSpPr>
        <p:spPr bwMode="ltGray">
          <a:xfrm>
            <a:off x="2029968" y="987425"/>
            <a:ext cx="2029968" cy="58705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12" name="Rectangle 11">
            <a:extLst>
              <a:ext uri="{FF2B5EF4-FFF2-40B4-BE49-F238E27FC236}">
                <a16:creationId xmlns:a16="http://schemas.microsoft.com/office/drawing/2014/main" id="{34E1A2AF-0ED4-BF22-E0B5-072609F36CD0}"/>
              </a:ext>
            </a:extLst>
          </p:cNvPr>
          <p:cNvSpPr/>
          <p:nvPr userDrawn="1"/>
        </p:nvSpPr>
        <p:spPr bwMode="ltGray">
          <a:xfrm>
            <a:off x="0" y="0"/>
            <a:ext cx="2030571" cy="55864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Picture Placeholder 9">
            <a:extLst>
              <a:ext uri="{FF2B5EF4-FFF2-40B4-BE49-F238E27FC236}">
                <a16:creationId xmlns:a16="http://schemas.microsoft.com/office/drawing/2014/main" id="{9E00C7D1-33B8-8C13-3170-53723F9DC775}"/>
              </a:ext>
            </a:extLst>
          </p:cNvPr>
          <p:cNvSpPr>
            <a:spLocks noGrp="1"/>
          </p:cNvSpPr>
          <p:nvPr>
            <p:ph type="pic" sz="quarter" idx="29" hasCustomPrompt="1"/>
          </p:nvPr>
        </p:nvSpPr>
        <p:spPr>
          <a:xfrm>
            <a:off x="-1" y="3984625"/>
            <a:ext cx="2025945" cy="1601788"/>
          </a:xfrm>
          <a:noFill/>
          <a:ln>
            <a:noFill/>
          </a:ln>
        </p:spPr>
        <p:txBody>
          <a:bodyPr bIns="731520" anchor="ctr"/>
          <a:lstStyle>
            <a:lvl1pPr algn="ctr">
              <a:defRPr>
                <a:solidFill>
                  <a:schemeClr val="bg1"/>
                </a:solidFill>
                <a:latin typeface="+mn-lt"/>
              </a:defRPr>
            </a:lvl1pPr>
          </a:lstStyle>
          <a:p>
            <a:r>
              <a:rPr lang="en-US"/>
              <a:t>Silhouette</a:t>
            </a:r>
            <a:br>
              <a:rPr lang="en-US"/>
            </a:br>
            <a:r>
              <a:rPr lang="en-US"/>
              <a:t>portrait</a:t>
            </a:r>
          </a:p>
        </p:txBody>
      </p:sp>
      <p:sp>
        <p:nvSpPr>
          <p:cNvPr id="6" name="Rectangle 5">
            <a:extLst>
              <a:ext uri="{FF2B5EF4-FFF2-40B4-BE49-F238E27FC236}">
                <a16:creationId xmlns:a16="http://schemas.microsoft.com/office/drawing/2014/main" id="{DB4AF1C6-2110-AD3D-E932-BB93094FDE3E}"/>
              </a:ext>
            </a:extLst>
          </p:cNvPr>
          <p:cNvSpPr/>
          <p:nvPr userDrawn="1"/>
        </p:nvSpPr>
        <p:spPr bwMode="ltGray">
          <a:xfrm>
            <a:off x="4059936" y="1"/>
            <a:ext cx="2030571" cy="4419599"/>
          </a:xfrm>
          <a:prstGeom prst="rect">
            <a:avLst/>
          </a:prstGeom>
          <a:solidFill>
            <a:srgbClr val="F0F0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FC37276-E616-FBAF-DF1A-61E3D82969B3}"/>
              </a:ext>
            </a:extLst>
          </p:cNvPr>
          <p:cNvSpPr/>
          <p:nvPr userDrawn="1"/>
        </p:nvSpPr>
        <p:spPr bwMode="ltGray">
          <a:xfrm>
            <a:off x="6089904" y="2146300"/>
            <a:ext cx="2030571" cy="47117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Picture Placeholder 9">
            <a:extLst>
              <a:ext uri="{FF2B5EF4-FFF2-40B4-BE49-F238E27FC236}">
                <a16:creationId xmlns:a16="http://schemas.microsoft.com/office/drawing/2014/main" id="{6D983F6C-257C-6C67-6EC3-EBCA44E1E447}"/>
              </a:ext>
            </a:extLst>
          </p:cNvPr>
          <p:cNvSpPr>
            <a:spLocks noGrp="1"/>
          </p:cNvSpPr>
          <p:nvPr>
            <p:ph type="pic" sz="quarter" idx="34" hasCustomPrompt="1"/>
          </p:nvPr>
        </p:nvSpPr>
        <p:spPr>
          <a:xfrm>
            <a:off x="2029968" y="5256211"/>
            <a:ext cx="2029968" cy="1601788"/>
          </a:xfrm>
          <a:noFill/>
          <a:ln>
            <a:noFill/>
          </a:ln>
        </p:spPr>
        <p:txBody>
          <a:bodyPr bIns="731520" anchor="ctr"/>
          <a:lstStyle>
            <a:lvl1pPr algn="ctr">
              <a:defRPr>
                <a:solidFill>
                  <a:schemeClr val="bg1"/>
                </a:solidFill>
                <a:latin typeface="+mn-lt"/>
              </a:defRPr>
            </a:lvl1pPr>
          </a:lstStyle>
          <a:p>
            <a:r>
              <a:rPr lang="en-US"/>
              <a:t>Silhouette</a:t>
            </a:r>
            <a:br>
              <a:rPr lang="en-US"/>
            </a:br>
            <a:r>
              <a:rPr lang="en-US"/>
              <a:t>portrait</a:t>
            </a:r>
          </a:p>
        </p:txBody>
      </p:sp>
      <p:sp>
        <p:nvSpPr>
          <p:cNvPr id="26" name="Picture Placeholder 9">
            <a:extLst>
              <a:ext uri="{FF2B5EF4-FFF2-40B4-BE49-F238E27FC236}">
                <a16:creationId xmlns:a16="http://schemas.microsoft.com/office/drawing/2014/main" id="{B30A2EA1-9831-326D-A8C1-2D549EB4933B}"/>
              </a:ext>
            </a:extLst>
          </p:cNvPr>
          <p:cNvSpPr>
            <a:spLocks noGrp="1"/>
          </p:cNvSpPr>
          <p:nvPr>
            <p:ph type="pic" sz="quarter" idx="35" hasCustomPrompt="1"/>
          </p:nvPr>
        </p:nvSpPr>
        <p:spPr>
          <a:xfrm>
            <a:off x="4059936" y="2817812"/>
            <a:ext cx="2029968" cy="1601788"/>
          </a:xfrm>
          <a:noFill/>
          <a:ln>
            <a:noFill/>
          </a:ln>
        </p:spPr>
        <p:txBody>
          <a:bodyPr bIns="731520" anchor="ctr"/>
          <a:lstStyle>
            <a:lvl1pPr algn="ctr">
              <a:defRPr>
                <a:solidFill>
                  <a:schemeClr val="tx1"/>
                </a:solidFill>
                <a:latin typeface="+mn-lt"/>
              </a:defRPr>
            </a:lvl1pPr>
          </a:lstStyle>
          <a:p>
            <a:r>
              <a:rPr lang="en-US"/>
              <a:t>Silhouette</a:t>
            </a:r>
            <a:br>
              <a:rPr lang="en-US"/>
            </a:br>
            <a:r>
              <a:rPr lang="en-US"/>
              <a:t>portrait</a:t>
            </a:r>
          </a:p>
        </p:txBody>
      </p:sp>
      <p:sp>
        <p:nvSpPr>
          <p:cNvPr id="27" name="Picture Placeholder 9">
            <a:extLst>
              <a:ext uri="{FF2B5EF4-FFF2-40B4-BE49-F238E27FC236}">
                <a16:creationId xmlns:a16="http://schemas.microsoft.com/office/drawing/2014/main" id="{788C71B0-0D1B-0F88-EE68-676FD8926F88}"/>
              </a:ext>
            </a:extLst>
          </p:cNvPr>
          <p:cNvSpPr>
            <a:spLocks noGrp="1"/>
          </p:cNvSpPr>
          <p:nvPr>
            <p:ph type="pic" sz="quarter" idx="36" hasCustomPrompt="1"/>
          </p:nvPr>
        </p:nvSpPr>
        <p:spPr>
          <a:xfrm>
            <a:off x="6089904" y="5225465"/>
            <a:ext cx="2029968" cy="1601788"/>
          </a:xfrm>
          <a:noFill/>
          <a:ln>
            <a:noFill/>
          </a:ln>
        </p:spPr>
        <p:txBody>
          <a:bodyPr bIns="731520" anchor="ctr"/>
          <a:lstStyle>
            <a:lvl1pPr algn="ctr">
              <a:defRPr>
                <a:solidFill>
                  <a:schemeClr val="bg1"/>
                </a:solidFill>
                <a:latin typeface="+mn-lt"/>
              </a:defRPr>
            </a:lvl1pPr>
          </a:lstStyle>
          <a:p>
            <a:r>
              <a:rPr lang="en-US"/>
              <a:t>Silhouette</a:t>
            </a:r>
            <a:br>
              <a:rPr lang="en-US"/>
            </a:br>
            <a:r>
              <a:rPr lang="en-US"/>
              <a:t>portrait</a:t>
            </a:r>
          </a:p>
        </p:txBody>
      </p:sp>
      <p:sp>
        <p:nvSpPr>
          <p:cNvPr id="7" name="Title 6">
            <a:extLst>
              <a:ext uri="{FF2B5EF4-FFF2-40B4-BE49-F238E27FC236}">
                <a16:creationId xmlns:a16="http://schemas.microsoft.com/office/drawing/2014/main" id="{4E7DFA94-D58E-B043-9748-F5C033A80605}"/>
              </a:ext>
            </a:extLst>
          </p:cNvPr>
          <p:cNvSpPr>
            <a:spLocks noGrp="1"/>
          </p:cNvSpPr>
          <p:nvPr>
            <p:ph type="title"/>
          </p:nvPr>
        </p:nvSpPr>
        <p:spPr>
          <a:xfrm>
            <a:off x="7600950" y="548640"/>
            <a:ext cx="4044155" cy="873760"/>
          </a:xfrm>
        </p:spPr>
        <p:txBody>
          <a:bodyPr/>
          <a:lstStyle>
            <a:lvl1pPr>
              <a:defRPr b="1"/>
            </a:lvl1pPr>
          </a:lstStyle>
          <a:p>
            <a:r>
              <a:rPr lang="en-US"/>
              <a:t>Click to edit Master title style</a:t>
            </a:r>
          </a:p>
        </p:txBody>
      </p:sp>
      <p:sp>
        <p:nvSpPr>
          <p:cNvPr id="20" name="Text Placeholder 19">
            <a:extLst>
              <a:ext uri="{FF2B5EF4-FFF2-40B4-BE49-F238E27FC236}">
                <a16:creationId xmlns:a16="http://schemas.microsoft.com/office/drawing/2014/main" id="{FA57E2A5-07A4-7598-0417-7BDD1699473D}"/>
              </a:ext>
            </a:extLst>
          </p:cNvPr>
          <p:cNvSpPr>
            <a:spLocks noGrp="1"/>
          </p:cNvSpPr>
          <p:nvPr>
            <p:ph type="body" sz="quarter" idx="49" hasCustomPrompt="1"/>
          </p:nvPr>
        </p:nvSpPr>
        <p:spPr>
          <a:xfrm>
            <a:off x="274474" y="552452"/>
            <a:ext cx="1469626" cy="1014412"/>
          </a:xfrm>
        </p:spPr>
        <p:txBody>
          <a:bodyPr>
            <a:noAutofit/>
          </a:bodyPr>
          <a:lstStyle>
            <a:lvl1pPr>
              <a:spcAft>
                <a:spcPts val="200"/>
              </a:spcAft>
              <a:defRPr sz="1200" b="1">
                <a:solidFill>
                  <a:schemeClr val="bg1"/>
                </a:solidFill>
              </a:defRPr>
            </a:lvl1pPr>
            <a:lvl2pPr marL="0" indent="0">
              <a:spcAft>
                <a:spcPts val="0"/>
              </a:spcAft>
              <a:buNone/>
              <a:defRPr sz="1200">
                <a:solidFill>
                  <a:schemeClr val="bg1"/>
                </a:solidFill>
              </a:defRPr>
            </a:lvl2pPr>
            <a:lvl3pPr marL="0" indent="0">
              <a:spcAft>
                <a:spcPts val="0"/>
              </a:spcAft>
              <a:buNone/>
              <a:defRPr sz="1200">
                <a:solidFill>
                  <a:schemeClr val="bg1"/>
                </a:solidFill>
              </a:defRPr>
            </a:lvl3pPr>
            <a:lvl4pPr marL="0" indent="0">
              <a:spcAft>
                <a:spcPts val="0"/>
              </a:spcAft>
              <a:buNone/>
              <a:defRPr sz="1200">
                <a:solidFill>
                  <a:schemeClr val="bg1"/>
                </a:solidFill>
              </a:defRPr>
            </a:lvl4pPr>
            <a:lvl5pPr marL="0" indent="0">
              <a:spcAft>
                <a:spcPts val="0"/>
              </a:spcAft>
              <a:buNone/>
              <a:defRPr sz="1200">
                <a:solidFill>
                  <a:schemeClr val="bg1"/>
                </a:solidFill>
              </a:defRPr>
            </a:lvl5pPr>
            <a:lvl6pPr marL="0" indent="0">
              <a:spcAft>
                <a:spcPts val="0"/>
              </a:spcAft>
              <a:buNone/>
              <a:defRPr>
                <a:solidFill>
                  <a:schemeClr val="bg1"/>
                </a:solidFill>
              </a:defRPr>
            </a:lvl6pPr>
            <a:lvl7pPr marL="0" indent="0">
              <a:spcAft>
                <a:spcPts val="0"/>
              </a:spcAft>
              <a:buNone/>
              <a:defRPr>
                <a:solidFill>
                  <a:schemeClr val="bg1"/>
                </a:solidFill>
              </a:defRPr>
            </a:lvl7pPr>
            <a:lvl8pPr marL="0" indent="0">
              <a:spcAft>
                <a:spcPts val="0"/>
              </a:spcAft>
              <a:buNone/>
              <a:defRPr>
                <a:solidFill>
                  <a:schemeClr val="bg1"/>
                </a:solidFill>
              </a:defRPr>
            </a:lvl8pPr>
            <a:lvl9pPr marL="0" indent="0">
              <a:spcAft>
                <a:spcPts val="0"/>
              </a:spcAft>
              <a:buNone/>
              <a:defRPr>
                <a:solidFill>
                  <a:schemeClr val="bg1"/>
                </a:solidFill>
              </a:defRPr>
            </a:lvl9pPr>
          </a:lstStyle>
          <a:p>
            <a:pPr lvl="0"/>
            <a:r>
              <a:rPr lang="en-US" err="1"/>
              <a:t>Firstname</a:t>
            </a:r>
            <a:r>
              <a:rPr lang="en-US"/>
              <a:t> </a:t>
            </a:r>
            <a:r>
              <a:rPr lang="en-US" err="1"/>
              <a:t>Lastname</a:t>
            </a:r>
            <a:r>
              <a:rPr lang="en-US"/>
              <a:t>, L1</a:t>
            </a:r>
          </a:p>
          <a:p>
            <a:pPr lvl="1"/>
            <a:r>
              <a:rPr lang="en-US"/>
              <a:t>Title/department, L2</a:t>
            </a:r>
          </a:p>
        </p:txBody>
      </p:sp>
      <p:sp>
        <p:nvSpPr>
          <p:cNvPr id="33" name="Text Placeholder 32">
            <a:extLst>
              <a:ext uri="{FF2B5EF4-FFF2-40B4-BE49-F238E27FC236}">
                <a16:creationId xmlns:a16="http://schemas.microsoft.com/office/drawing/2014/main" id="{E601086B-49DB-91F4-74B7-19EC53EE3BBE}"/>
              </a:ext>
            </a:extLst>
          </p:cNvPr>
          <p:cNvSpPr>
            <a:spLocks noGrp="1"/>
          </p:cNvSpPr>
          <p:nvPr>
            <p:ph type="body" sz="quarter" idx="50"/>
          </p:nvPr>
        </p:nvSpPr>
        <p:spPr>
          <a:xfrm>
            <a:off x="2305451" y="1273175"/>
            <a:ext cx="1472184" cy="2416175"/>
          </a:xfrm>
        </p:spPr>
        <p:txBody>
          <a:bodyPr>
            <a:noAutofit/>
          </a:bodyPr>
          <a:lstStyle>
            <a:lvl1pPr marL="0" indent="0">
              <a:buFont typeface="Arial" panose="020B0604020202020204" pitchFamily="34" charset="0"/>
              <a:buNone/>
              <a:defRPr sz="1200" b="1">
                <a:solidFill>
                  <a:schemeClr val="bg1"/>
                </a:solidFill>
              </a:defRPr>
            </a:lvl1pPr>
            <a:lvl2pPr marL="0" indent="0">
              <a:spcAft>
                <a:spcPts val="0"/>
              </a:spcAft>
              <a:buFont typeface="Arial" panose="020B0604020202020204" pitchFamily="34" charset="0"/>
              <a:buNone/>
              <a:defRPr sz="1200">
                <a:solidFill>
                  <a:schemeClr val="bg1"/>
                </a:solidFill>
              </a:defRPr>
            </a:lvl2pPr>
            <a:lvl3pPr marL="0" indent="0">
              <a:spcAft>
                <a:spcPts val="0"/>
              </a:spcAft>
              <a:buFont typeface="Arial" panose="020B0604020202020204" pitchFamily="34" charset="0"/>
              <a:buNone/>
              <a:defRPr sz="1200">
                <a:solidFill>
                  <a:schemeClr val="bg1"/>
                </a:solidFill>
              </a:defRPr>
            </a:lvl3pPr>
            <a:lvl4pPr marL="0" indent="0">
              <a:spcAft>
                <a:spcPts val="0"/>
              </a:spcAft>
              <a:buFont typeface="Arial" panose="020B0604020202020204" pitchFamily="34" charset="0"/>
              <a:buNone/>
              <a:defRPr sz="1200">
                <a:solidFill>
                  <a:schemeClr val="bg1"/>
                </a:solidFill>
              </a:defRPr>
            </a:lvl4pPr>
            <a:lvl5pPr marL="0" indent="0">
              <a:spcAft>
                <a:spcPts val="0"/>
              </a:spcAft>
              <a:buFont typeface="Arial" panose="020B0604020202020204" pitchFamily="34" charset="0"/>
              <a:buNone/>
              <a:defRPr sz="1200">
                <a:solidFill>
                  <a:schemeClr val="bg1"/>
                </a:solidFill>
              </a:defRPr>
            </a:lvl5pPr>
            <a:lvl6pPr marL="0" indent="0">
              <a:spcAft>
                <a:spcPts val="0"/>
              </a:spcAft>
              <a:buNone/>
              <a:defRPr>
                <a:solidFill>
                  <a:schemeClr val="bg1"/>
                </a:solidFill>
              </a:defRPr>
            </a:lvl6pPr>
            <a:lvl7pPr marL="0" indent="0">
              <a:spcAft>
                <a:spcPts val="0"/>
              </a:spcAft>
              <a:buNone/>
              <a:defRPr>
                <a:solidFill>
                  <a:schemeClr val="bg1"/>
                </a:solidFill>
              </a:defRPr>
            </a:lvl7pPr>
            <a:lvl8pPr marL="0" indent="0">
              <a:spcAft>
                <a:spcPts val="0"/>
              </a:spcAft>
              <a:buNone/>
              <a:defRPr>
                <a:solidFill>
                  <a:schemeClr val="bg1"/>
                </a:solidFill>
              </a:defRPr>
            </a:lvl8pPr>
            <a:lvl9pPr marL="0" indent="0">
              <a:spcAft>
                <a:spcPts val="0"/>
              </a:spcAft>
              <a:buNone/>
              <a:defRPr>
                <a:solidFill>
                  <a:schemeClr val="bg1"/>
                </a:solidFill>
              </a:defRPr>
            </a:lvl9pPr>
          </a:lstStyle>
          <a:p>
            <a:pPr lvl="0"/>
            <a:r>
              <a:rPr lang="en-US"/>
              <a:t>Click to edit Master text styles</a:t>
            </a:r>
          </a:p>
          <a:p>
            <a:pPr lvl="1"/>
            <a:r>
              <a:rPr lang="en-US"/>
              <a:t>Second level</a:t>
            </a:r>
          </a:p>
        </p:txBody>
      </p:sp>
      <p:sp>
        <p:nvSpPr>
          <p:cNvPr id="35" name="Text Placeholder 34">
            <a:extLst>
              <a:ext uri="{FF2B5EF4-FFF2-40B4-BE49-F238E27FC236}">
                <a16:creationId xmlns:a16="http://schemas.microsoft.com/office/drawing/2014/main" id="{91795EEA-E69F-C144-C1F3-C2414990FBA1}"/>
              </a:ext>
            </a:extLst>
          </p:cNvPr>
          <p:cNvSpPr>
            <a:spLocks noGrp="1"/>
          </p:cNvSpPr>
          <p:nvPr>
            <p:ph type="body" sz="quarter" idx="51"/>
          </p:nvPr>
        </p:nvSpPr>
        <p:spPr>
          <a:xfrm>
            <a:off x="4339080" y="548641"/>
            <a:ext cx="1472184" cy="1731010"/>
          </a:xfrm>
        </p:spPr>
        <p:txBody>
          <a:bodyPr>
            <a:noAutofit/>
          </a:bodyPr>
          <a:lstStyle>
            <a:lvl1pPr marL="0" indent="0">
              <a:buFont typeface="Arial" panose="020B0604020202020204" pitchFamily="34" charset="0"/>
              <a:buNone/>
              <a:defRPr sz="1200" b="1">
                <a:solidFill>
                  <a:schemeClr val="tx2"/>
                </a:solidFill>
              </a:defRPr>
            </a:lvl1pPr>
            <a:lvl2pPr marL="0" indent="0">
              <a:spcAft>
                <a:spcPts val="0"/>
              </a:spcAft>
              <a:buFont typeface="Arial" panose="020B0604020202020204" pitchFamily="34" charset="0"/>
              <a:buNone/>
              <a:defRPr sz="1200">
                <a:solidFill>
                  <a:schemeClr val="tx1"/>
                </a:solidFill>
              </a:defRPr>
            </a:lvl2pPr>
            <a:lvl3pPr marL="0" indent="0">
              <a:spcAft>
                <a:spcPts val="0"/>
              </a:spcAft>
              <a:buFont typeface="Arial" panose="020B0604020202020204" pitchFamily="34" charset="0"/>
              <a:buNone/>
              <a:defRPr sz="1200">
                <a:solidFill>
                  <a:schemeClr val="tx1"/>
                </a:solidFill>
              </a:defRPr>
            </a:lvl3pPr>
            <a:lvl4pPr marL="0" indent="0">
              <a:spcAft>
                <a:spcPts val="0"/>
              </a:spcAft>
              <a:buFont typeface="Arial" panose="020B0604020202020204" pitchFamily="34" charset="0"/>
              <a:buNone/>
              <a:defRPr sz="1200">
                <a:solidFill>
                  <a:schemeClr val="tx1"/>
                </a:solidFill>
              </a:defRPr>
            </a:lvl4pPr>
            <a:lvl5pPr marL="0" indent="0">
              <a:spcAft>
                <a:spcPts val="0"/>
              </a:spcAft>
              <a:buFont typeface="Arial" panose="020B0604020202020204" pitchFamily="34" charset="0"/>
              <a:buNone/>
              <a:defRPr sz="1200">
                <a:solidFill>
                  <a:schemeClr val="tx1"/>
                </a:solidFill>
              </a:defRPr>
            </a:lvl5pPr>
            <a:lvl6pPr marL="0" indent="0">
              <a:spcAft>
                <a:spcPts val="0"/>
              </a:spcAft>
              <a:buNone/>
              <a:defRPr/>
            </a:lvl6pPr>
            <a:lvl7pPr marL="0" indent="0">
              <a:spcAft>
                <a:spcPts val="0"/>
              </a:spcAft>
              <a:buNone/>
              <a:defRPr/>
            </a:lvl7pPr>
            <a:lvl8pPr marL="0" indent="0">
              <a:spcAft>
                <a:spcPts val="0"/>
              </a:spcAft>
              <a:buNone/>
              <a:defRPr/>
            </a:lvl8pPr>
            <a:lvl9pPr marL="0" indent="0">
              <a:spcAft>
                <a:spcPts val="0"/>
              </a:spcAft>
              <a:buNone/>
              <a:defRPr/>
            </a:lvl9pPr>
          </a:lstStyle>
          <a:p>
            <a:pPr lvl="0"/>
            <a:r>
              <a:rPr lang="en-US"/>
              <a:t>Click to edit Master text styles</a:t>
            </a:r>
          </a:p>
          <a:p>
            <a:pPr lvl="1"/>
            <a:r>
              <a:rPr lang="en-US"/>
              <a:t>Second level</a:t>
            </a:r>
          </a:p>
        </p:txBody>
      </p:sp>
      <p:sp>
        <p:nvSpPr>
          <p:cNvPr id="37" name="Text Placeholder 36">
            <a:extLst>
              <a:ext uri="{FF2B5EF4-FFF2-40B4-BE49-F238E27FC236}">
                <a16:creationId xmlns:a16="http://schemas.microsoft.com/office/drawing/2014/main" id="{2C46E456-167D-6954-BAD6-1AF9A45D1383}"/>
              </a:ext>
            </a:extLst>
          </p:cNvPr>
          <p:cNvSpPr>
            <a:spLocks noGrp="1"/>
          </p:cNvSpPr>
          <p:nvPr>
            <p:ph type="body" sz="quarter" idx="52"/>
          </p:nvPr>
        </p:nvSpPr>
        <p:spPr>
          <a:xfrm>
            <a:off x="6361123" y="2425701"/>
            <a:ext cx="1472184" cy="2141538"/>
          </a:xfrm>
        </p:spPr>
        <p:txBody>
          <a:bodyPr>
            <a:noAutofit/>
          </a:bodyPr>
          <a:lstStyle>
            <a:lvl1pPr marL="0" indent="0">
              <a:buFont typeface="Arial" panose="020B0604020202020204" pitchFamily="34" charset="0"/>
              <a:buNone/>
              <a:defRPr sz="1200" b="1">
                <a:solidFill>
                  <a:schemeClr val="bg1"/>
                </a:solidFill>
              </a:defRPr>
            </a:lvl1pPr>
            <a:lvl2pPr marL="0" indent="0">
              <a:spcAft>
                <a:spcPts val="0"/>
              </a:spcAft>
              <a:buFont typeface="Arial" panose="020B0604020202020204" pitchFamily="34" charset="0"/>
              <a:buNone/>
              <a:defRPr sz="1200">
                <a:solidFill>
                  <a:schemeClr val="bg1"/>
                </a:solidFill>
              </a:defRPr>
            </a:lvl2pPr>
            <a:lvl3pPr marL="0" indent="0">
              <a:spcAft>
                <a:spcPts val="0"/>
              </a:spcAft>
              <a:buFont typeface="Arial" panose="020B0604020202020204" pitchFamily="34" charset="0"/>
              <a:buNone/>
              <a:defRPr sz="1200">
                <a:solidFill>
                  <a:schemeClr val="bg1"/>
                </a:solidFill>
              </a:defRPr>
            </a:lvl3pPr>
            <a:lvl4pPr marL="0" indent="0">
              <a:spcAft>
                <a:spcPts val="0"/>
              </a:spcAft>
              <a:buFont typeface="Arial" panose="020B0604020202020204" pitchFamily="34" charset="0"/>
              <a:buNone/>
              <a:defRPr sz="1200">
                <a:solidFill>
                  <a:schemeClr val="bg1"/>
                </a:solidFill>
              </a:defRPr>
            </a:lvl4pPr>
            <a:lvl5pPr marL="0" indent="0">
              <a:spcAft>
                <a:spcPts val="0"/>
              </a:spcAft>
              <a:buFont typeface="Arial" panose="020B0604020202020204" pitchFamily="34" charset="0"/>
              <a:buNone/>
              <a:defRPr sz="1200">
                <a:solidFill>
                  <a:schemeClr val="bg1"/>
                </a:solidFill>
              </a:defRPr>
            </a:lvl5pPr>
            <a:lvl6pPr marL="0" indent="0">
              <a:spcAft>
                <a:spcPts val="0"/>
              </a:spcAft>
              <a:buNone/>
              <a:defRPr>
                <a:solidFill>
                  <a:schemeClr val="bg1"/>
                </a:solidFill>
              </a:defRPr>
            </a:lvl6pPr>
            <a:lvl7pPr marL="0" indent="0">
              <a:spcAft>
                <a:spcPts val="0"/>
              </a:spcAft>
              <a:buNone/>
              <a:defRPr>
                <a:solidFill>
                  <a:schemeClr val="bg1"/>
                </a:solidFill>
              </a:defRPr>
            </a:lvl7pPr>
            <a:lvl8pPr marL="0" indent="0">
              <a:spcAft>
                <a:spcPts val="0"/>
              </a:spcAft>
              <a:buNone/>
              <a:defRPr>
                <a:solidFill>
                  <a:schemeClr val="bg1"/>
                </a:solidFill>
              </a:defRPr>
            </a:lvl8pPr>
            <a:lvl9pPr marL="0" indent="0">
              <a:spcAft>
                <a:spcPts val="0"/>
              </a:spcAft>
              <a:buNone/>
              <a:defRPr>
                <a:solidFill>
                  <a:schemeClr val="bg1"/>
                </a:solidFill>
              </a:defRPr>
            </a:lvl9pPr>
          </a:lstStyle>
          <a:p>
            <a:pPr lvl="0"/>
            <a:r>
              <a:rPr lang="en-US"/>
              <a:t>Click to edit Master text styles</a:t>
            </a:r>
          </a:p>
          <a:p>
            <a:pPr lvl="1"/>
            <a:r>
              <a:rPr lang="en-US"/>
              <a:t>Second level</a:t>
            </a:r>
          </a:p>
        </p:txBody>
      </p:sp>
      <p:sp>
        <p:nvSpPr>
          <p:cNvPr id="2" name="Freeform 5">
            <a:extLst>
              <a:ext uri="{FF2B5EF4-FFF2-40B4-BE49-F238E27FC236}">
                <a16:creationId xmlns:a16="http://schemas.microsoft.com/office/drawing/2014/main" id="{E6D8A75C-0D90-E260-EE24-68811D6B9C0E}"/>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16476713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act Sheet 5-up">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539751" y="2146298"/>
            <a:ext cx="1970120" cy="1975104"/>
          </a:xfrm>
          <a:solidFill>
            <a:schemeClr val="accent1"/>
          </a:solidFill>
          <a:ln>
            <a:noFill/>
          </a:ln>
        </p:spPr>
        <p:txBody>
          <a:bodyPr bIns="822960" anchor="ctr"/>
          <a:lstStyle>
            <a:lvl1pPr algn="ctr">
              <a:defRPr>
                <a:solidFill>
                  <a:schemeClr val="bg1"/>
                </a:solidFill>
                <a:latin typeface="+mn-lt"/>
              </a:defRPr>
            </a:lvl1pPr>
          </a:lstStyle>
          <a:p>
            <a:r>
              <a:rPr lang="en-US"/>
              <a:t>Silhouette</a:t>
            </a:r>
            <a:br>
              <a:rPr lang="en-US"/>
            </a:br>
            <a:r>
              <a:rPr lang="en-US"/>
              <a:t>portrait</a:t>
            </a:r>
          </a:p>
        </p:txBody>
      </p:sp>
      <p:sp>
        <p:nvSpPr>
          <p:cNvPr id="25" name="Picture Placeholder 9">
            <a:extLst>
              <a:ext uri="{FF2B5EF4-FFF2-40B4-BE49-F238E27FC236}">
                <a16:creationId xmlns:a16="http://schemas.microsoft.com/office/drawing/2014/main" id="{319024EE-ED5D-FFF1-5239-5C9EE26262F8}"/>
              </a:ext>
            </a:extLst>
          </p:cNvPr>
          <p:cNvSpPr>
            <a:spLocks noGrp="1"/>
          </p:cNvSpPr>
          <p:nvPr>
            <p:ph type="pic" sz="quarter" idx="35" hasCustomPrompt="1"/>
          </p:nvPr>
        </p:nvSpPr>
        <p:spPr>
          <a:xfrm>
            <a:off x="2605055" y="2146299"/>
            <a:ext cx="1970120" cy="1978025"/>
          </a:xfrm>
          <a:solidFill>
            <a:schemeClr val="tx2"/>
          </a:solidFill>
          <a:ln>
            <a:noFill/>
          </a:ln>
        </p:spPr>
        <p:txBody>
          <a:bodyPr bIns="822960" anchor="ctr"/>
          <a:lstStyle>
            <a:lvl1pPr algn="ctr">
              <a:defRPr>
                <a:solidFill>
                  <a:schemeClr val="bg1"/>
                </a:solidFill>
                <a:latin typeface="+mn-lt"/>
              </a:defRPr>
            </a:lvl1pPr>
          </a:lstStyle>
          <a:p>
            <a:r>
              <a:rPr lang="en-US"/>
              <a:t>Silhouette</a:t>
            </a:r>
            <a:br>
              <a:rPr lang="en-US"/>
            </a:br>
            <a:r>
              <a:rPr lang="en-US"/>
              <a:t>portrait</a:t>
            </a:r>
          </a:p>
        </p:txBody>
      </p:sp>
      <p:sp>
        <p:nvSpPr>
          <p:cNvPr id="35" name="Picture Placeholder 9">
            <a:extLst>
              <a:ext uri="{FF2B5EF4-FFF2-40B4-BE49-F238E27FC236}">
                <a16:creationId xmlns:a16="http://schemas.microsoft.com/office/drawing/2014/main" id="{B9B029C9-1EA7-2BAF-AD5E-CED9490ECA94}"/>
              </a:ext>
            </a:extLst>
          </p:cNvPr>
          <p:cNvSpPr>
            <a:spLocks noGrp="1"/>
          </p:cNvSpPr>
          <p:nvPr>
            <p:ph type="pic" sz="quarter" idx="37" hasCustomPrompt="1"/>
          </p:nvPr>
        </p:nvSpPr>
        <p:spPr>
          <a:xfrm>
            <a:off x="4671913" y="2146299"/>
            <a:ext cx="1970120" cy="1978025"/>
          </a:xfrm>
          <a:solidFill>
            <a:srgbClr val="F0F0F1"/>
          </a:solidFill>
          <a:ln>
            <a:noFill/>
          </a:ln>
        </p:spPr>
        <p:txBody>
          <a:bodyPr bIns="822960" anchor="ctr"/>
          <a:lstStyle>
            <a:lvl1pPr algn="ctr">
              <a:defRPr>
                <a:solidFill>
                  <a:srgbClr val="010101"/>
                </a:solidFill>
                <a:latin typeface="+mn-lt"/>
              </a:defRPr>
            </a:lvl1pPr>
          </a:lstStyle>
          <a:p>
            <a:r>
              <a:rPr lang="en-US"/>
              <a:t>Silhouette</a:t>
            </a:r>
            <a:br>
              <a:rPr lang="en-US"/>
            </a:br>
            <a:r>
              <a:rPr lang="en-US"/>
              <a:t>portrait</a:t>
            </a:r>
          </a:p>
        </p:txBody>
      </p:sp>
      <p:sp>
        <p:nvSpPr>
          <p:cNvPr id="37" name="Picture Placeholder 9">
            <a:extLst>
              <a:ext uri="{FF2B5EF4-FFF2-40B4-BE49-F238E27FC236}">
                <a16:creationId xmlns:a16="http://schemas.microsoft.com/office/drawing/2014/main" id="{F673B5EA-D718-4722-DEAB-0821FF57B30E}"/>
              </a:ext>
            </a:extLst>
          </p:cNvPr>
          <p:cNvSpPr>
            <a:spLocks noGrp="1"/>
          </p:cNvSpPr>
          <p:nvPr>
            <p:ph type="pic" sz="quarter" idx="39" hasCustomPrompt="1"/>
          </p:nvPr>
        </p:nvSpPr>
        <p:spPr>
          <a:xfrm>
            <a:off x="6737217" y="2146299"/>
            <a:ext cx="1970120" cy="1978025"/>
          </a:xfrm>
          <a:solidFill>
            <a:schemeClr val="accent1"/>
          </a:solidFill>
          <a:ln>
            <a:noFill/>
          </a:ln>
        </p:spPr>
        <p:txBody>
          <a:bodyPr bIns="822960" anchor="ctr"/>
          <a:lstStyle>
            <a:lvl1pPr algn="ctr">
              <a:defRPr>
                <a:solidFill>
                  <a:schemeClr val="bg1"/>
                </a:solidFill>
                <a:latin typeface="+mn-lt"/>
              </a:defRPr>
            </a:lvl1pPr>
          </a:lstStyle>
          <a:p>
            <a:r>
              <a:rPr lang="en-US"/>
              <a:t>Silhouette</a:t>
            </a:r>
            <a:br>
              <a:rPr lang="en-US"/>
            </a:br>
            <a:r>
              <a:rPr lang="en-US"/>
              <a:t>portrait</a:t>
            </a:r>
          </a:p>
        </p:txBody>
      </p:sp>
      <p:sp>
        <p:nvSpPr>
          <p:cNvPr id="39" name="Picture Placeholder 9">
            <a:extLst>
              <a:ext uri="{FF2B5EF4-FFF2-40B4-BE49-F238E27FC236}">
                <a16:creationId xmlns:a16="http://schemas.microsoft.com/office/drawing/2014/main" id="{E23557D9-4DEB-2508-E9FF-6F918636B4A4}"/>
              </a:ext>
            </a:extLst>
          </p:cNvPr>
          <p:cNvSpPr>
            <a:spLocks noGrp="1"/>
          </p:cNvSpPr>
          <p:nvPr>
            <p:ph type="pic" sz="quarter" idx="41" hasCustomPrompt="1"/>
          </p:nvPr>
        </p:nvSpPr>
        <p:spPr>
          <a:xfrm>
            <a:off x="8804075" y="2146299"/>
            <a:ext cx="1970120" cy="1978025"/>
          </a:xfrm>
          <a:solidFill>
            <a:srgbClr val="F0F0F1"/>
          </a:solidFill>
          <a:ln>
            <a:noFill/>
          </a:ln>
        </p:spPr>
        <p:txBody>
          <a:bodyPr bIns="822960" anchor="ctr"/>
          <a:lstStyle>
            <a:lvl1pPr algn="ctr">
              <a:defRPr>
                <a:solidFill>
                  <a:srgbClr val="010101"/>
                </a:solidFill>
                <a:latin typeface="+mn-lt"/>
              </a:defRPr>
            </a:lvl1pPr>
          </a:lstStyle>
          <a:p>
            <a:r>
              <a:rPr lang="en-US"/>
              <a:t>Silhouette</a:t>
            </a:r>
            <a:br>
              <a:rPr lang="en-US"/>
            </a:br>
            <a:r>
              <a:rPr lang="en-US"/>
              <a:t>portrait</a:t>
            </a:r>
          </a:p>
        </p:txBody>
      </p:sp>
      <p:sp>
        <p:nvSpPr>
          <p:cNvPr id="5" name="Title 4">
            <a:extLst>
              <a:ext uri="{FF2B5EF4-FFF2-40B4-BE49-F238E27FC236}">
                <a16:creationId xmlns:a16="http://schemas.microsoft.com/office/drawing/2014/main" id="{BD67EC75-3424-7B25-247E-1C6B770541DE}"/>
              </a:ext>
            </a:extLst>
          </p:cNvPr>
          <p:cNvSpPr>
            <a:spLocks noGrp="1"/>
          </p:cNvSpPr>
          <p:nvPr>
            <p:ph type="title"/>
          </p:nvPr>
        </p:nvSpPr>
        <p:spPr/>
        <p:txBody>
          <a:bodyPr/>
          <a:lstStyle>
            <a:lvl1pPr>
              <a:defRPr b="1"/>
            </a:lvl1pPr>
          </a:lstStyle>
          <a:p>
            <a:r>
              <a:rPr lang="en-US"/>
              <a:t>Click to edit Master title style</a:t>
            </a:r>
          </a:p>
        </p:txBody>
      </p:sp>
      <p:sp>
        <p:nvSpPr>
          <p:cNvPr id="19" name="Text Placeholder 10">
            <a:extLst>
              <a:ext uri="{FF2B5EF4-FFF2-40B4-BE49-F238E27FC236}">
                <a16:creationId xmlns:a16="http://schemas.microsoft.com/office/drawing/2014/main" id="{34072C05-AED5-2EFC-938E-482980433E09}"/>
              </a:ext>
            </a:extLst>
          </p:cNvPr>
          <p:cNvSpPr>
            <a:spLocks noGrp="1"/>
          </p:cNvSpPr>
          <p:nvPr>
            <p:ph type="body" sz="quarter" idx="45"/>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31" name="Text Placeholder 30">
            <a:extLst>
              <a:ext uri="{FF2B5EF4-FFF2-40B4-BE49-F238E27FC236}">
                <a16:creationId xmlns:a16="http://schemas.microsoft.com/office/drawing/2014/main" id="{903611B5-888A-47D0-AF1C-FE9A83D8B5B5}"/>
              </a:ext>
            </a:extLst>
          </p:cNvPr>
          <p:cNvSpPr>
            <a:spLocks noGrp="1"/>
          </p:cNvSpPr>
          <p:nvPr>
            <p:ph type="body" sz="quarter" idx="46"/>
          </p:nvPr>
        </p:nvSpPr>
        <p:spPr>
          <a:xfrm>
            <a:off x="549274" y="4273549"/>
            <a:ext cx="1975104" cy="1457325"/>
          </a:xfrm>
        </p:spPr>
        <p:txBody>
          <a:bodyPr>
            <a:no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285750" indent="-285750">
              <a:buClrTx/>
              <a:buFont typeface="GT America" charset="0"/>
              <a:buChar char="→"/>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33" name="Text Placeholder 32">
            <a:extLst>
              <a:ext uri="{FF2B5EF4-FFF2-40B4-BE49-F238E27FC236}">
                <a16:creationId xmlns:a16="http://schemas.microsoft.com/office/drawing/2014/main" id="{BC98379C-7F1B-56B1-A3CE-AC2464AC4CCA}"/>
              </a:ext>
            </a:extLst>
          </p:cNvPr>
          <p:cNvSpPr>
            <a:spLocks noGrp="1"/>
          </p:cNvSpPr>
          <p:nvPr>
            <p:ph type="body" sz="quarter" idx="47"/>
          </p:nvPr>
        </p:nvSpPr>
        <p:spPr>
          <a:xfrm>
            <a:off x="2625857" y="4273549"/>
            <a:ext cx="1975104" cy="1457325"/>
          </a:xfrm>
        </p:spPr>
        <p:txBody>
          <a:bodyPr>
            <a:no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285750" indent="-285750">
              <a:buClrTx/>
              <a:buFont typeface="GT America" charset="0"/>
              <a:buChar char="→"/>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36" name="Text Placeholder 35">
            <a:extLst>
              <a:ext uri="{FF2B5EF4-FFF2-40B4-BE49-F238E27FC236}">
                <a16:creationId xmlns:a16="http://schemas.microsoft.com/office/drawing/2014/main" id="{84EC1E92-0954-710F-591A-C03311440651}"/>
              </a:ext>
            </a:extLst>
          </p:cNvPr>
          <p:cNvSpPr>
            <a:spLocks noGrp="1"/>
          </p:cNvSpPr>
          <p:nvPr>
            <p:ph type="body" sz="quarter" idx="48"/>
          </p:nvPr>
        </p:nvSpPr>
        <p:spPr>
          <a:xfrm>
            <a:off x="4671913" y="4273550"/>
            <a:ext cx="1975104" cy="1457325"/>
          </a:xfrm>
        </p:spPr>
        <p:txBody>
          <a:bodyPr>
            <a:no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285750" indent="-285750">
              <a:buClrTx/>
              <a:buFont typeface="GT America" charset="0"/>
              <a:buChar char="→"/>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0" name="Text Placeholder 39">
            <a:extLst>
              <a:ext uri="{FF2B5EF4-FFF2-40B4-BE49-F238E27FC236}">
                <a16:creationId xmlns:a16="http://schemas.microsoft.com/office/drawing/2014/main" id="{FCBF4A80-B697-CED7-AF3C-C632A2E25B53}"/>
              </a:ext>
            </a:extLst>
          </p:cNvPr>
          <p:cNvSpPr>
            <a:spLocks noGrp="1"/>
          </p:cNvSpPr>
          <p:nvPr>
            <p:ph type="body" sz="quarter" idx="49"/>
          </p:nvPr>
        </p:nvSpPr>
        <p:spPr>
          <a:xfrm>
            <a:off x="6737217" y="4273550"/>
            <a:ext cx="1975104" cy="1457325"/>
          </a:xfrm>
        </p:spPr>
        <p:txBody>
          <a:bodyPr>
            <a:no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285750" indent="-285750">
              <a:buClrTx/>
              <a:buFont typeface="GT America" charset="0"/>
              <a:buChar char="→"/>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2" name="Text Placeholder 41">
            <a:extLst>
              <a:ext uri="{FF2B5EF4-FFF2-40B4-BE49-F238E27FC236}">
                <a16:creationId xmlns:a16="http://schemas.microsoft.com/office/drawing/2014/main" id="{447A49B2-21EC-9A60-A49A-B88D32D6BCEA}"/>
              </a:ext>
            </a:extLst>
          </p:cNvPr>
          <p:cNvSpPr>
            <a:spLocks noGrp="1"/>
          </p:cNvSpPr>
          <p:nvPr>
            <p:ph type="body" sz="quarter" idx="50"/>
          </p:nvPr>
        </p:nvSpPr>
        <p:spPr>
          <a:xfrm>
            <a:off x="8813800" y="4281487"/>
            <a:ext cx="1975104" cy="1457325"/>
          </a:xfrm>
        </p:spPr>
        <p:txBody>
          <a:bodyPr>
            <a:no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0" indent="0">
              <a:buClrTx/>
              <a:buFont typeface="GT America" charset="0"/>
              <a:buNone/>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2" name="Freeform 5">
            <a:extLst>
              <a:ext uri="{FF2B5EF4-FFF2-40B4-BE49-F238E27FC236}">
                <a16:creationId xmlns:a16="http://schemas.microsoft.com/office/drawing/2014/main" id="{2D5FD8C2-6273-CDF7-5061-51B47155DF43}"/>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74449116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tact sheet 9-up">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548640" y="1849438"/>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28" name="Picture Placeholder 9">
            <a:extLst>
              <a:ext uri="{FF2B5EF4-FFF2-40B4-BE49-F238E27FC236}">
                <a16:creationId xmlns:a16="http://schemas.microsoft.com/office/drawing/2014/main" id="{17A4289C-7601-5CA4-4C3A-5F28EB369581}"/>
              </a:ext>
            </a:extLst>
          </p:cNvPr>
          <p:cNvSpPr>
            <a:spLocks noGrp="1"/>
          </p:cNvSpPr>
          <p:nvPr>
            <p:ph type="pic" sz="quarter" idx="43" hasCustomPrompt="1"/>
          </p:nvPr>
        </p:nvSpPr>
        <p:spPr>
          <a:xfrm>
            <a:off x="548640" y="32956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31" name="Picture Placeholder 9">
            <a:extLst>
              <a:ext uri="{FF2B5EF4-FFF2-40B4-BE49-F238E27FC236}">
                <a16:creationId xmlns:a16="http://schemas.microsoft.com/office/drawing/2014/main" id="{A0C2F317-7D2F-8DB5-8348-18AA8221AAE9}"/>
              </a:ext>
            </a:extLst>
          </p:cNvPr>
          <p:cNvSpPr>
            <a:spLocks noGrp="1"/>
          </p:cNvSpPr>
          <p:nvPr>
            <p:ph type="pic" sz="quarter" idx="45" hasCustomPrompt="1"/>
          </p:nvPr>
        </p:nvSpPr>
        <p:spPr>
          <a:xfrm>
            <a:off x="548640" y="4743563"/>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55" name="Picture Placeholder 9">
            <a:extLst>
              <a:ext uri="{FF2B5EF4-FFF2-40B4-BE49-F238E27FC236}">
                <a16:creationId xmlns:a16="http://schemas.microsoft.com/office/drawing/2014/main" id="{4471B4C7-4613-EEB3-9308-87F186645DFC}"/>
              </a:ext>
            </a:extLst>
          </p:cNvPr>
          <p:cNvSpPr>
            <a:spLocks noGrp="1"/>
          </p:cNvSpPr>
          <p:nvPr>
            <p:ph type="pic" sz="quarter" idx="47" hasCustomPrompt="1"/>
          </p:nvPr>
        </p:nvSpPr>
        <p:spPr>
          <a:xfrm>
            <a:off x="4407408" y="1844676"/>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58" name="Picture Placeholder 9">
            <a:extLst>
              <a:ext uri="{FF2B5EF4-FFF2-40B4-BE49-F238E27FC236}">
                <a16:creationId xmlns:a16="http://schemas.microsoft.com/office/drawing/2014/main" id="{B81A6CC2-3FF5-E358-9361-9AA641684178}"/>
              </a:ext>
            </a:extLst>
          </p:cNvPr>
          <p:cNvSpPr>
            <a:spLocks noGrp="1"/>
          </p:cNvSpPr>
          <p:nvPr>
            <p:ph type="pic" sz="quarter" idx="49" hasCustomPrompt="1"/>
          </p:nvPr>
        </p:nvSpPr>
        <p:spPr>
          <a:xfrm>
            <a:off x="4404520" y="3290888"/>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61" name="Picture Placeholder 9">
            <a:extLst>
              <a:ext uri="{FF2B5EF4-FFF2-40B4-BE49-F238E27FC236}">
                <a16:creationId xmlns:a16="http://schemas.microsoft.com/office/drawing/2014/main" id="{3936CF0E-0A97-CA96-5F67-097CDDE826A2}"/>
              </a:ext>
            </a:extLst>
          </p:cNvPr>
          <p:cNvSpPr>
            <a:spLocks noGrp="1"/>
          </p:cNvSpPr>
          <p:nvPr>
            <p:ph type="pic" sz="quarter" idx="51" hasCustomPrompt="1"/>
          </p:nvPr>
        </p:nvSpPr>
        <p:spPr>
          <a:xfrm>
            <a:off x="4407408" y="473710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64" name="Picture Placeholder 9">
            <a:extLst>
              <a:ext uri="{FF2B5EF4-FFF2-40B4-BE49-F238E27FC236}">
                <a16:creationId xmlns:a16="http://schemas.microsoft.com/office/drawing/2014/main" id="{C1D5E855-FA17-F4D0-646B-35CD59AAC6A0}"/>
              </a:ext>
            </a:extLst>
          </p:cNvPr>
          <p:cNvSpPr>
            <a:spLocks noGrp="1"/>
          </p:cNvSpPr>
          <p:nvPr>
            <p:ph type="pic" sz="quarter" idx="53" hasCustomPrompt="1"/>
          </p:nvPr>
        </p:nvSpPr>
        <p:spPr>
          <a:xfrm>
            <a:off x="8211312" y="1849438"/>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67" name="Picture Placeholder 9">
            <a:extLst>
              <a:ext uri="{FF2B5EF4-FFF2-40B4-BE49-F238E27FC236}">
                <a16:creationId xmlns:a16="http://schemas.microsoft.com/office/drawing/2014/main" id="{D5751559-8E90-53E9-D2C3-6C9A57296D6D}"/>
              </a:ext>
            </a:extLst>
          </p:cNvPr>
          <p:cNvSpPr>
            <a:spLocks noGrp="1"/>
          </p:cNvSpPr>
          <p:nvPr>
            <p:ph type="pic" sz="quarter" idx="55" hasCustomPrompt="1"/>
          </p:nvPr>
        </p:nvSpPr>
        <p:spPr>
          <a:xfrm>
            <a:off x="8212138" y="32956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70" name="Picture Placeholder 9">
            <a:extLst>
              <a:ext uri="{FF2B5EF4-FFF2-40B4-BE49-F238E27FC236}">
                <a16:creationId xmlns:a16="http://schemas.microsoft.com/office/drawing/2014/main" id="{769EC156-0E51-CE48-5482-055D256909C5}"/>
              </a:ext>
            </a:extLst>
          </p:cNvPr>
          <p:cNvSpPr>
            <a:spLocks noGrp="1"/>
          </p:cNvSpPr>
          <p:nvPr>
            <p:ph type="pic" sz="quarter" idx="57" hasCustomPrompt="1"/>
          </p:nvPr>
        </p:nvSpPr>
        <p:spPr>
          <a:xfrm>
            <a:off x="8211312" y="4741862"/>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3" name="Title 2">
            <a:extLst>
              <a:ext uri="{FF2B5EF4-FFF2-40B4-BE49-F238E27FC236}">
                <a16:creationId xmlns:a16="http://schemas.microsoft.com/office/drawing/2014/main" id="{D69619C9-5DB2-E39E-74FF-9877E61A97AB}"/>
              </a:ext>
            </a:extLst>
          </p:cNvPr>
          <p:cNvSpPr>
            <a:spLocks noGrp="1"/>
          </p:cNvSpPr>
          <p:nvPr>
            <p:ph type="title"/>
          </p:nvPr>
        </p:nvSpPr>
        <p:spPr/>
        <p:txBody>
          <a:bodyPr/>
          <a:lstStyle>
            <a:lvl1pPr>
              <a:defRPr b="1"/>
            </a:lvl1pPr>
          </a:lstStyle>
          <a:p>
            <a:r>
              <a:rPr lang="en-US"/>
              <a:t>Click to edit Master title style</a:t>
            </a:r>
          </a:p>
        </p:txBody>
      </p:sp>
      <p:sp>
        <p:nvSpPr>
          <p:cNvPr id="20" name="Text Placeholder 10">
            <a:extLst>
              <a:ext uri="{FF2B5EF4-FFF2-40B4-BE49-F238E27FC236}">
                <a16:creationId xmlns:a16="http://schemas.microsoft.com/office/drawing/2014/main" id="{1A8F5A52-2BB1-6E01-1280-D7B8E1530E75}"/>
              </a:ext>
            </a:extLst>
          </p:cNvPr>
          <p:cNvSpPr>
            <a:spLocks noGrp="1"/>
          </p:cNvSpPr>
          <p:nvPr>
            <p:ph type="body" sz="quarter" idx="58"/>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47" name="Text Placeholder 28">
            <a:extLst>
              <a:ext uri="{FF2B5EF4-FFF2-40B4-BE49-F238E27FC236}">
                <a16:creationId xmlns:a16="http://schemas.microsoft.com/office/drawing/2014/main" id="{B33B65D6-52E4-77AB-4814-DB4CF93D6165}"/>
              </a:ext>
            </a:extLst>
          </p:cNvPr>
          <p:cNvSpPr>
            <a:spLocks noGrp="1"/>
          </p:cNvSpPr>
          <p:nvPr>
            <p:ph type="body" sz="quarter" idx="94"/>
          </p:nvPr>
        </p:nvSpPr>
        <p:spPr>
          <a:xfrm>
            <a:off x="1491371" y="1848982"/>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8" name="Text Placeholder 31">
            <a:extLst>
              <a:ext uri="{FF2B5EF4-FFF2-40B4-BE49-F238E27FC236}">
                <a16:creationId xmlns:a16="http://schemas.microsoft.com/office/drawing/2014/main" id="{EB65456B-8D08-C9BF-224B-B9C64A7F7CAA}"/>
              </a:ext>
            </a:extLst>
          </p:cNvPr>
          <p:cNvSpPr>
            <a:spLocks noGrp="1"/>
          </p:cNvSpPr>
          <p:nvPr>
            <p:ph type="body" sz="quarter" idx="60"/>
          </p:nvPr>
        </p:nvSpPr>
        <p:spPr>
          <a:xfrm>
            <a:off x="5347251" y="1851364"/>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9" name="Text Placeholder 33">
            <a:extLst>
              <a:ext uri="{FF2B5EF4-FFF2-40B4-BE49-F238E27FC236}">
                <a16:creationId xmlns:a16="http://schemas.microsoft.com/office/drawing/2014/main" id="{BBD5A27C-9B64-5396-B2F2-8BC953E60E1E}"/>
              </a:ext>
            </a:extLst>
          </p:cNvPr>
          <p:cNvSpPr>
            <a:spLocks noGrp="1"/>
          </p:cNvSpPr>
          <p:nvPr>
            <p:ph type="body" sz="quarter" idx="95"/>
          </p:nvPr>
        </p:nvSpPr>
        <p:spPr>
          <a:xfrm>
            <a:off x="9154043" y="1853745"/>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0" name="Text Placeholder 35">
            <a:extLst>
              <a:ext uri="{FF2B5EF4-FFF2-40B4-BE49-F238E27FC236}">
                <a16:creationId xmlns:a16="http://schemas.microsoft.com/office/drawing/2014/main" id="{4E24BE1D-A414-0921-6B24-228F418599DC}"/>
              </a:ext>
            </a:extLst>
          </p:cNvPr>
          <p:cNvSpPr>
            <a:spLocks noGrp="1"/>
          </p:cNvSpPr>
          <p:nvPr>
            <p:ph type="body" sz="quarter" idx="62"/>
          </p:nvPr>
        </p:nvSpPr>
        <p:spPr>
          <a:xfrm>
            <a:off x="1491371" y="3297351"/>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1" name="Text Placeholder 37">
            <a:extLst>
              <a:ext uri="{FF2B5EF4-FFF2-40B4-BE49-F238E27FC236}">
                <a16:creationId xmlns:a16="http://schemas.microsoft.com/office/drawing/2014/main" id="{C7229E1F-B221-29A9-4121-9AB7571172C8}"/>
              </a:ext>
            </a:extLst>
          </p:cNvPr>
          <p:cNvSpPr>
            <a:spLocks noGrp="1"/>
          </p:cNvSpPr>
          <p:nvPr>
            <p:ph type="body" sz="quarter" idx="96"/>
          </p:nvPr>
        </p:nvSpPr>
        <p:spPr>
          <a:xfrm>
            <a:off x="5347251" y="3297351"/>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2" name="Text Placeholder 39">
            <a:extLst>
              <a:ext uri="{FF2B5EF4-FFF2-40B4-BE49-F238E27FC236}">
                <a16:creationId xmlns:a16="http://schemas.microsoft.com/office/drawing/2014/main" id="{C9D12808-4957-032F-A845-94EEC2925E89}"/>
              </a:ext>
            </a:extLst>
          </p:cNvPr>
          <p:cNvSpPr>
            <a:spLocks noGrp="1"/>
          </p:cNvSpPr>
          <p:nvPr>
            <p:ph type="body" sz="quarter" idx="64"/>
          </p:nvPr>
        </p:nvSpPr>
        <p:spPr>
          <a:xfrm>
            <a:off x="9154043" y="3297351"/>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3" name="Text Placeholder 41">
            <a:extLst>
              <a:ext uri="{FF2B5EF4-FFF2-40B4-BE49-F238E27FC236}">
                <a16:creationId xmlns:a16="http://schemas.microsoft.com/office/drawing/2014/main" id="{B12AD652-87BB-53BF-14D1-7CADF3402526}"/>
              </a:ext>
            </a:extLst>
          </p:cNvPr>
          <p:cNvSpPr>
            <a:spLocks noGrp="1"/>
          </p:cNvSpPr>
          <p:nvPr>
            <p:ph type="body" sz="quarter" idx="97"/>
          </p:nvPr>
        </p:nvSpPr>
        <p:spPr>
          <a:xfrm>
            <a:off x="1491371" y="4748325"/>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4" name="Text Placeholder 43">
            <a:extLst>
              <a:ext uri="{FF2B5EF4-FFF2-40B4-BE49-F238E27FC236}">
                <a16:creationId xmlns:a16="http://schemas.microsoft.com/office/drawing/2014/main" id="{2F5D586D-E682-4214-BDFC-2381008A2DAD}"/>
              </a:ext>
            </a:extLst>
          </p:cNvPr>
          <p:cNvSpPr>
            <a:spLocks noGrp="1"/>
          </p:cNvSpPr>
          <p:nvPr>
            <p:ph type="body" sz="quarter" idx="66"/>
          </p:nvPr>
        </p:nvSpPr>
        <p:spPr>
          <a:xfrm>
            <a:off x="5347251" y="4748325"/>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6" name="Text Placeholder 45">
            <a:extLst>
              <a:ext uri="{FF2B5EF4-FFF2-40B4-BE49-F238E27FC236}">
                <a16:creationId xmlns:a16="http://schemas.microsoft.com/office/drawing/2014/main" id="{CED54B08-20E7-A541-B8ED-9C32BBF3A87B}"/>
              </a:ext>
            </a:extLst>
          </p:cNvPr>
          <p:cNvSpPr>
            <a:spLocks noGrp="1"/>
          </p:cNvSpPr>
          <p:nvPr>
            <p:ph type="body" sz="quarter" idx="98"/>
          </p:nvPr>
        </p:nvSpPr>
        <p:spPr>
          <a:xfrm>
            <a:off x="9154043" y="4732794"/>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2" name="Freeform 5">
            <a:extLst>
              <a:ext uri="{FF2B5EF4-FFF2-40B4-BE49-F238E27FC236}">
                <a16:creationId xmlns:a16="http://schemas.microsoft.com/office/drawing/2014/main" id="{D3C6828C-00BE-7F25-1FEA-FA3D01867A82}"/>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07134838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act Sheet 12-up">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546200" y="156240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3" name="Picture Placeholder 9">
            <a:extLst>
              <a:ext uri="{FF2B5EF4-FFF2-40B4-BE49-F238E27FC236}">
                <a16:creationId xmlns:a16="http://schemas.microsoft.com/office/drawing/2014/main" id="{25876E2B-22D5-E023-0774-0D2E4727B88F}"/>
              </a:ext>
            </a:extLst>
          </p:cNvPr>
          <p:cNvSpPr>
            <a:spLocks noGrp="1"/>
          </p:cNvSpPr>
          <p:nvPr>
            <p:ph type="pic" sz="quarter" idx="59" hasCustomPrompt="1"/>
          </p:nvPr>
        </p:nvSpPr>
        <p:spPr>
          <a:xfrm>
            <a:off x="547356" y="313958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6" name="Picture Placeholder 9">
            <a:extLst>
              <a:ext uri="{FF2B5EF4-FFF2-40B4-BE49-F238E27FC236}">
                <a16:creationId xmlns:a16="http://schemas.microsoft.com/office/drawing/2014/main" id="{D6976165-15B0-50D3-48A1-3EEF58B092C0}"/>
              </a:ext>
            </a:extLst>
          </p:cNvPr>
          <p:cNvSpPr>
            <a:spLocks noGrp="1"/>
          </p:cNvSpPr>
          <p:nvPr>
            <p:ph type="pic" sz="quarter" idx="61" hasCustomPrompt="1"/>
          </p:nvPr>
        </p:nvSpPr>
        <p:spPr>
          <a:xfrm>
            <a:off x="554788" y="47053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12" name="Picture Placeholder 9">
            <a:extLst>
              <a:ext uri="{FF2B5EF4-FFF2-40B4-BE49-F238E27FC236}">
                <a16:creationId xmlns:a16="http://schemas.microsoft.com/office/drawing/2014/main" id="{0CE498C5-374E-D8FE-F156-A53931D853E7}"/>
              </a:ext>
            </a:extLst>
          </p:cNvPr>
          <p:cNvSpPr>
            <a:spLocks noGrp="1"/>
          </p:cNvSpPr>
          <p:nvPr>
            <p:ph type="pic" sz="quarter" idx="63" hasCustomPrompt="1"/>
          </p:nvPr>
        </p:nvSpPr>
        <p:spPr>
          <a:xfrm>
            <a:off x="3365932" y="156240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15" name="Picture Placeholder 9">
            <a:extLst>
              <a:ext uri="{FF2B5EF4-FFF2-40B4-BE49-F238E27FC236}">
                <a16:creationId xmlns:a16="http://schemas.microsoft.com/office/drawing/2014/main" id="{1FCBF2C0-C112-B81E-0578-54F91D1D965D}"/>
              </a:ext>
            </a:extLst>
          </p:cNvPr>
          <p:cNvSpPr>
            <a:spLocks noGrp="1"/>
          </p:cNvSpPr>
          <p:nvPr>
            <p:ph type="pic" sz="quarter" idx="65" hasCustomPrompt="1"/>
          </p:nvPr>
        </p:nvSpPr>
        <p:spPr>
          <a:xfrm>
            <a:off x="3367088" y="313958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17" name="Picture Placeholder 9">
            <a:extLst>
              <a:ext uri="{FF2B5EF4-FFF2-40B4-BE49-F238E27FC236}">
                <a16:creationId xmlns:a16="http://schemas.microsoft.com/office/drawing/2014/main" id="{4C09C1F9-ECED-C5BA-42C5-0EE10E589CC6}"/>
              </a:ext>
            </a:extLst>
          </p:cNvPr>
          <p:cNvSpPr>
            <a:spLocks noGrp="1"/>
          </p:cNvSpPr>
          <p:nvPr>
            <p:ph type="pic" sz="quarter" idx="67" hasCustomPrompt="1"/>
          </p:nvPr>
        </p:nvSpPr>
        <p:spPr>
          <a:xfrm>
            <a:off x="3374520" y="47053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19" name="Picture Placeholder 9">
            <a:extLst>
              <a:ext uri="{FF2B5EF4-FFF2-40B4-BE49-F238E27FC236}">
                <a16:creationId xmlns:a16="http://schemas.microsoft.com/office/drawing/2014/main" id="{0042FFDF-513A-EC10-98FD-B9C57D062AE0}"/>
              </a:ext>
            </a:extLst>
          </p:cNvPr>
          <p:cNvSpPr>
            <a:spLocks noGrp="1"/>
          </p:cNvSpPr>
          <p:nvPr>
            <p:ph type="pic" sz="quarter" idx="69" hasCustomPrompt="1"/>
          </p:nvPr>
        </p:nvSpPr>
        <p:spPr>
          <a:xfrm>
            <a:off x="6185664" y="156240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22" name="Picture Placeholder 9">
            <a:extLst>
              <a:ext uri="{FF2B5EF4-FFF2-40B4-BE49-F238E27FC236}">
                <a16:creationId xmlns:a16="http://schemas.microsoft.com/office/drawing/2014/main" id="{8BC36A4B-DA0D-6BF1-C4D6-33880787409E}"/>
              </a:ext>
            </a:extLst>
          </p:cNvPr>
          <p:cNvSpPr>
            <a:spLocks noGrp="1"/>
          </p:cNvSpPr>
          <p:nvPr>
            <p:ph type="pic" sz="quarter" idx="71" hasCustomPrompt="1"/>
          </p:nvPr>
        </p:nvSpPr>
        <p:spPr>
          <a:xfrm>
            <a:off x="6186820" y="313958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24" name="Picture Placeholder 9">
            <a:extLst>
              <a:ext uri="{FF2B5EF4-FFF2-40B4-BE49-F238E27FC236}">
                <a16:creationId xmlns:a16="http://schemas.microsoft.com/office/drawing/2014/main" id="{76E7E740-2280-24BA-7A1B-AB4C8412EB3C}"/>
              </a:ext>
            </a:extLst>
          </p:cNvPr>
          <p:cNvSpPr>
            <a:spLocks noGrp="1"/>
          </p:cNvSpPr>
          <p:nvPr>
            <p:ph type="pic" sz="quarter" idx="73" hasCustomPrompt="1"/>
          </p:nvPr>
        </p:nvSpPr>
        <p:spPr>
          <a:xfrm>
            <a:off x="6194252" y="47053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26" name="Picture Placeholder 9">
            <a:extLst>
              <a:ext uri="{FF2B5EF4-FFF2-40B4-BE49-F238E27FC236}">
                <a16:creationId xmlns:a16="http://schemas.microsoft.com/office/drawing/2014/main" id="{CADD27F9-84C7-1DB2-249A-964A088830A2}"/>
              </a:ext>
            </a:extLst>
          </p:cNvPr>
          <p:cNvSpPr>
            <a:spLocks noGrp="1"/>
          </p:cNvSpPr>
          <p:nvPr>
            <p:ph type="pic" sz="quarter" idx="75" hasCustomPrompt="1"/>
          </p:nvPr>
        </p:nvSpPr>
        <p:spPr>
          <a:xfrm>
            <a:off x="9005396" y="156240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34" name="Picture Placeholder 9">
            <a:extLst>
              <a:ext uri="{FF2B5EF4-FFF2-40B4-BE49-F238E27FC236}">
                <a16:creationId xmlns:a16="http://schemas.microsoft.com/office/drawing/2014/main" id="{FF1E356A-47B8-BFE3-D4E2-B4F8BF65D253}"/>
              </a:ext>
            </a:extLst>
          </p:cNvPr>
          <p:cNvSpPr>
            <a:spLocks noGrp="1"/>
          </p:cNvSpPr>
          <p:nvPr>
            <p:ph type="pic" sz="quarter" idx="77" hasCustomPrompt="1"/>
          </p:nvPr>
        </p:nvSpPr>
        <p:spPr>
          <a:xfrm>
            <a:off x="9006552" y="313958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36" name="Picture Placeholder 9">
            <a:extLst>
              <a:ext uri="{FF2B5EF4-FFF2-40B4-BE49-F238E27FC236}">
                <a16:creationId xmlns:a16="http://schemas.microsoft.com/office/drawing/2014/main" id="{D13123F8-5707-1836-E32B-577B73747D46}"/>
              </a:ext>
            </a:extLst>
          </p:cNvPr>
          <p:cNvSpPr>
            <a:spLocks noGrp="1"/>
          </p:cNvSpPr>
          <p:nvPr>
            <p:ph type="pic" sz="quarter" idx="79" hasCustomPrompt="1"/>
          </p:nvPr>
        </p:nvSpPr>
        <p:spPr>
          <a:xfrm>
            <a:off x="9013984" y="47053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13" name="Title 12">
            <a:extLst>
              <a:ext uri="{FF2B5EF4-FFF2-40B4-BE49-F238E27FC236}">
                <a16:creationId xmlns:a16="http://schemas.microsoft.com/office/drawing/2014/main" id="{E6ED4069-4F51-A36D-255A-CF77628C85CE}"/>
              </a:ext>
            </a:extLst>
          </p:cNvPr>
          <p:cNvSpPr>
            <a:spLocks noGrp="1"/>
          </p:cNvSpPr>
          <p:nvPr>
            <p:ph type="title"/>
          </p:nvPr>
        </p:nvSpPr>
        <p:spPr/>
        <p:txBody>
          <a:bodyPr/>
          <a:lstStyle>
            <a:lvl1pPr>
              <a:defRPr b="1"/>
            </a:lvl1pPr>
          </a:lstStyle>
          <a:p>
            <a:r>
              <a:rPr lang="en-US"/>
              <a:t>Click to edit Master title style</a:t>
            </a:r>
          </a:p>
        </p:txBody>
      </p:sp>
      <p:sp>
        <p:nvSpPr>
          <p:cNvPr id="37" name="Text Placeholder 28">
            <a:extLst>
              <a:ext uri="{FF2B5EF4-FFF2-40B4-BE49-F238E27FC236}">
                <a16:creationId xmlns:a16="http://schemas.microsoft.com/office/drawing/2014/main" id="{20725060-FB97-FB2A-839C-88058950AD03}"/>
              </a:ext>
            </a:extLst>
          </p:cNvPr>
          <p:cNvSpPr>
            <a:spLocks noGrp="1"/>
          </p:cNvSpPr>
          <p:nvPr>
            <p:ph type="body" sz="quarter" idx="94"/>
          </p:nvPr>
        </p:nvSpPr>
        <p:spPr>
          <a:xfrm>
            <a:off x="545350" y="2421426"/>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38" name="Text Placeholder 31">
            <a:extLst>
              <a:ext uri="{FF2B5EF4-FFF2-40B4-BE49-F238E27FC236}">
                <a16:creationId xmlns:a16="http://schemas.microsoft.com/office/drawing/2014/main" id="{53AEDA35-ADD6-FCE3-846B-BF1E0A6CA883}"/>
              </a:ext>
            </a:extLst>
          </p:cNvPr>
          <p:cNvSpPr>
            <a:spLocks noGrp="1"/>
          </p:cNvSpPr>
          <p:nvPr>
            <p:ph type="body" sz="quarter" idx="60"/>
          </p:nvPr>
        </p:nvSpPr>
        <p:spPr>
          <a:xfrm>
            <a:off x="3357144" y="2426187"/>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39" name="Text Placeholder 33">
            <a:extLst>
              <a:ext uri="{FF2B5EF4-FFF2-40B4-BE49-F238E27FC236}">
                <a16:creationId xmlns:a16="http://schemas.microsoft.com/office/drawing/2014/main" id="{2C1C50A9-AF10-C8FA-22B4-FD7A9720D11F}"/>
              </a:ext>
            </a:extLst>
          </p:cNvPr>
          <p:cNvSpPr>
            <a:spLocks noGrp="1"/>
          </p:cNvSpPr>
          <p:nvPr>
            <p:ph type="body" sz="quarter" idx="95"/>
          </p:nvPr>
        </p:nvSpPr>
        <p:spPr>
          <a:xfrm>
            <a:off x="6174687" y="2426187"/>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0" name="Text Placeholder 35">
            <a:extLst>
              <a:ext uri="{FF2B5EF4-FFF2-40B4-BE49-F238E27FC236}">
                <a16:creationId xmlns:a16="http://schemas.microsoft.com/office/drawing/2014/main" id="{92186842-A495-47CB-E895-A3B746F32C1C}"/>
              </a:ext>
            </a:extLst>
          </p:cNvPr>
          <p:cNvSpPr>
            <a:spLocks noGrp="1"/>
          </p:cNvSpPr>
          <p:nvPr>
            <p:ph type="body" sz="quarter" idx="62"/>
          </p:nvPr>
        </p:nvSpPr>
        <p:spPr>
          <a:xfrm>
            <a:off x="9005296" y="2429974"/>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1" name="Text Placeholder 37">
            <a:extLst>
              <a:ext uri="{FF2B5EF4-FFF2-40B4-BE49-F238E27FC236}">
                <a16:creationId xmlns:a16="http://schemas.microsoft.com/office/drawing/2014/main" id="{6CA7FDF1-8EA1-3647-617E-68BBEC83B933}"/>
              </a:ext>
            </a:extLst>
          </p:cNvPr>
          <p:cNvSpPr>
            <a:spLocks noGrp="1"/>
          </p:cNvSpPr>
          <p:nvPr>
            <p:ph type="body" sz="quarter" idx="96"/>
          </p:nvPr>
        </p:nvSpPr>
        <p:spPr>
          <a:xfrm>
            <a:off x="543911" y="3997820"/>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2" name="Text Placeholder 39">
            <a:extLst>
              <a:ext uri="{FF2B5EF4-FFF2-40B4-BE49-F238E27FC236}">
                <a16:creationId xmlns:a16="http://schemas.microsoft.com/office/drawing/2014/main" id="{B0B8D82A-323A-DAD8-2FFF-306B1BD8A7B7}"/>
              </a:ext>
            </a:extLst>
          </p:cNvPr>
          <p:cNvSpPr>
            <a:spLocks noGrp="1"/>
          </p:cNvSpPr>
          <p:nvPr>
            <p:ph type="body" sz="quarter" idx="64"/>
          </p:nvPr>
        </p:nvSpPr>
        <p:spPr>
          <a:xfrm>
            <a:off x="3369875" y="3997820"/>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3" name="Text Placeholder 41">
            <a:extLst>
              <a:ext uri="{FF2B5EF4-FFF2-40B4-BE49-F238E27FC236}">
                <a16:creationId xmlns:a16="http://schemas.microsoft.com/office/drawing/2014/main" id="{7F998DD8-A4C0-EDC9-3264-47EC9ABA7F7E}"/>
              </a:ext>
            </a:extLst>
          </p:cNvPr>
          <p:cNvSpPr>
            <a:spLocks noGrp="1"/>
          </p:cNvSpPr>
          <p:nvPr>
            <p:ph type="body" sz="quarter" idx="97"/>
          </p:nvPr>
        </p:nvSpPr>
        <p:spPr>
          <a:xfrm>
            <a:off x="6185564" y="3988842"/>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4" name="Text Placeholder 43">
            <a:extLst>
              <a:ext uri="{FF2B5EF4-FFF2-40B4-BE49-F238E27FC236}">
                <a16:creationId xmlns:a16="http://schemas.microsoft.com/office/drawing/2014/main" id="{D6080B64-327A-4888-7E45-D37CB06BD006}"/>
              </a:ext>
            </a:extLst>
          </p:cNvPr>
          <p:cNvSpPr>
            <a:spLocks noGrp="1"/>
          </p:cNvSpPr>
          <p:nvPr>
            <p:ph type="body" sz="quarter" idx="66"/>
          </p:nvPr>
        </p:nvSpPr>
        <p:spPr>
          <a:xfrm>
            <a:off x="9013984" y="3997820"/>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5" name="Text Placeholder 45">
            <a:extLst>
              <a:ext uri="{FF2B5EF4-FFF2-40B4-BE49-F238E27FC236}">
                <a16:creationId xmlns:a16="http://schemas.microsoft.com/office/drawing/2014/main" id="{A553D40B-8982-89FD-71EF-AFB57D02AF77}"/>
              </a:ext>
            </a:extLst>
          </p:cNvPr>
          <p:cNvSpPr>
            <a:spLocks noGrp="1"/>
          </p:cNvSpPr>
          <p:nvPr>
            <p:ph type="body" sz="quarter" idx="98"/>
          </p:nvPr>
        </p:nvSpPr>
        <p:spPr>
          <a:xfrm>
            <a:off x="554038" y="5572433"/>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7" name="Text Placeholder 46">
            <a:extLst>
              <a:ext uri="{FF2B5EF4-FFF2-40B4-BE49-F238E27FC236}">
                <a16:creationId xmlns:a16="http://schemas.microsoft.com/office/drawing/2014/main" id="{CC20C2B1-E5AA-66A6-3529-09EBEC5AD9E7}"/>
              </a:ext>
            </a:extLst>
          </p:cNvPr>
          <p:cNvSpPr>
            <a:spLocks noGrp="1"/>
          </p:cNvSpPr>
          <p:nvPr>
            <p:ph type="body" sz="quarter" idx="99"/>
          </p:nvPr>
        </p:nvSpPr>
        <p:spPr>
          <a:xfrm>
            <a:off x="3375025" y="5572853"/>
            <a:ext cx="2616775" cy="588235"/>
          </a:xfrm>
        </p:spPr>
        <p:txBody>
          <a:bodyPr>
            <a:noAutofit/>
          </a:bodyPr>
          <a:lstStyle>
            <a:lvl1pPr marL="0" indent="0">
              <a:spcAft>
                <a:spcPts val="200"/>
              </a:spcAft>
              <a:buFont typeface="Arial" panose="020B0604020202020204" pitchFamily="34" charset="0"/>
              <a:buNone/>
              <a:defRPr sz="1200" b="1"/>
            </a:lvl1pPr>
            <a:lvl2pPr marL="0" indent="0">
              <a:spcAft>
                <a:spcPts val="600"/>
              </a:spcAft>
              <a:buFont typeface="Arial" panose="020B0604020202020204" pitchFamily="34" charset="0"/>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9" name="Text Placeholder 48">
            <a:extLst>
              <a:ext uri="{FF2B5EF4-FFF2-40B4-BE49-F238E27FC236}">
                <a16:creationId xmlns:a16="http://schemas.microsoft.com/office/drawing/2014/main" id="{FAD7CA57-DD70-B459-15AA-F71085154014}"/>
              </a:ext>
            </a:extLst>
          </p:cNvPr>
          <p:cNvSpPr>
            <a:spLocks noGrp="1"/>
          </p:cNvSpPr>
          <p:nvPr>
            <p:ph type="body" sz="quarter" idx="100"/>
          </p:nvPr>
        </p:nvSpPr>
        <p:spPr>
          <a:xfrm>
            <a:off x="6194425" y="5588367"/>
            <a:ext cx="2623130" cy="572721"/>
          </a:xfrm>
        </p:spPr>
        <p:txBody>
          <a:bodyPr>
            <a:noAutofit/>
          </a:bodyPr>
          <a:lstStyle>
            <a:lvl1pPr marL="0" indent="0">
              <a:spcAft>
                <a:spcPts val="200"/>
              </a:spcAft>
              <a:buFont typeface="Arial" panose="020B0604020202020204" pitchFamily="34" charset="0"/>
              <a:buNone/>
              <a:defRPr sz="1200" b="1"/>
            </a:lvl1pPr>
            <a:lvl2pPr marL="0" indent="0">
              <a:spcAft>
                <a:spcPts val="600"/>
              </a:spcAft>
              <a:buFont typeface="Arial" panose="020B0604020202020204" pitchFamily="34" charset="0"/>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1" name="Text Placeholder 50">
            <a:extLst>
              <a:ext uri="{FF2B5EF4-FFF2-40B4-BE49-F238E27FC236}">
                <a16:creationId xmlns:a16="http://schemas.microsoft.com/office/drawing/2014/main" id="{EC42BD93-D831-2404-6CB8-8837AFC980E9}"/>
              </a:ext>
            </a:extLst>
          </p:cNvPr>
          <p:cNvSpPr>
            <a:spLocks noGrp="1"/>
          </p:cNvSpPr>
          <p:nvPr>
            <p:ph type="body" sz="quarter" idx="101"/>
          </p:nvPr>
        </p:nvSpPr>
        <p:spPr>
          <a:xfrm>
            <a:off x="9013824" y="5572853"/>
            <a:ext cx="2612537" cy="588235"/>
          </a:xfrm>
        </p:spPr>
        <p:txBody>
          <a:bodyPr>
            <a:noAutofit/>
          </a:bodyPr>
          <a:lstStyle>
            <a:lvl1pPr marL="0" indent="0">
              <a:spcAft>
                <a:spcPts val="200"/>
              </a:spcAft>
              <a:buFont typeface="Arial" panose="020B0604020202020204" pitchFamily="34" charset="0"/>
              <a:buNone/>
              <a:defRPr sz="1200" b="1"/>
            </a:lvl1pPr>
            <a:lvl2pPr marL="0" indent="0">
              <a:spcAft>
                <a:spcPts val="600"/>
              </a:spcAft>
              <a:buFont typeface="Arial" panose="020B0604020202020204" pitchFamily="34" charset="0"/>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2" name="Text Placeholder 10">
            <a:extLst>
              <a:ext uri="{FF2B5EF4-FFF2-40B4-BE49-F238E27FC236}">
                <a16:creationId xmlns:a16="http://schemas.microsoft.com/office/drawing/2014/main" id="{4094CC63-82FC-2C3B-297C-E0DA8033B303}"/>
              </a:ext>
            </a:extLst>
          </p:cNvPr>
          <p:cNvSpPr>
            <a:spLocks noGrp="1"/>
          </p:cNvSpPr>
          <p:nvPr>
            <p:ph type="body" sz="quarter" idx="58"/>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 name="Freeform 5">
            <a:extLst>
              <a:ext uri="{FF2B5EF4-FFF2-40B4-BE49-F238E27FC236}">
                <a16:creationId xmlns:a16="http://schemas.microsoft.com/office/drawing/2014/main" id="{CFEF52EF-E8C0-B287-4EE6-AFF11A6B737F}"/>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52846150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Biography Spotlight 1">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539751" y="2146298"/>
            <a:ext cx="1970120" cy="1975104"/>
          </a:xfrm>
          <a:solidFill>
            <a:schemeClr val="accent1"/>
          </a:solidFill>
          <a:ln>
            <a:noFill/>
          </a:ln>
        </p:spPr>
        <p:txBody>
          <a:bodyPr anchor="ctr"/>
          <a:lstStyle>
            <a:lvl1pPr algn="ctr">
              <a:defRPr>
                <a:solidFill>
                  <a:schemeClr val="bg1"/>
                </a:solidFill>
                <a:latin typeface="+mn-lt"/>
              </a:defRPr>
            </a:lvl1pPr>
          </a:lstStyle>
          <a:p>
            <a:r>
              <a:rPr lang="en-US"/>
              <a:t>Silhouette</a:t>
            </a:r>
            <a:br>
              <a:rPr lang="en-US"/>
            </a:br>
            <a:r>
              <a:rPr lang="en-US"/>
              <a:t>portrait</a:t>
            </a:r>
          </a:p>
        </p:txBody>
      </p:sp>
      <p:sp>
        <p:nvSpPr>
          <p:cNvPr id="3" name="Title 2">
            <a:extLst>
              <a:ext uri="{FF2B5EF4-FFF2-40B4-BE49-F238E27FC236}">
                <a16:creationId xmlns:a16="http://schemas.microsoft.com/office/drawing/2014/main" id="{1DC8F894-857C-8F07-E60C-2FD30A700DD0}"/>
              </a:ext>
            </a:extLst>
          </p:cNvPr>
          <p:cNvSpPr>
            <a:spLocks noGrp="1"/>
          </p:cNvSpPr>
          <p:nvPr>
            <p:ph type="title"/>
          </p:nvPr>
        </p:nvSpPr>
        <p:spPr/>
        <p:txBody>
          <a:bodyPr/>
          <a:lstStyle>
            <a:lvl1pPr>
              <a:defRPr b="1"/>
            </a:lvl1pPr>
          </a:lstStyle>
          <a:p>
            <a:r>
              <a:rPr lang="en-US"/>
              <a:t>Click to edit Master title style</a:t>
            </a:r>
          </a:p>
        </p:txBody>
      </p:sp>
      <p:sp>
        <p:nvSpPr>
          <p:cNvPr id="19" name="Text Placeholder 10">
            <a:extLst>
              <a:ext uri="{FF2B5EF4-FFF2-40B4-BE49-F238E27FC236}">
                <a16:creationId xmlns:a16="http://schemas.microsoft.com/office/drawing/2014/main" id="{59895743-E13E-B246-5F15-74FE000A889A}"/>
              </a:ext>
            </a:extLst>
          </p:cNvPr>
          <p:cNvSpPr>
            <a:spLocks noGrp="1"/>
          </p:cNvSpPr>
          <p:nvPr>
            <p:ph type="body" sz="quarter" idx="58"/>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4" name="Content Placeholder 32">
            <a:extLst>
              <a:ext uri="{FF2B5EF4-FFF2-40B4-BE49-F238E27FC236}">
                <a16:creationId xmlns:a16="http://schemas.microsoft.com/office/drawing/2014/main" id="{AB8465BA-2F90-8B3C-157F-C533DC992638}"/>
              </a:ext>
            </a:extLst>
          </p:cNvPr>
          <p:cNvSpPr>
            <a:spLocks noGrp="1"/>
          </p:cNvSpPr>
          <p:nvPr>
            <p:ph sz="quarter" idx="103"/>
          </p:nvPr>
        </p:nvSpPr>
        <p:spPr>
          <a:xfrm>
            <a:off x="3367088" y="2146297"/>
            <a:ext cx="8270874" cy="3440115"/>
          </a:xfrm>
        </p:spPr>
        <p:txBody>
          <a:bodyPr>
            <a:noAutofit/>
          </a:bodyPr>
          <a:lstStyle>
            <a:lvl1pPr>
              <a:defRPr lang="en-US" sz="1200" b="1" i="0" kern="1200" dirty="0">
                <a:solidFill>
                  <a:schemeClr val="tx2"/>
                </a:solidFill>
                <a:latin typeface="+mn-lt"/>
                <a:ea typeface="GT America Regular" charset="0"/>
                <a:cs typeface="GT America Regular" charset="0"/>
              </a:defRPr>
            </a:lvl1pPr>
            <a:lvl2pPr>
              <a:defRPr sz="1200"/>
            </a:lvl2pPr>
            <a:lvl3pPr>
              <a:defRPr sz="1200"/>
            </a:lvl3pPr>
            <a:lvl4pPr>
              <a:defRPr sz="1200"/>
            </a:lvl4pPr>
            <a:lvl5pPr>
              <a:defRPr sz="1200"/>
            </a:lvl5pPr>
          </a:lstStyle>
          <a:p>
            <a:pPr marL="0" lvl="0" indent="0" algn="l" defTabSz="914400" rtl="0" eaLnBrk="1" latinLnBrk="0" hangingPunct="1">
              <a:lnSpc>
                <a:spcPct val="101000"/>
              </a:lnSpc>
              <a:spcBef>
                <a:spcPts val="0"/>
              </a:spcBef>
              <a:spcAft>
                <a:spcPts val="200"/>
              </a:spcAft>
              <a:buFont typeface="Arial" panose="020B0604020202020204" pitchFamily="34" charset="0"/>
              <a:buNone/>
            </a:pPr>
            <a:r>
              <a:rPr lang="en-US"/>
              <a:t>Click to edit Master text styles</a:t>
            </a:r>
          </a:p>
          <a:p>
            <a:pPr marL="0" lvl="1" indent="0" algn="l" defTabSz="914400" rtl="0" eaLnBrk="1" latinLnBrk="0" hangingPunct="1">
              <a:lnSpc>
                <a:spcPct val="101000"/>
              </a:lnSpc>
              <a:spcBef>
                <a:spcPts val="0"/>
              </a:spcBef>
              <a:spcAft>
                <a:spcPts val="200"/>
              </a:spcAft>
              <a:buFont typeface="Arial" panose="020B0604020202020204" pitchFamily="34" charset="0"/>
              <a:buNone/>
            </a:pPr>
            <a:r>
              <a:rPr lang="en-US"/>
              <a:t>Second level</a:t>
            </a:r>
          </a:p>
          <a:p>
            <a:pPr marL="0" lvl="2" indent="0" algn="l" defTabSz="914400" rtl="0" eaLnBrk="1" latinLnBrk="0" hangingPunct="1">
              <a:lnSpc>
                <a:spcPct val="101000"/>
              </a:lnSpc>
              <a:spcBef>
                <a:spcPts val="0"/>
              </a:spcBef>
              <a:spcAft>
                <a:spcPts val="200"/>
              </a:spcAft>
              <a:buFont typeface="Arial" panose="020B0604020202020204" pitchFamily="34" charset="0"/>
              <a:buNone/>
            </a:pPr>
            <a:r>
              <a:rPr lang="en-US"/>
              <a:t>Third level</a:t>
            </a:r>
          </a:p>
          <a:p>
            <a:pPr marL="0" lvl="3" indent="0" algn="l" defTabSz="914400" rtl="0" eaLnBrk="1" latinLnBrk="0" hangingPunct="1">
              <a:lnSpc>
                <a:spcPct val="101000"/>
              </a:lnSpc>
              <a:spcBef>
                <a:spcPts val="0"/>
              </a:spcBef>
              <a:spcAft>
                <a:spcPts val="200"/>
              </a:spcAft>
              <a:buFont typeface="Arial" panose="020B0604020202020204" pitchFamily="34" charset="0"/>
              <a:buNone/>
            </a:pPr>
            <a:r>
              <a:rPr lang="en-US"/>
              <a:t>Fourth level</a:t>
            </a:r>
          </a:p>
          <a:p>
            <a:pPr marL="0" lvl="4" indent="0" algn="l" defTabSz="914400" rtl="0" eaLnBrk="1" latinLnBrk="0" hangingPunct="1">
              <a:lnSpc>
                <a:spcPct val="101000"/>
              </a:lnSpc>
              <a:spcBef>
                <a:spcPts val="0"/>
              </a:spcBef>
              <a:spcAft>
                <a:spcPts val="200"/>
              </a:spcAft>
              <a:buFont typeface="Arial" panose="020B0604020202020204" pitchFamily="34" charset="0"/>
              <a:buNone/>
            </a:pPr>
            <a:r>
              <a:rPr lang="en-US"/>
              <a:t>Fifth level</a:t>
            </a:r>
          </a:p>
        </p:txBody>
      </p:sp>
      <p:sp>
        <p:nvSpPr>
          <p:cNvPr id="5" name="Content Placeholder 32">
            <a:extLst>
              <a:ext uri="{FF2B5EF4-FFF2-40B4-BE49-F238E27FC236}">
                <a16:creationId xmlns:a16="http://schemas.microsoft.com/office/drawing/2014/main" id="{A839F1B7-11DF-B547-F156-26E4933C9AEE}"/>
              </a:ext>
            </a:extLst>
          </p:cNvPr>
          <p:cNvSpPr>
            <a:spLocks noGrp="1"/>
          </p:cNvSpPr>
          <p:nvPr>
            <p:ph sz="quarter" idx="104"/>
          </p:nvPr>
        </p:nvSpPr>
        <p:spPr>
          <a:xfrm>
            <a:off x="539751" y="4273551"/>
            <a:ext cx="2623978" cy="588286"/>
          </a:xfrm>
        </p:spPr>
        <p:txBody>
          <a:bodyPr>
            <a:noAutofit/>
          </a:bodyPr>
          <a:lstStyle>
            <a:lvl1pPr>
              <a:defRPr lang="en-US" sz="1200" b="1" i="0" kern="1200" dirty="0">
                <a:solidFill>
                  <a:schemeClr val="tx1"/>
                </a:solidFill>
                <a:latin typeface="+mn-lt"/>
                <a:ea typeface="GT America Regular" charset="0"/>
                <a:cs typeface="GT America Regular" charset="0"/>
              </a:defRPr>
            </a:lvl1pPr>
            <a:lvl2pPr>
              <a:defRPr sz="1200"/>
            </a:lvl2pPr>
            <a:lvl3pPr>
              <a:defRPr sz="1200"/>
            </a:lvl3pPr>
            <a:lvl4pPr>
              <a:defRPr sz="1200"/>
            </a:lvl4pPr>
            <a:lvl5pPr>
              <a:defRPr sz="1200"/>
            </a:lvl5pPr>
          </a:lstStyle>
          <a:p>
            <a:pPr marL="0" lvl="0" indent="0" algn="l" defTabSz="914400" rtl="0" eaLnBrk="1" latinLnBrk="0" hangingPunct="1">
              <a:lnSpc>
                <a:spcPct val="101000"/>
              </a:lnSpc>
              <a:spcBef>
                <a:spcPts val="0"/>
              </a:spcBef>
              <a:spcAft>
                <a:spcPts val="200"/>
              </a:spcAft>
              <a:buFont typeface="Arial" panose="020B0604020202020204" pitchFamily="34" charset="0"/>
              <a:buNone/>
            </a:pPr>
            <a:r>
              <a:rPr lang="en-US"/>
              <a:t>Click to edit Master text styles</a:t>
            </a:r>
          </a:p>
          <a:p>
            <a:pPr marL="0" lvl="1" indent="0" algn="l" defTabSz="914400" rtl="0" eaLnBrk="1" latinLnBrk="0" hangingPunct="1">
              <a:lnSpc>
                <a:spcPct val="101000"/>
              </a:lnSpc>
              <a:spcBef>
                <a:spcPts val="0"/>
              </a:spcBef>
              <a:spcAft>
                <a:spcPts val="200"/>
              </a:spcAft>
              <a:buFont typeface="Arial" panose="020B0604020202020204" pitchFamily="34" charset="0"/>
              <a:buNone/>
            </a:pPr>
            <a:r>
              <a:rPr lang="en-US"/>
              <a:t>Second level</a:t>
            </a:r>
          </a:p>
          <a:p>
            <a:pPr marL="0" lvl="2" indent="0" algn="l" defTabSz="914400" rtl="0" eaLnBrk="1" latinLnBrk="0" hangingPunct="1">
              <a:lnSpc>
                <a:spcPct val="101000"/>
              </a:lnSpc>
              <a:spcBef>
                <a:spcPts val="0"/>
              </a:spcBef>
              <a:spcAft>
                <a:spcPts val="200"/>
              </a:spcAft>
              <a:buFont typeface="Arial" panose="020B0604020202020204" pitchFamily="34" charset="0"/>
              <a:buNone/>
            </a:pPr>
            <a:r>
              <a:rPr lang="en-US"/>
              <a:t>Third level</a:t>
            </a:r>
          </a:p>
          <a:p>
            <a:pPr marL="0" lvl="3" indent="0" algn="l" defTabSz="914400" rtl="0" eaLnBrk="1" latinLnBrk="0" hangingPunct="1">
              <a:lnSpc>
                <a:spcPct val="101000"/>
              </a:lnSpc>
              <a:spcBef>
                <a:spcPts val="0"/>
              </a:spcBef>
              <a:spcAft>
                <a:spcPts val="200"/>
              </a:spcAft>
              <a:buFont typeface="Arial" panose="020B0604020202020204" pitchFamily="34" charset="0"/>
              <a:buNone/>
            </a:pPr>
            <a:r>
              <a:rPr lang="en-US"/>
              <a:t>Fourth level</a:t>
            </a:r>
          </a:p>
          <a:p>
            <a:pPr marL="0" lvl="4" indent="0" algn="l" defTabSz="914400" rtl="0" eaLnBrk="1" latinLnBrk="0" hangingPunct="1">
              <a:lnSpc>
                <a:spcPct val="101000"/>
              </a:lnSpc>
              <a:spcBef>
                <a:spcPts val="0"/>
              </a:spcBef>
              <a:spcAft>
                <a:spcPts val="200"/>
              </a:spcAft>
              <a:buFont typeface="Arial" panose="020B0604020202020204" pitchFamily="34" charset="0"/>
              <a:buNone/>
            </a:pPr>
            <a:r>
              <a:rPr lang="en-US"/>
              <a:t>Fifth level</a:t>
            </a:r>
          </a:p>
        </p:txBody>
      </p:sp>
      <p:sp>
        <p:nvSpPr>
          <p:cNvPr id="6" name="Freeform 5">
            <a:extLst>
              <a:ext uri="{FF2B5EF4-FFF2-40B4-BE49-F238E27FC236}">
                <a16:creationId xmlns:a16="http://schemas.microsoft.com/office/drawing/2014/main" id="{8220394B-3676-A47D-2298-A38B48BED142}"/>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13764942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iography Spotlight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6927C77-4BA5-963C-77AB-D1E17369A031}"/>
              </a:ext>
            </a:extLst>
          </p:cNvPr>
          <p:cNvSpPr/>
          <p:nvPr userDrawn="1"/>
        </p:nvSpPr>
        <p:spPr bwMode="ltGray">
          <a:xfrm>
            <a:off x="0" y="0"/>
            <a:ext cx="405765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0" y="2391176"/>
            <a:ext cx="4057649" cy="4466823"/>
          </a:xfrm>
          <a:noFill/>
          <a:ln>
            <a:noFill/>
          </a:ln>
        </p:spPr>
        <p:txBody>
          <a:bodyPr anchor="ctr"/>
          <a:lstStyle>
            <a:lvl1pPr algn="ctr">
              <a:defRPr>
                <a:solidFill>
                  <a:schemeClr val="bg1"/>
                </a:solidFill>
                <a:latin typeface="+mn-lt"/>
              </a:defRPr>
            </a:lvl1pPr>
          </a:lstStyle>
          <a:p>
            <a:r>
              <a:rPr lang="en-US"/>
              <a:t>Silhouette</a:t>
            </a:r>
            <a:br>
              <a:rPr lang="en-US"/>
            </a:br>
            <a:r>
              <a:rPr lang="en-US"/>
              <a:t>portrait</a:t>
            </a:r>
          </a:p>
        </p:txBody>
      </p:sp>
      <p:sp>
        <p:nvSpPr>
          <p:cNvPr id="17" name="Text Placeholder 28">
            <a:extLst>
              <a:ext uri="{FF2B5EF4-FFF2-40B4-BE49-F238E27FC236}">
                <a16:creationId xmlns:a16="http://schemas.microsoft.com/office/drawing/2014/main" id="{C3433E12-13DE-2F76-CD91-AD464AFB9124}"/>
              </a:ext>
            </a:extLst>
          </p:cNvPr>
          <p:cNvSpPr>
            <a:spLocks noGrp="1"/>
          </p:cNvSpPr>
          <p:nvPr>
            <p:ph type="body" sz="quarter" idx="94"/>
          </p:nvPr>
        </p:nvSpPr>
        <p:spPr>
          <a:xfrm>
            <a:off x="4784011" y="697706"/>
            <a:ext cx="2623978" cy="1448594"/>
          </a:xfrm>
        </p:spPr>
        <p:txBody>
          <a:bodyPr>
            <a:noAutofit/>
          </a:bodyPr>
          <a:lstStyle>
            <a:lvl1pPr marL="0" indent="0">
              <a:spcAft>
                <a:spcPts val="200"/>
              </a:spcAft>
              <a:buFont typeface="Arial" panose="020B0604020202020204" pitchFamily="34" charset="0"/>
              <a:buNone/>
              <a:defRPr sz="1800" b="1"/>
            </a:lvl1pPr>
            <a:lvl2pPr marL="0" indent="0">
              <a:spcAft>
                <a:spcPts val="600"/>
              </a:spcAft>
              <a:buNone/>
              <a:defRPr sz="1800"/>
            </a:lvl2pPr>
            <a:lvl3pPr marL="228600" indent="-228600">
              <a:spcAft>
                <a:spcPts val="600"/>
              </a:spcAft>
              <a:buClrTx/>
              <a:buFont typeface="GT America" charset="0"/>
              <a:buChar char="→"/>
              <a:defRPr sz="1800"/>
            </a:lvl3pPr>
            <a:lvl4pPr marL="228600" indent="-228600">
              <a:spcAft>
                <a:spcPts val="600"/>
              </a:spcAft>
              <a:buClrTx/>
              <a:buFont typeface="GT America" charset="0"/>
              <a:buChar char="→"/>
              <a:defRPr sz="1800"/>
            </a:lvl4pPr>
            <a:lvl5pPr marL="228600" indent="-228600">
              <a:spcAft>
                <a:spcPts val="600"/>
              </a:spcAft>
              <a:buClrTx/>
              <a:buFont typeface="GT America" charset="0"/>
              <a:buChar char="→"/>
              <a:defRPr sz="1800"/>
            </a:lvl5pPr>
            <a:lvl6pPr marL="228600" indent="-228600">
              <a:spcAft>
                <a:spcPts val="600"/>
              </a:spcAft>
              <a:buClrTx/>
              <a:buFont typeface="GT America" charset="0"/>
              <a:buChar char="→"/>
              <a:defRPr sz="1800"/>
            </a:lvl6pPr>
            <a:lvl7pPr marL="228600" indent="-228600">
              <a:spcAft>
                <a:spcPts val="600"/>
              </a:spcAft>
              <a:buClrTx/>
              <a:buFont typeface="GT America" charset="0"/>
              <a:buChar char="→"/>
              <a:defRPr sz="1800"/>
            </a:lvl7pPr>
            <a:lvl8pPr marL="228600" indent="-228600">
              <a:spcAft>
                <a:spcPts val="600"/>
              </a:spcAft>
              <a:buClrTx/>
              <a:buFont typeface="GT America" charset="0"/>
              <a:buChar char="→"/>
              <a:defRPr sz="1800"/>
            </a:lvl8pPr>
            <a:lvl9pPr marL="228600" indent="-228600">
              <a:spcAft>
                <a:spcPts val="600"/>
              </a:spcAft>
              <a:buClrTx/>
              <a:buFont typeface="GT America" charset="0"/>
              <a:buChar char="→"/>
              <a:defRPr sz="1800"/>
            </a:lvl9pPr>
          </a:lstStyle>
          <a:p>
            <a:pPr lvl="0"/>
            <a:r>
              <a:rPr lang="en-US"/>
              <a:t>Click to edit Master text styles</a:t>
            </a:r>
          </a:p>
          <a:p>
            <a:pPr lvl="1"/>
            <a:r>
              <a:rPr lang="en-US"/>
              <a:t>Second level</a:t>
            </a:r>
          </a:p>
          <a:p>
            <a:pPr lvl="2"/>
            <a:r>
              <a:rPr lang="en-US"/>
              <a:t>Third level</a:t>
            </a:r>
          </a:p>
        </p:txBody>
      </p:sp>
      <p:sp>
        <p:nvSpPr>
          <p:cNvPr id="19" name="Text Placeholder 18">
            <a:extLst>
              <a:ext uri="{FF2B5EF4-FFF2-40B4-BE49-F238E27FC236}">
                <a16:creationId xmlns:a16="http://schemas.microsoft.com/office/drawing/2014/main" id="{A5CC0331-67E4-97F1-FFCC-045A5FC24A40}"/>
              </a:ext>
            </a:extLst>
          </p:cNvPr>
          <p:cNvSpPr>
            <a:spLocks noGrp="1"/>
          </p:cNvSpPr>
          <p:nvPr>
            <p:ph type="body" sz="quarter" idx="95"/>
          </p:nvPr>
        </p:nvSpPr>
        <p:spPr>
          <a:xfrm>
            <a:off x="7600950" y="697706"/>
            <a:ext cx="4037013" cy="4744244"/>
          </a:xfrm>
        </p:spPr>
        <p:txBody>
          <a:bodyPr/>
          <a:lstStyle>
            <a:lvl1pPr>
              <a:defRPr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8">
            <a:extLst>
              <a:ext uri="{FF2B5EF4-FFF2-40B4-BE49-F238E27FC236}">
                <a16:creationId xmlns:a16="http://schemas.microsoft.com/office/drawing/2014/main" id="{5E6F9140-B540-5013-5831-F1E9C81243B3}"/>
              </a:ext>
            </a:extLst>
          </p:cNvPr>
          <p:cNvSpPr>
            <a:spLocks noGrp="1"/>
          </p:cNvSpPr>
          <p:nvPr>
            <p:ph type="title"/>
          </p:nvPr>
        </p:nvSpPr>
        <p:spPr>
          <a:xfrm>
            <a:off x="546101" y="552450"/>
            <a:ext cx="3346704" cy="928909"/>
          </a:xfrm>
        </p:spPr>
        <p:txBody>
          <a:bodyPr>
            <a:spAutoFit/>
          </a:bodyPr>
          <a:lstStyle>
            <a:lvl1pPr algn="l">
              <a:defRPr b="1">
                <a:solidFill>
                  <a:schemeClr val="bg1"/>
                </a:solidFill>
              </a:defRPr>
            </a:lvl1pPr>
          </a:lstStyle>
          <a:p>
            <a:r>
              <a:rPr lang="en-US"/>
              <a:t>Click to edit Master title style</a:t>
            </a:r>
          </a:p>
        </p:txBody>
      </p:sp>
      <p:sp>
        <p:nvSpPr>
          <p:cNvPr id="4" name="Text Placeholder 10">
            <a:extLst>
              <a:ext uri="{FF2B5EF4-FFF2-40B4-BE49-F238E27FC236}">
                <a16:creationId xmlns:a16="http://schemas.microsoft.com/office/drawing/2014/main" id="{6729DA4E-55B8-5A9B-E5DF-CA71583D323E}"/>
              </a:ext>
            </a:extLst>
          </p:cNvPr>
          <p:cNvSpPr>
            <a:spLocks noGrp="1"/>
          </p:cNvSpPr>
          <p:nvPr>
            <p:ph type="body" sz="quarter" idx="45" hasCustomPrompt="1"/>
          </p:nvPr>
        </p:nvSpPr>
        <p:spPr>
          <a:xfrm>
            <a:off x="546100" y="1621059"/>
            <a:ext cx="3346704" cy="597792"/>
          </a:xfrm>
        </p:spPr>
        <p:txBody>
          <a:bodyPr>
            <a:sp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a:t>
            </a:r>
            <a:br>
              <a:rPr lang="en-US"/>
            </a:br>
            <a:r>
              <a:rPr lang="en-US"/>
              <a:t>text</a:t>
            </a:r>
          </a:p>
        </p:txBody>
      </p:sp>
      <p:sp>
        <p:nvSpPr>
          <p:cNvPr id="5" name="Freeform 5">
            <a:extLst>
              <a:ext uri="{FF2B5EF4-FFF2-40B4-BE49-F238E27FC236}">
                <a16:creationId xmlns:a16="http://schemas.microsoft.com/office/drawing/2014/main" id="{E1135D2B-9B8D-C0CC-7E29-3095E5284DC8}"/>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51017826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iography Spotlight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6927C77-4BA5-963C-77AB-D1E17369A031}"/>
              </a:ext>
            </a:extLst>
          </p:cNvPr>
          <p:cNvSpPr/>
          <p:nvPr userDrawn="1"/>
        </p:nvSpPr>
        <p:spPr bwMode="ltGray">
          <a:xfrm>
            <a:off x="0" y="0"/>
            <a:ext cx="405765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4" name="Content Placeholder 14">
            <a:extLst>
              <a:ext uri="{FF2B5EF4-FFF2-40B4-BE49-F238E27FC236}">
                <a16:creationId xmlns:a16="http://schemas.microsoft.com/office/drawing/2014/main" id="{0F4207BC-188D-C830-B83A-98B60C773C10}"/>
              </a:ext>
            </a:extLst>
          </p:cNvPr>
          <p:cNvSpPr>
            <a:spLocks noGrp="1"/>
          </p:cNvSpPr>
          <p:nvPr>
            <p:ph sz="quarter" idx="18" hasCustomPrompt="1"/>
          </p:nvPr>
        </p:nvSpPr>
        <p:spPr>
          <a:xfrm>
            <a:off x="4781551" y="697706"/>
            <a:ext cx="6856412" cy="5469732"/>
          </a:xfrm>
        </p:spPr>
        <p:txBody>
          <a:bodyPr numCol="1" spcCol="219456"/>
          <a:lstStyle>
            <a:lvl1pPr>
              <a:spcAft>
                <a:spcPts val="0"/>
              </a:spcAft>
              <a:defRPr sz="1800" b="1">
                <a:solidFill>
                  <a:schemeClr val="tx1"/>
                </a:solidFill>
                <a:latin typeface="+mn-lt"/>
              </a:defRPr>
            </a:lvl1pPr>
            <a:lvl2pPr marL="0" indent="0">
              <a:buNone/>
              <a:defRPr sz="1800" b="0">
                <a:solidFill>
                  <a:schemeClr val="tx1"/>
                </a:solidFill>
              </a:defRPr>
            </a:lvl2pPr>
            <a:lvl3pPr marL="3175" indent="0">
              <a:buFont typeface="GT America Regular" charset="0"/>
              <a:buNone/>
              <a:defRPr sz="1400" b="1">
                <a:solidFill>
                  <a:schemeClr val="tx2"/>
                </a:solidFill>
              </a:defRPr>
            </a:lvl3pPr>
            <a:lvl4pPr marL="0" indent="0">
              <a:buClrTx/>
              <a:buFont typeface="GT America Regular" charset="0"/>
              <a:buNone/>
              <a:defRPr sz="1400"/>
            </a:lvl4pPr>
            <a:lvl5pPr marL="287338" indent="-287338">
              <a:buClrTx/>
              <a:buFont typeface="GT America Regular" charset="0"/>
              <a:buChar char="→"/>
              <a:defRPr sz="1400"/>
            </a:lvl5pPr>
            <a:lvl6pPr marL="458788" indent="-171450">
              <a:buClr>
                <a:schemeClr val="accent1"/>
              </a:buClr>
              <a:buFont typeface="Arial" panose="020B0604020202020204" pitchFamily="34" charset="0"/>
              <a:buChar char="•"/>
              <a:defRPr sz="1300"/>
            </a:lvl6pPr>
            <a:lvl7pPr marL="627063" indent="-174625">
              <a:buClrTx/>
              <a:buFont typeface="GT America Regular" pitchFamily="50" charset="0"/>
              <a:buChar char="–"/>
              <a:defRPr sz="1300"/>
            </a:lvl7pPr>
            <a:lvl8pPr marL="800100" indent="-174625">
              <a:buClr>
                <a:schemeClr val="accent1"/>
              </a:buClr>
              <a:buFont typeface="GT America Regular" charset="0"/>
              <a:buChar char="–"/>
              <a:defRPr sz="1200"/>
            </a:lvl8pPr>
            <a:lvl9pPr marL="973138" indent="-171450">
              <a:buClrTx/>
              <a:buFont typeface="GT America Regular" pitchFamily="50" charset="0"/>
              <a:buChar char="»"/>
              <a:defRPr sz="1200"/>
            </a:lvl9pPr>
          </a:lstStyle>
          <a:p>
            <a:pPr lvl="0"/>
            <a:r>
              <a:rPr lang="en-US" err="1"/>
              <a:t>Firstname</a:t>
            </a:r>
            <a:r>
              <a:rPr lang="en-US"/>
              <a:t> </a:t>
            </a:r>
            <a:r>
              <a:rPr lang="en-US" err="1"/>
              <a:t>Lastname</a:t>
            </a:r>
            <a:r>
              <a:rPr lang="en-US"/>
              <a:t>, first level</a:t>
            </a:r>
          </a:p>
          <a:p>
            <a:pPr lvl="1"/>
            <a:r>
              <a:rPr lang="en-US"/>
              <a:t>Title/department, second level</a:t>
            </a:r>
          </a:p>
          <a:p>
            <a:pPr lvl="2"/>
            <a:r>
              <a:rPr lang="en-US"/>
              <a:t>Introduction or highlighted passage, 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Picture Placeholder 9">
            <a:extLst>
              <a:ext uri="{FF2B5EF4-FFF2-40B4-BE49-F238E27FC236}">
                <a16:creationId xmlns:a16="http://schemas.microsoft.com/office/drawing/2014/main" id="{FB14F9FF-819F-A907-0A8B-A72101BD116F}"/>
              </a:ext>
            </a:extLst>
          </p:cNvPr>
          <p:cNvSpPr>
            <a:spLocks noGrp="1"/>
          </p:cNvSpPr>
          <p:nvPr>
            <p:ph type="pic" sz="quarter" idx="29" hasCustomPrompt="1"/>
          </p:nvPr>
        </p:nvSpPr>
        <p:spPr>
          <a:xfrm>
            <a:off x="0" y="2391176"/>
            <a:ext cx="4057649" cy="4466823"/>
          </a:xfrm>
          <a:noFill/>
          <a:ln>
            <a:noFill/>
          </a:ln>
        </p:spPr>
        <p:txBody>
          <a:bodyPr anchor="ctr"/>
          <a:lstStyle>
            <a:lvl1pPr algn="ctr">
              <a:defRPr>
                <a:solidFill>
                  <a:schemeClr val="bg1"/>
                </a:solidFill>
                <a:latin typeface="+mn-lt"/>
              </a:defRPr>
            </a:lvl1pPr>
          </a:lstStyle>
          <a:p>
            <a:r>
              <a:rPr lang="en-US"/>
              <a:t>Silhouette</a:t>
            </a:r>
            <a:br>
              <a:rPr lang="en-US"/>
            </a:br>
            <a:r>
              <a:rPr lang="en-US"/>
              <a:t>portrait</a:t>
            </a:r>
          </a:p>
        </p:txBody>
      </p:sp>
      <p:sp>
        <p:nvSpPr>
          <p:cNvPr id="6" name="Title 8">
            <a:extLst>
              <a:ext uri="{FF2B5EF4-FFF2-40B4-BE49-F238E27FC236}">
                <a16:creationId xmlns:a16="http://schemas.microsoft.com/office/drawing/2014/main" id="{D9CADC76-6396-AF54-8796-7A15A6DD18BE}"/>
              </a:ext>
            </a:extLst>
          </p:cNvPr>
          <p:cNvSpPr>
            <a:spLocks noGrp="1"/>
          </p:cNvSpPr>
          <p:nvPr>
            <p:ph type="title"/>
          </p:nvPr>
        </p:nvSpPr>
        <p:spPr>
          <a:xfrm>
            <a:off x="546101" y="552450"/>
            <a:ext cx="3346704" cy="928909"/>
          </a:xfrm>
        </p:spPr>
        <p:txBody>
          <a:bodyPr>
            <a:spAutoFit/>
          </a:bodyPr>
          <a:lstStyle>
            <a:lvl1pPr algn="l">
              <a:defRPr b="1">
                <a:solidFill>
                  <a:schemeClr val="bg1"/>
                </a:solidFill>
              </a:defRPr>
            </a:lvl1pPr>
          </a:lstStyle>
          <a:p>
            <a:r>
              <a:rPr lang="en-US"/>
              <a:t>Click to edit Master title style</a:t>
            </a:r>
          </a:p>
        </p:txBody>
      </p:sp>
      <p:sp>
        <p:nvSpPr>
          <p:cNvPr id="7" name="Text Placeholder 10">
            <a:extLst>
              <a:ext uri="{FF2B5EF4-FFF2-40B4-BE49-F238E27FC236}">
                <a16:creationId xmlns:a16="http://schemas.microsoft.com/office/drawing/2014/main" id="{C461A934-EA9F-C921-D401-6A693313325C}"/>
              </a:ext>
            </a:extLst>
          </p:cNvPr>
          <p:cNvSpPr>
            <a:spLocks noGrp="1"/>
          </p:cNvSpPr>
          <p:nvPr>
            <p:ph type="body" sz="quarter" idx="45" hasCustomPrompt="1"/>
          </p:nvPr>
        </p:nvSpPr>
        <p:spPr>
          <a:xfrm>
            <a:off x="546100" y="1621059"/>
            <a:ext cx="3346704" cy="597792"/>
          </a:xfrm>
        </p:spPr>
        <p:txBody>
          <a:bodyPr>
            <a:sp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a:t>
            </a:r>
            <a:br>
              <a:rPr lang="en-US"/>
            </a:br>
            <a:r>
              <a:rPr lang="en-US"/>
              <a:t>text</a:t>
            </a:r>
          </a:p>
        </p:txBody>
      </p:sp>
      <p:sp>
        <p:nvSpPr>
          <p:cNvPr id="5" name="Freeform 5">
            <a:extLst>
              <a:ext uri="{FF2B5EF4-FFF2-40B4-BE49-F238E27FC236}">
                <a16:creationId xmlns:a16="http://schemas.microsoft.com/office/drawing/2014/main" id="{6B3339D0-0F6C-82C7-8438-B70031C5C7D5}"/>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04867336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Back Cover 1">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834B98-F94F-BBE0-213C-85AFCDC4764F}"/>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bwMode="hidden">
          <a:xfrm>
            <a:off x="-5621" y="0"/>
            <a:ext cx="12188952" cy="6858000"/>
          </a:xfrm>
          <a:prstGeom prst="rect">
            <a:avLst/>
          </a:prstGeom>
        </p:spPr>
      </p:pic>
      <p:sp>
        <p:nvSpPr>
          <p:cNvPr id="3" name="Freeform 5">
            <a:extLst>
              <a:ext uri="{FF2B5EF4-FFF2-40B4-BE49-F238E27FC236}">
                <a16:creationId xmlns:a16="http://schemas.microsoft.com/office/drawing/2014/main" id="{DBEF819D-FDFF-C217-9B0B-68E353B7B355}"/>
              </a:ext>
            </a:extLst>
          </p:cNvPr>
          <p:cNvSpPr/>
          <p:nvPr userDrawn="1"/>
        </p:nvSpPr>
        <p:spPr bwMode="black">
          <a:xfrm>
            <a:off x="539749" y="502825"/>
            <a:ext cx="11098213" cy="1839149"/>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5" name="Text Placeholder 9">
            <a:extLst>
              <a:ext uri="{FF2B5EF4-FFF2-40B4-BE49-F238E27FC236}">
                <a16:creationId xmlns:a16="http://schemas.microsoft.com/office/drawing/2014/main" id="{5FB2903F-88A1-83A6-3840-2C6F40ADA372}"/>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14" name="Text Placeholder 28">
            <a:extLst>
              <a:ext uri="{FF2B5EF4-FFF2-40B4-BE49-F238E27FC236}">
                <a16:creationId xmlns:a16="http://schemas.microsoft.com/office/drawing/2014/main" id="{E9355155-D34A-C8FB-FD7F-D8F2AFB05465}"/>
              </a:ext>
            </a:extLst>
          </p:cNvPr>
          <p:cNvSpPr>
            <a:spLocks noGrp="1"/>
          </p:cNvSpPr>
          <p:nvPr>
            <p:ph type="body" sz="quarter" idx="94"/>
          </p:nvPr>
        </p:nvSpPr>
        <p:spPr>
          <a:xfrm>
            <a:off x="534487" y="5993489"/>
            <a:ext cx="2623978" cy="588286"/>
          </a:xfrm>
        </p:spPr>
        <p:txBody>
          <a:bodyPr anchor="b">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15" name="Text Placeholder 31">
            <a:extLst>
              <a:ext uri="{FF2B5EF4-FFF2-40B4-BE49-F238E27FC236}">
                <a16:creationId xmlns:a16="http://schemas.microsoft.com/office/drawing/2014/main" id="{C7ABDCD6-3B21-724A-2B90-283DF93F2DD4}"/>
              </a:ext>
            </a:extLst>
          </p:cNvPr>
          <p:cNvSpPr>
            <a:spLocks noGrp="1"/>
          </p:cNvSpPr>
          <p:nvPr>
            <p:ph type="body" sz="quarter" idx="95"/>
          </p:nvPr>
        </p:nvSpPr>
        <p:spPr>
          <a:xfrm>
            <a:off x="3373598" y="6001088"/>
            <a:ext cx="2623978" cy="588286"/>
          </a:xfrm>
        </p:spPr>
        <p:txBody>
          <a:bodyPr anchor="b">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16" name="Text Placeholder 33">
            <a:extLst>
              <a:ext uri="{FF2B5EF4-FFF2-40B4-BE49-F238E27FC236}">
                <a16:creationId xmlns:a16="http://schemas.microsoft.com/office/drawing/2014/main" id="{9B2F4F16-C191-1C55-93DF-40C406D4E32E}"/>
              </a:ext>
            </a:extLst>
          </p:cNvPr>
          <p:cNvSpPr>
            <a:spLocks noGrp="1"/>
          </p:cNvSpPr>
          <p:nvPr>
            <p:ph type="body" sz="quarter" idx="96"/>
          </p:nvPr>
        </p:nvSpPr>
        <p:spPr>
          <a:xfrm>
            <a:off x="6194425" y="5993489"/>
            <a:ext cx="2623978" cy="588286"/>
          </a:xfrm>
        </p:spPr>
        <p:txBody>
          <a:bodyPr anchor="b">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 name="Title 1">
            <a:extLst>
              <a:ext uri="{FF2B5EF4-FFF2-40B4-BE49-F238E27FC236}">
                <a16:creationId xmlns:a16="http://schemas.microsoft.com/office/drawing/2014/main" id="{1352C076-8712-4C5D-E1C5-1571EB4128B5}"/>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 style</a:t>
            </a:r>
          </a:p>
        </p:txBody>
      </p:sp>
    </p:spTree>
    <p:extLst>
      <p:ext uri="{BB962C8B-B14F-4D97-AF65-F5344CB8AC3E}">
        <p14:creationId xmlns:p14="http://schemas.microsoft.com/office/powerpoint/2010/main" val="4007317902"/>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ack Cover 2">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834B98-F94F-BBE0-213C-85AFCDC4764F}"/>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bwMode="hidden">
          <a:xfrm>
            <a:off x="-5621" y="0"/>
            <a:ext cx="12188952" cy="6858000"/>
          </a:xfrm>
          <a:prstGeom prst="rect">
            <a:avLst/>
          </a:prstGeom>
        </p:spPr>
      </p:pic>
      <p:sp>
        <p:nvSpPr>
          <p:cNvPr id="5" name="Text Placeholder 9">
            <a:extLst>
              <a:ext uri="{FF2B5EF4-FFF2-40B4-BE49-F238E27FC236}">
                <a16:creationId xmlns:a16="http://schemas.microsoft.com/office/drawing/2014/main" id="{925BD05B-4745-E7F4-97A1-5C222CC090F5}"/>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8" name="Title 1">
            <a:extLst>
              <a:ext uri="{FF2B5EF4-FFF2-40B4-BE49-F238E27FC236}">
                <a16:creationId xmlns:a16="http://schemas.microsoft.com/office/drawing/2014/main" id="{77A47E2D-BD30-C818-22DF-44FA108B4771}"/>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 style</a:t>
            </a:r>
          </a:p>
        </p:txBody>
      </p:sp>
      <p:sp>
        <p:nvSpPr>
          <p:cNvPr id="2" name="Freeform 5">
            <a:extLst>
              <a:ext uri="{FF2B5EF4-FFF2-40B4-BE49-F238E27FC236}">
                <a16:creationId xmlns:a16="http://schemas.microsoft.com/office/drawing/2014/main" id="{BFA9807F-AFDD-9C54-B84B-1C8AD0D832F5}"/>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364025283"/>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Back Cover 3">
    <p:bg>
      <p:bgPr>
        <a:solidFill>
          <a:schemeClr val="bg2"/>
        </a:solidFill>
        <a:effectLst/>
      </p:bgPr>
    </p:bg>
    <p:spTree>
      <p:nvGrpSpPr>
        <p:cNvPr id="1" name=""/>
        <p:cNvGrpSpPr/>
        <p:nvPr/>
      </p:nvGrpSpPr>
      <p:grpSpPr>
        <a:xfrm>
          <a:off x="0" y="0"/>
          <a:ext cx="0" cy="0"/>
          <a:chOff x="0" y="0"/>
          <a:chExt cx="0" cy="0"/>
        </a:xfrm>
      </p:grpSpPr>
      <p:pic>
        <p:nvPicPr>
          <p:cNvPr id="3" name="Picture 2" descr="A blue and black background&#10;&#10;Description automatically generated">
            <a:extLst>
              <a:ext uri="{FF2B5EF4-FFF2-40B4-BE49-F238E27FC236}">
                <a16:creationId xmlns:a16="http://schemas.microsoft.com/office/drawing/2014/main" id="{0D6E9EB7-DA68-6FEF-F74F-A0D61C26CA0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hidden">
          <a:xfrm>
            <a:off x="0" y="-1"/>
            <a:ext cx="12192000" cy="6858000"/>
          </a:xfrm>
          <a:prstGeom prst="rect">
            <a:avLst/>
          </a:prstGeom>
        </p:spPr>
      </p:pic>
      <p:sp>
        <p:nvSpPr>
          <p:cNvPr id="5" name="Text Placeholder 9">
            <a:extLst>
              <a:ext uri="{FF2B5EF4-FFF2-40B4-BE49-F238E27FC236}">
                <a16:creationId xmlns:a16="http://schemas.microsoft.com/office/drawing/2014/main" id="{925BD05B-4745-E7F4-97A1-5C222CC090F5}"/>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7" name="Title 1">
            <a:extLst>
              <a:ext uri="{FF2B5EF4-FFF2-40B4-BE49-F238E27FC236}">
                <a16:creationId xmlns:a16="http://schemas.microsoft.com/office/drawing/2014/main" id="{D5FBA839-3BBA-0F89-EDC8-F3651EE49BD4}"/>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 style</a:t>
            </a:r>
          </a:p>
        </p:txBody>
      </p:sp>
      <p:sp>
        <p:nvSpPr>
          <p:cNvPr id="2" name="Freeform 5">
            <a:extLst>
              <a:ext uri="{FF2B5EF4-FFF2-40B4-BE49-F238E27FC236}">
                <a16:creationId xmlns:a16="http://schemas.microsoft.com/office/drawing/2014/main" id="{7F77997E-75DB-B44B-A05C-1FA794457730}"/>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33717000"/>
      </p:ext>
    </p:extLst>
  </p:cSld>
  <p:clrMapOvr>
    <a:overrideClrMapping bg1="dk1" tx1="lt1" bg2="dk2" tx2="lt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ack Cover 4">
    <p:bg>
      <p:bgPr>
        <a:solidFill>
          <a:schemeClr val="bg2"/>
        </a:solidFill>
        <a:effectLst/>
      </p:bgPr>
    </p:bg>
    <p:spTree>
      <p:nvGrpSpPr>
        <p:cNvPr id="1" name=""/>
        <p:cNvGrpSpPr/>
        <p:nvPr/>
      </p:nvGrpSpPr>
      <p:grpSpPr>
        <a:xfrm>
          <a:off x="0" y="0"/>
          <a:ext cx="0" cy="0"/>
          <a:chOff x="0" y="0"/>
          <a:chExt cx="0" cy="0"/>
        </a:xfrm>
      </p:grpSpPr>
      <p:sp>
        <p:nvSpPr>
          <p:cNvPr id="20" name="Freeform 19">
            <a:extLst>
              <a:ext uri="{FF2B5EF4-FFF2-40B4-BE49-F238E27FC236}">
                <a16:creationId xmlns:a16="http://schemas.microsoft.com/office/drawing/2014/main" id="{6732315D-1057-6521-C359-22C1DAF4964C}"/>
              </a:ext>
            </a:extLst>
          </p:cNvPr>
          <p:cNvSpPr/>
          <p:nvPr/>
        </p:nvSpPr>
        <p:spPr>
          <a:xfrm>
            <a:off x="3367088" y="552449"/>
            <a:ext cx="8267463" cy="5677842"/>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accent1">
              <a:alpha val="25000"/>
            </a:schemeClr>
          </a:solidFill>
          <a:ln w="0" cap="flat">
            <a:noFill/>
            <a:prstDash val="solid"/>
            <a:miter/>
          </a:ln>
        </p:spPr>
        <p:txBody>
          <a:bodyPr rtlCol="0" anchor="ctr"/>
          <a:lstStyle/>
          <a:p>
            <a:endParaRPr lang="en-US"/>
          </a:p>
        </p:txBody>
      </p:sp>
      <p:sp>
        <p:nvSpPr>
          <p:cNvPr id="5" name="Title 1">
            <a:extLst>
              <a:ext uri="{FF2B5EF4-FFF2-40B4-BE49-F238E27FC236}">
                <a16:creationId xmlns:a16="http://schemas.microsoft.com/office/drawing/2014/main" id="{F22CA864-4C06-0E60-3B00-A1D84FC28322}"/>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 style</a:t>
            </a:r>
          </a:p>
        </p:txBody>
      </p:sp>
      <p:sp>
        <p:nvSpPr>
          <p:cNvPr id="3" name="Text Placeholder 9">
            <a:extLst>
              <a:ext uri="{FF2B5EF4-FFF2-40B4-BE49-F238E27FC236}">
                <a16:creationId xmlns:a16="http://schemas.microsoft.com/office/drawing/2014/main" id="{2C4DFBF5-AF25-74B3-E64C-151E88405CCD}"/>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2" name="Freeform 5">
            <a:extLst>
              <a:ext uri="{FF2B5EF4-FFF2-40B4-BE49-F238E27FC236}">
                <a16:creationId xmlns:a16="http://schemas.microsoft.com/office/drawing/2014/main" id="{6FED2A2E-7E2C-170E-AC57-174283AFEB92}"/>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75608707"/>
      </p:ext>
    </p:extLst>
  </p:cSld>
  <p:clrMapOvr>
    <a:overrideClrMapping bg1="dk1" tx1="lt1" bg2="dk2" tx2="lt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Back Cover 5">
    <p:bg>
      <p:bgPr>
        <a:solidFill>
          <a:schemeClr val="bg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22CA864-4C06-0E60-3B00-A1D84FC28322}"/>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 style</a:t>
            </a:r>
          </a:p>
        </p:txBody>
      </p:sp>
      <p:sp>
        <p:nvSpPr>
          <p:cNvPr id="2" name="Picture Placeholder 9">
            <a:extLst>
              <a:ext uri="{FF2B5EF4-FFF2-40B4-BE49-F238E27FC236}">
                <a16:creationId xmlns:a16="http://schemas.microsoft.com/office/drawing/2014/main" id="{65CBF573-59E2-9C93-0DC3-78AAB8C05C25}"/>
              </a:ext>
            </a:extLst>
          </p:cNvPr>
          <p:cNvSpPr>
            <a:spLocks noGrp="1"/>
          </p:cNvSpPr>
          <p:nvPr>
            <p:ph type="pic" sz="quarter" idx="13" hasCustomPrompt="1"/>
          </p:nvPr>
        </p:nvSpPr>
        <p:spPr>
          <a:xfrm>
            <a:off x="8142973" y="0"/>
            <a:ext cx="2029968" cy="6167438"/>
          </a:xfrm>
          <a:solidFill>
            <a:srgbClr val="A6A9AA"/>
          </a:solidFill>
        </p:spPr>
        <p:txBody>
          <a:bodyPr tIns="548640" anchor="ctr"/>
          <a:lstStyle>
            <a:lvl1pPr algn="ctr">
              <a:defRPr b="0">
                <a:solidFill>
                  <a:schemeClr val="tx2"/>
                </a:solidFill>
                <a:latin typeface="+mn-lt"/>
              </a:defRPr>
            </a:lvl1pPr>
          </a:lstStyle>
          <a:p>
            <a:r>
              <a:rPr lang="en-US"/>
              <a:t>Dynamic slice crop 1</a:t>
            </a:r>
          </a:p>
        </p:txBody>
      </p:sp>
      <p:sp>
        <p:nvSpPr>
          <p:cNvPr id="3" name="Picture Placeholder 9">
            <a:extLst>
              <a:ext uri="{FF2B5EF4-FFF2-40B4-BE49-F238E27FC236}">
                <a16:creationId xmlns:a16="http://schemas.microsoft.com/office/drawing/2014/main" id="{611BAA65-5556-8A7C-F1DA-A7D11150A35C}"/>
              </a:ext>
            </a:extLst>
          </p:cNvPr>
          <p:cNvSpPr>
            <a:spLocks noGrp="1"/>
          </p:cNvSpPr>
          <p:nvPr>
            <p:ph type="pic" sz="quarter" idx="14" hasCustomPrompt="1"/>
          </p:nvPr>
        </p:nvSpPr>
        <p:spPr>
          <a:xfrm>
            <a:off x="10162032" y="0"/>
            <a:ext cx="2029968" cy="3984625"/>
          </a:xfrm>
          <a:solidFill>
            <a:srgbClr val="A6A9AA"/>
          </a:solidFill>
        </p:spPr>
        <p:txBody>
          <a:bodyPr tIns="548640" anchor="ctr"/>
          <a:lstStyle>
            <a:lvl1pPr algn="ctr">
              <a:defRPr b="0">
                <a:solidFill>
                  <a:schemeClr val="tx2"/>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7" name="Text Placeholder 9">
            <a:extLst>
              <a:ext uri="{FF2B5EF4-FFF2-40B4-BE49-F238E27FC236}">
                <a16:creationId xmlns:a16="http://schemas.microsoft.com/office/drawing/2014/main" id="{E60D21F8-DDF8-0ABD-B77A-99A1823A2B21}"/>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4" name="Freeform 5">
            <a:extLst>
              <a:ext uri="{FF2B5EF4-FFF2-40B4-BE49-F238E27FC236}">
                <a16:creationId xmlns:a16="http://schemas.microsoft.com/office/drawing/2014/main" id="{4CEA83F8-DF7E-5D88-4F21-FD4880BAE4FB}"/>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800438458"/>
      </p:ext>
    </p:extLst>
  </p:cSld>
  <p:clrMapOvr>
    <a:overrideClrMapping bg1="dk1" tx1="lt1" bg2="dk2" tx2="lt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Back Cover 6">
    <p:bg>
      <p:bgPr>
        <a:solidFill>
          <a:schemeClr val="bg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22CA864-4C06-0E60-3B00-A1D84FC28322}"/>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 style</a:t>
            </a:r>
          </a:p>
        </p:txBody>
      </p:sp>
      <p:sp>
        <p:nvSpPr>
          <p:cNvPr id="2" name="Picture Placeholder 9">
            <a:extLst>
              <a:ext uri="{FF2B5EF4-FFF2-40B4-BE49-F238E27FC236}">
                <a16:creationId xmlns:a16="http://schemas.microsoft.com/office/drawing/2014/main" id="{65CBF573-59E2-9C93-0DC3-78AAB8C05C25}"/>
              </a:ext>
            </a:extLst>
          </p:cNvPr>
          <p:cNvSpPr>
            <a:spLocks noGrp="1"/>
          </p:cNvSpPr>
          <p:nvPr>
            <p:ph type="pic" sz="quarter" idx="13" hasCustomPrompt="1"/>
          </p:nvPr>
        </p:nvSpPr>
        <p:spPr>
          <a:xfrm>
            <a:off x="6096000" y="2425700"/>
            <a:ext cx="2029968" cy="4432300"/>
          </a:xfrm>
          <a:solidFill>
            <a:srgbClr val="A6A9AA"/>
          </a:solidFill>
        </p:spPr>
        <p:txBody>
          <a:bodyPr tIns="548640" anchor="ctr"/>
          <a:lstStyle>
            <a:lvl1pPr algn="ctr">
              <a:defRPr b="0">
                <a:solidFill>
                  <a:schemeClr val="tx2"/>
                </a:solidFill>
                <a:latin typeface="+mn-lt"/>
              </a:defRPr>
            </a:lvl1pPr>
          </a:lstStyle>
          <a:p>
            <a:r>
              <a:rPr lang="en-US"/>
              <a:t>Dynamic slice crop 1</a:t>
            </a:r>
          </a:p>
        </p:txBody>
      </p:sp>
      <p:sp>
        <p:nvSpPr>
          <p:cNvPr id="3" name="Picture Placeholder 9">
            <a:extLst>
              <a:ext uri="{FF2B5EF4-FFF2-40B4-BE49-F238E27FC236}">
                <a16:creationId xmlns:a16="http://schemas.microsoft.com/office/drawing/2014/main" id="{611BAA65-5556-8A7C-F1DA-A7D11150A35C}"/>
              </a:ext>
            </a:extLst>
          </p:cNvPr>
          <p:cNvSpPr>
            <a:spLocks noGrp="1"/>
          </p:cNvSpPr>
          <p:nvPr>
            <p:ph type="pic" sz="quarter" idx="14" hasCustomPrompt="1"/>
          </p:nvPr>
        </p:nvSpPr>
        <p:spPr>
          <a:xfrm>
            <a:off x="8125968" y="0"/>
            <a:ext cx="4066032" cy="4567237"/>
          </a:xfrm>
          <a:solidFill>
            <a:srgbClr val="A6A9AA"/>
          </a:solidFill>
        </p:spPr>
        <p:txBody>
          <a:bodyPr tIns="548640" anchor="ctr"/>
          <a:lstStyle>
            <a:lvl1pPr algn="ctr">
              <a:defRPr b="0">
                <a:solidFill>
                  <a:schemeClr val="tx2"/>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4" name="Text Placeholder 9">
            <a:extLst>
              <a:ext uri="{FF2B5EF4-FFF2-40B4-BE49-F238E27FC236}">
                <a16:creationId xmlns:a16="http://schemas.microsoft.com/office/drawing/2014/main" id="{0A81BF85-E531-3686-907C-CABBA5BF2785}"/>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7" name="Freeform 5">
            <a:extLst>
              <a:ext uri="{FF2B5EF4-FFF2-40B4-BE49-F238E27FC236}">
                <a16:creationId xmlns:a16="http://schemas.microsoft.com/office/drawing/2014/main" id="{4D067683-A753-EBE2-7800-5D3A848080CB}"/>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6412824"/>
      </p:ext>
    </p:extLst>
  </p:cSld>
  <p:clrMapOvr>
    <a:overrideClrMapping bg1="dk1" tx1="lt1" bg2="dk2" tx2="lt2" accent1="accent1" accent2="accent2" accent3="accent3" accent4="accent4" accent5="accent5" accent6="accent6" hlink="hlink" folHlink="folHlink"/>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E376998-4040-9761-674E-D9535BFB68B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B98ADA5-8554-9765-F77A-EDEF8AC9DCA3}"/>
              </a:ext>
            </a:extLst>
          </p:cNvPr>
          <p:cNvSpPr>
            <a:spLocks noGrp="1"/>
          </p:cNvSpPr>
          <p:nvPr>
            <p:ph type="sldNum" sz="quarter" idx="12"/>
          </p:nvPr>
        </p:nvSpPr>
        <p:spPr/>
        <p:txBody>
          <a:bodyPr/>
          <a:lstStyle/>
          <a:p>
            <a:fld id="{862A5111-985B-C14D-9115-5787026182A8}" type="slidenum">
              <a:rPr lang="en-US" smtClean="0"/>
              <a:pPr/>
              <a:t>‹#›</a:t>
            </a:fld>
            <a:endParaRPr lang="en-US"/>
          </a:p>
        </p:txBody>
      </p:sp>
      <p:sp>
        <p:nvSpPr>
          <p:cNvPr id="12" name="TextBox 11">
            <a:extLst>
              <a:ext uri="{FF2B5EF4-FFF2-40B4-BE49-F238E27FC236}">
                <a16:creationId xmlns:a16="http://schemas.microsoft.com/office/drawing/2014/main" id="{3E8F0C73-A398-6456-DB05-CBC41E2EBB3E}"/>
              </a:ext>
            </a:extLst>
          </p:cNvPr>
          <p:cNvSpPr txBox="1"/>
          <p:nvPr userDrawn="1"/>
        </p:nvSpPr>
        <p:spPr>
          <a:xfrm>
            <a:off x="548639" y="552450"/>
            <a:ext cx="11089323" cy="5626363"/>
          </a:xfrm>
          <a:prstGeom prst="rect">
            <a:avLst/>
          </a:prstGeom>
          <a:noFill/>
        </p:spPr>
        <p:txBody>
          <a:bodyPr wrap="square" lIns="0" tIns="0" rIns="0" bIns="0" numCol="2" spcCol="182880">
            <a:noAutofit/>
          </a:bodyPr>
          <a:lstStyle/>
          <a:p>
            <a:r>
              <a:rPr lang="en-US" sz="690" kern="1200" dirty="0">
                <a:solidFill>
                  <a:schemeClr val="tx1"/>
                </a:solidFill>
                <a:effectLst/>
                <a:latin typeface="+mn-lt"/>
                <a:ea typeface="+mn-ea"/>
                <a:cs typeface="+mn-cs"/>
              </a:rPr>
              <a:t>© 2026 Moody’s Corporation, Moody’s Investors Service, Inc., Moody’s Analytics, Inc. and/or their licensors and affiliates (collectively, “MOODY’S”). All rights reserved.</a:t>
            </a:r>
            <a:endParaRPr lang="en-CR" sz="690" kern="1200" dirty="0">
              <a:solidFill>
                <a:schemeClr val="tx1"/>
              </a:solidFill>
              <a:effectLst/>
              <a:latin typeface="+mn-lt"/>
              <a:ea typeface="+mn-ea"/>
              <a:cs typeface="+mn-cs"/>
            </a:endParaRPr>
          </a:p>
          <a:p>
            <a:r>
              <a:rPr lang="en-US" sz="690" kern="1200" dirty="0">
                <a:solidFill>
                  <a:schemeClr val="tx1"/>
                </a:solidFill>
                <a:effectLst/>
                <a:latin typeface="+mn-lt"/>
                <a:ea typeface="+mn-ea"/>
                <a:cs typeface="+mn-cs"/>
              </a:rPr>
              <a:t> </a:t>
            </a:r>
            <a:endParaRPr lang="en-CR" sz="690" kern="1200" dirty="0">
              <a:solidFill>
                <a:schemeClr val="tx1"/>
              </a:solidFill>
              <a:effectLst/>
              <a:latin typeface="+mn-lt"/>
              <a:ea typeface="+mn-ea"/>
              <a:cs typeface="+mn-cs"/>
            </a:endParaRPr>
          </a:p>
          <a:p>
            <a:r>
              <a:rPr lang="en-US" sz="690" u="none" strike="noStrike" kern="1200" dirty="0">
                <a:solidFill>
                  <a:schemeClr val="tx1"/>
                </a:solidFill>
                <a:effectLst/>
                <a:latin typeface="+mn-lt"/>
                <a:ea typeface="+mn-ea"/>
                <a:cs typeface="+mn-cs"/>
              </a:rPr>
              <a:t>CREDIT RATINGS ISSUED BY MOODY'S CREDIT RATINGS AFFILIATES ARE THEIR CURRENT OPINIONS OF THE RELATIVE FUTURE CREDIT RISK OF ENTITIES, CREDIT COMMITMENTS, OR DEBT OR DEBT-LIKE SECURITIES, AND MATERIALS, PRODUCTS, SERVICES AND INFORMATION PUBLISHED OR OTHERWISE MADE AVAILABLE BY MOODY’S (COLLECTIVELY, “MATERIALS”) MAY INCLUDE SUCH CURRENT OPINIONS. MOODY’S DEFINES CREDIT RISK AS THE RISK THAT AN ENTITY MAY NOT MEET ITS CONTRACTUAL FINANCIAL OBLIGATIONS AS THEY COME DUE AND ANY ESTIMATED FINANCIAL LOSS IN THE EVENT OF DEFAULT OR IMPAIRMENT. SEE APPLICABLE MOODY’S RATING SYMBOLS AND DEFINITIONS PUBLICATION FOR INFORMATION ON THE TYPES OF CONTRACTUAL FINANCIAL OBLIGATIONS ADDRESSED BY MOODY’S CREDIT RATINGS. CREDIT RATINGS DO NOT ADDRESS ANY OTHER RISK, INCLUDING BUT NOT LIMITED TO: LIQUIDITY RISK, MARKET VALUE RISK, OR PRICE VOLATILITY. CREDIT RATINGS, NON-CREDIT ASSESSMENTS (“ASSESSMENTS”), AND OTHER OPINIONS INCLUDED IN MOODY’S MATERIALS ARE NOT STATEMENTS OF CURRENT OR HISTORICAL FACT. MOODY’S MATERIALS MAY ALSO INCLUDE QUANTITATIVE MODEL-BASED ESTIMATES OF CREDIT RISK AND RELATED OPINIONS OR COMMENTARY PUBLISHED BY MOODY’S ANALYTICS, INC. AND/OR ITS AFFILIATES. MOODY’S CREDIT RATINGS, ASSESSMENTS, OTHER OPINIONS AND MATERIALS DO NOT CONSTITUTE OR PROVIDE LEGAL, COMPLIANCE, INVESTMENT, FINANCIAL OR OTHER PROFESSIONAL ADVICE, AND MOODY’S CREDIT RATINGS, ASSESSMENTS, OTHER OPINIONS AND MATERIALS ARE NOT AND DO NOT PROVIDE RECOMMENDATIONS TO PURCHASE, SELL, OR HOLD PARTICULAR SECURITIES. MOODY’S CREDIT RATINGS, ASSESSMENTS, OTHER OPINIONS AND MATERIALS DO NOT COMMENT ON THE SUITABILITY OF AN INVESTMENT FOR ANY PARTICULAR INVESTOR. MOODY’S ISSUES ITS CREDIT RATINGS, ASSESSMENTS AND OTHER OPINIONS AND PUBLISHES OR OTHERWISE MAKES AVAILABLE ITS MATERIALS WITH THE EXPECTATION AND UNDERSTANDING THAT EACH INVESTOR WILL, WITH DUE CARE, MAKE ITS OWN STUDY AND EVALUATION OF EACH SECURITY THAT IS UNDER CONSIDERATION FOR PURCHASE, HOLDING, OR SALE. </a:t>
            </a:r>
            <a:endParaRPr lang="en-CR" sz="690" u="sng" kern="1200" dirty="0">
              <a:solidFill>
                <a:schemeClr val="tx1"/>
              </a:solidFill>
              <a:effectLst/>
              <a:latin typeface="+mn-lt"/>
              <a:ea typeface="+mn-ea"/>
              <a:cs typeface="+mn-cs"/>
            </a:endParaRPr>
          </a:p>
          <a:p>
            <a:r>
              <a:rPr lang="en-US" sz="690" kern="1200" dirty="0">
                <a:solidFill>
                  <a:schemeClr val="tx1"/>
                </a:solidFill>
                <a:effectLst/>
                <a:latin typeface="+mn-lt"/>
                <a:ea typeface="+mn-ea"/>
                <a:cs typeface="+mn-cs"/>
              </a:rPr>
              <a:t> </a:t>
            </a:r>
            <a:endParaRPr lang="en-CR" sz="690" kern="1200" dirty="0">
              <a:solidFill>
                <a:schemeClr val="tx1"/>
              </a:solidFill>
              <a:effectLst/>
              <a:latin typeface="+mn-lt"/>
              <a:ea typeface="+mn-ea"/>
              <a:cs typeface="+mn-cs"/>
            </a:endParaRPr>
          </a:p>
          <a:p>
            <a:r>
              <a:rPr lang="en-US" sz="690" kern="1200" dirty="0">
                <a:solidFill>
                  <a:schemeClr val="tx1"/>
                </a:solidFill>
                <a:effectLst/>
                <a:latin typeface="+mn-lt"/>
                <a:ea typeface="+mn-ea"/>
                <a:cs typeface="+mn-cs"/>
              </a:rPr>
              <a:t>MOODY’S CREDIT RATINGS</a:t>
            </a:r>
            <a:r>
              <a:rPr lang="en-US" sz="690" b="1" kern="1200" dirty="0">
                <a:solidFill>
                  <a:schemeClr val="tx1"/>
                </a:solidFill>
                <a:effectLst/>
                <a:latin typeface="+mn-lt"/>
                <a:ea typeface="+mn-ea"/>
                <a:cs typeface="+mn-cs"/>
              </a:rPr>
              <a:t>, </a:t>
            </a:r>
            <a:r>
              <a:rPr lang="en-US" sz="690" kern="1200" dirty="0">
                <a:solidFill>
                  <a:schemeClr val="tx1"/>
                </a:solidFill>
                <a:effectLst/>
                <a:latin typeface="+mn-lt"/>
                <a:ea typeface="+mn-ea"/>
                <a:cs typeface="+mn-cs"/>
              </a:rPr>
              <a:t>ASSESSMENTS, OTHER OPINIONS, AND MATERIALS ARE NOT INTENDED FOR USE BY RETAIL INVESTORS AND IT WOULD BE RECKLESS AND INAPPROPRIATE FOR RETAIL INVESTORS TO USE MOODY’S CREDIT RATINGS, ASSESSMENTS, OTHER OPINIONS OR MATERIALS WHEN MAKING AN INVESTMENT DECISION. IF IN DOUBT YOU SHOULD CONTACT YOUR FINANCIAL OR OTHER PROFESSIONAL ADVISER.</a:t>
            </a:r>
            <a:endParaRPr lang="en-CR" sz="690" kern="1200" dirty="0">
              <a:solidFill>
                <a:schemeClr val="tx1"/>
              </a:solidFill>
              <a:effectLst/>
              <a:latin typeface="+mn-lt"/>
              <a:ea typeface="+mn-ea"/>
              <a:cs typeface="+mn-cs"/>
            </a:endParaRPr>
          </a:p>
          <a:p>
            <a:r>
              <a:rPr lang="en-US" sz="690" kern="1200" dirty="0">
                <a:solidFill>
                  <a:schemeClr val="tx1"/>
                </a:solidFill>
                <a:effectLst/>
                <a:latin typeface="+mn-lt"/>
                <a:ea typeface="+mn-ea"/>
                <a:cs typeface="+mn-cs"/>
              </a:rPr>
              <a:t> </a:t>
            </a:r>
            <a:endParaRPr lang="en-CR" sz="690" kern="1200" dirty="0">
              <a:solidFill>
                <a:schemeClr val="tx1"/>
              </a:solidFill>
              <a:effectLst/>
              <a:latin typeface="+mn-lt"/>
              <a:ea typeface="+mn-ea"/>
              <a:cs typeface="+mn-cs"/>
            </a:endParaRPr>
          </a:p>
          <a:p>
            <a:r>
              <a:rPr lang="en-US" sz="690" kern="1200" dirty="0">
                <a:solidFill>
                  <a:schemeClr val="tx1"/>
                </a:solidFill>
                <a:effectLst/>
                <a:latin typeface="+mn-lt"/>
                <a:ea typeface="+mn-ea"/>
                <a:cs typeface="+mn-cs"/>
              </a:rPr>
              <a:t>ALL INFORMATION CONTAINED HEREIN IS PROTECTED BY LAW, INCLUDING BUT NOT LIMITED TO, COPYRIGHT LAW, AND NONE OF SUCH INFORMATION MAY BE COPIED OR OTHERWISE REPRODUCED, REPACKAGED, FURTHER TRANSMITTED, TRANSFERRED, DISSEMINATED, REDISTRIBUTED OR RESOLD, OR STORED FOR SUBSEQUENT USE FOR ANY SUCH PURPOSE, IN WHOLE OR IN PART, IN ANY FORM OR MANNER OR BY ANY MEANS WHATSOEVER, BY ANY PERSON WITHOUT MOODY’S PRIOR WRITTEN CONSENT.  FOR CLARITY, NO INFORMATION CONTAINED HEREIN MAY BE USED TO DEVELOP, IMPROVE, TRAIN OR RETRAIN ANY SOFTWARE PROGRAM OR DATABASE, INCLUDING, BUT NOT LIMITED TO, FOR ANY ARTIFICIAL INTELLIGENCE, MACHINE LEARNING OR NATURAL LANGUAGE PROCESSING SOFTWARE, ALGORITHM, METHODOLOGY AND/OR MODEL.  </a:t>
            </a:r>
            <a:endParaRPr lang="en-CR" sz="690" kern="1200" dirty="0">
              <a:solidFill>
                <a:schemeClr val="tx1"/>
              </a:solidFill>
              <a:effectLst/>
              <a:latin typeface="+mn-lt"/>
              <a:ea typeface="+mn-ea"/>
              <a:cs typeface="+mn-cs"/>
            </a:endParaRPr>
          </a:p>
          <a:p>
            <a:r>
              <a:rPr lang="en-US" sz="690" kern="1200" dirty="0">
                <a:solidFill>
                  <a:schemeClr val="tx1"/>
                </a:solidFill>
                <a:effectLst/>
                <a:latin typeface="+mn-lt"/>
                <a:ea typeface="+mn-ea"/>
                <a:cs typeface="+mn-cs"/>
              </a:rPr>
              <a:t> </a:t>
            </a:r>
            <a:endParaRPr lang="en-CR" sz="690" kern="1200" dirty="0">
              <a:solidFill>
                <a:schemeClr val="tx1"/>
              </a:solidFill>
              <a:effectLst/>
              <a:latin typeface="+mn-lt"/>
              <a:ea typeface="+mn-ea"/>
              <a:cs typeface="+mn-cs"/>
            </a:endParaRPr>
          </a:p>
          <a:p>
            <a:r>
              <a:rPr lang="en-US" sz="690" kern="1200" dirty="0">
                <a:solidFill>
                  <a:schemeClr val="tx1"/>
                </a:solidFill>
                <a:effectLst/>
                <a:latin typeface="+mn-lt"/>
                <a:ea typeface="+mn-ea"/>
                <a:cs typeface="+mn-cs"/>
              </a:rPr>
              <a:t>MOODY’S CREDIT RATINGS</a:t>
            </a:r>
            <a:r>
              <a:rPr lang="en-US" sz="690" b="1" kern="1200" dirty="0">
                <a:solidFill>
                  <a:schemeClr val="tx1"/>
                </a:solidFill>
                <a:effectLst/>
                <a:latin typeface="+mn-lt"/>
                <a:ea typeface="+mn-ea"/>
                <a:cs typeface="+mn-cs"/>
              </a:rPr>
              <a:t>, </a:t>
            </a:r>
            <a:r>
              <a:rPr lang="en-US" sz="690" kern="1200" dirty="0">
                <a:solidFill>
                  <a:schemeClr val="tx1"/>
                </a:solidFill>
                <a:effectLst/>
                <a:latin typeface="+mn-lt"/>
                <a:ea typeface="+mn-ea"/>
                <a:cs typeface="+mn-cs"/>
              </a:rPr>
              <a:t>ASSESSMENTS, OTHER OPINIONS AND MATERIALS ARE NOT INTENDED FOR USE BY ANY PERSON AS A BENCHMARK AS THAT TERM IS DEFINED FOR REGULATORY PURPOSES AND MUST NOT BE USED IN ANY WAY THAT COULD RESULT IN THEM BEING CONSIDERED A BENCHMARK.</a:t>
            </a:r>
            <a:endParaRPr lang="en-CR" sz="690" kern="1200" dirty="0">
              <a:solidFill>
                <a:schemeClr val="tx1"/>
              </a:solidFill>
              <a:effectLst/>
              <a:latin typeface="+mn-lt"/>
              <a:ea typeface="+mn-ea"/>
              <a:cs typeface="+mn-cs"/>
            </a:endParaRPr>
          </a:p>
          <a:p>
            <a:r>
              <a:rPr lang="en-US" sz="690" kern="1200" dirty="0">
                <a:solidFill>
                  <a:schemeClr val="tx1"/>
                </a:solidFill>
                <a:effectLst/>
                <a:latin typeface="+mn-lt"/>
                <a:ea typeface="+mn-ea"/>
                <a:cs typeface="+mn-cs"/>
              </a:rPr>
              <a:t> </a:t>
            </a:r>
            <a:endParaRPr lang="en-CR" sz="690" kern="1200" dirty="0">
              <a:solidFill>
                <a:schemeClr val="tx1"/>
              </a:solidFill>
              <a:effectLst/>
              <a:latin typeface="+mn-lt"/>
              <a:ea typeface="+mn-ea"/>
              <a:cs typeface="+mn-cs"/>
            </a:endParaRPr>
          </a:p>
          <a:p>
            <a:r>
              <a:rPr lang="en-US" sz="690" kern="1200" dirty="0">
                <a:solidFill>
                  <a:schemeClr val="tx1"/>
                </a:solidFill>
                <a:effectLst/>
                <a:latin typeface="+mn-lt"/>
                <a:ea typeface="+mn-ea"/>
                <a:cs typeface="+mn-cs"/>
              </a:rPr>
              <a:t>All information contained herein is obtained by MOODY’S from sources believed by it to be accurate and reliable. Because of the possibility of human or mechanical error as well as other factors, however, all information contained herein is provided “AS IS” without warranty of any kind. MOODY'S adopts all necessary measures so that the information it uses in assigning a credit rating or assessment is of sufficient quality and from sources MOODY'S considers to be reliable including, when appropriate, independent third-party sources. However, MOODY’S is not an auditor and cannot in every instance independently verify or validate information received in the credit rating or assessment process or in preparing its Materials. </a:t>
            </a:r>
            <a:endParaRPr lang="en-CR" sz="690" kern="1200" dirty="0">
              <a:solidFill>
                <a:schemeClr val="tx1"/>
              </a:solidFill>
              <a:effectLst/>
              <a:latin typeface="+mn-lt"/>
              <a:ea typeface="+mn-ea"/>
              <a:cs typeface="+mn-cs"/>
            </a:endParaRPr>
          </a:p>
          <a:p>
            <a:r>
              <a:rPr lang="en-US" sz="690" kern="1200" dirty="0">
                <a:solidFill>
                  <a:schemeClr val="tx1"/>
                </a:solidFill>
                <a:effectLst/>
                <a:latin typeface="+mn-lt"/>
                <a:ea typeface="+mn-ea"/>
                <a:cs typeface="+mn-cs"/>
              </a:rPr>
              <a:t> </a:t>
            </a:r>
            <a:endParaRPr lang="en-CR" sz="690" kern="1200" dirty="0">
              <a:solidFill>
                <a:schemeClr val="tx1"/>
              </a:solidFill>
              <a:effectLst/>
              <a:latin typeface="+mn-lt"/>
              <a:ea typeface="+mn-ea"/>
              <a:cs typeface="+mn-cs"/>
            </a:endParaRPr>
          </a:p>
          <a:p>
            <a:r>
              <a:rPr lang="en-US" sz="690" kern="1200" dirty="0">
                <a:solidFill>
                  <a:schemeClr val="tx1"/>
                </a:solidFill>
                <a:effectLst/>
                <a:latin typeface="+mn-lt"/>
                <a:ea typeface="+mn-ea"/>
                <a:cs typeface="+mn-cs"/>
              </a:rPr>
              <a:t>To the extent permitted by law, MOODY’S and its directors, officers, employees, agents, representatives, licensors and suppliers disclaim liability to any person or entity for any indirect, special, consequential, or incidental losses or damages whatsoever arising from or in connection with the information contained herein or the use of or inability to use any such information, even if MOODY’S or any of its directors, officers, employees, agents, representatives, licensors or suppliers is advised in advance of the possibility of such losses or damages, including but not limited to: (a) any loss of present or prospective profits or (b) any loss or damage arising where the relevant financial instrument is not the subject of a particular credit rating or assessment assigned by MOODY’S.</a:t>
            </a:r>
            <a:endParaRPr lang="en-CR" sz="690" kern="1200" dirty="0">
              <a:solidFill>
                <a:schemeClr val="tx1"/>
              </a:solidFill>
              <a:effectLst/>
              <a:latin typeface="+mn-lt"/>
              <a:ea typeface="+mn-ea"/>
              <a:cs typeface="+mn-cs"/>
            </a:endParaRPr>
          </a:p>
          <a:p>
            <a:r>
              <a:rPr lang="en-US" sz="690" kern="1200" dirty="0">
                <a:solidFill>
                  <a:schemeClr val="tx1"/>
                </a:solidFill>
                <a:effectLst/>
                <a:latin typeface="+mn-lt"/>
                <a:ea typeface="+mn-ea"/>
                <a:cs typeface="+mn-cs"/>
              </a:rPr>
              <a:t> </a:t>
            </a:r>
            <a:endParaRPr lang="en-CR" sz="690" kern="1200" dirty="0">
              <a:solidFill>
                <a:schemeClr val="tx1"/>
              </a:solidFill>
              <a:effectLst/>
              <a:latin typeface="+mn-lt"/>
              <a:ea typeface="+mn-ea"/>
              <a:cs typeface="+mn-cs"/>
            </a:endParaRPr>
          </a:p>
          <a:p>
            <a:r>
              <a:rPr lang="en-US" sz="690" kern="1200" dirty="0">
                <a:solidFill>
                  <a:schemeClr val="tx1"/>
                </a:solidFill>
                <a:effectLst/>
                <a:latin typeface="+mn-lt"/>
                <a:ea typeface="+mn-ea"/>
                <a:cs typeface="+mn-cs"/>
              </a:rPr>
              <a:t>To the extent permitted by law, MOODY’S and its directors, officers, employees, agents, representatives, licensors and suppliers disclaim liability for any direct or compensatory losses or damages caused to any person or entity, including but not limited to by any negligence (but excluding fraud, willful misconduct or any other type of liability that, for the avoidance of doubt, by law cannot be excluded) on the part of, or any contingency within or beyond the control of, MOODY’S or any of its directors, officers, employees, agents, representatives, licensors or suppliers, arising from or in connection with the information contained herein or the use of or inability to use any such information.</a:t>
            </a:r>
            <a:endParaRPr lang="en-CR" sz="690" kern="1200" dirty="0">
              <a:solidFill>
                <a:schemeClr val="tx1"/>
              </a:solidFill>
              <a:effectLst/>
              <a:latin typeface="+mn-lt"/>
              <a:ea typeface="+mn-ea"/>
              <a:cs typeface="+mn-cs"/>
            </a:endParaRPr>
          </a:p>
          <a:p>
            <a:r>
              <a:rPr lang="en-US" sz="690" kern="1200" dirty="0">
                <a:solidFill>
                  <a:schemeClr val="tx1"/>
                </a:solidFill>
                <a:effectLst/>
                <a:latin typeface="+mn-lt"/>
                <a:ea typeface="+mn-ea"/>
                <a:cs typeface="+mn-cs"/>
              </a:rPr>
              <a:t> </a:t>
            </a:r>
            <a:endParaRPr lang="en-CR" sz="690" kern="1200" dirty="0">
              <a:solidFill>
                <a:schemeClr val="tx1"/>
              </a:solidFill>
              <a:effectLst/>
              <a:latin typeface="+mn-lt"/>
              <a:ea typeface="+mn-ea"/>
              <a:cs typeface="+mn-cs"/>
            </a:endParaRPr>
          </a:p>
          <a:p>
            <a:r>
              <a:rPr lang="en-US" sz="690" kern="1200" dirty="0">
                <a:solidFill>
                  <a:schemeClr val="tx1"/>
                </a:solidFill>
                <a:effectLst/>
                <a:latin typeface="+mn-lt"/>
                <a:ea typeface="+mn-ea"/>
                <a:cs typeface="+mn-cs"/>
              </a:rPr>
              <a:t>NO WARRANTY, EXPRESS OR IMPLIED, AS TO THE ACCURACY, TIMELINESS, COMPLETENESS, MERCHANTABILITY OR FITNESS FOR ANY PARTICULAR PURPOSE OF ANY CREDIT RATING, ASSESSMENT, OTHER OPINION OR INFORMATION IS GIVEN OR MADE BY MOODY’S IN ANY FORM OR MANNER WHATSOEVER.</a:t>
            </a:r>
            <a:endParaRPr lang="en-CR" sz="690" kern="1200" dirty="0">
              <a:solidFill>
                <a:schemeClr val="tx1"/>
              </a:solidFill>
              <a:effectLst/>
              <a:latin typeface="+mn-lt"/>
              <a:ea typeface="+mn-ea"/>
              <a:cs typeface="+mn-cs"/>
            </a:endParaRPr>
          </a:p>
          <a:p>
            <a:r>
              <a:rPr lang="en-US" sz="690" kern="1200" dirty="0">
                <a:solidFill>
                  <a:schemeClr val="tx1"/>
                </a:solidFill>
                <a:effectLst/>
                <a:latin typeface="+mn-lt"/>
                <a:ea typeface="+mn-ea"/>
                <a:cs typeface="+mn-cs"/>
              </a:rPr>
              <a:t> </a:t>
            </a:r>
            <a:endParaRPr lang="en-CR" sz="690" kern="1200" dirty="0">
              <a:solidFill>
                <a:schemeClr val="tx1"/>
              </a:solidFill>
              <a:effectLst/>
              <a:latin typeface="+mn-lt"/>
              <a:ea typeface="+mn-ea"/>
              <a:cs typeface="+mn-cs"/>
            </a:endParaRPr>
          </a:p>
          <a:p>
            <a:r>
              <a:rPr lang="en-US" sz="690" kern="1200" dirty="0">
                <a:solidFill>
                  <a:schemeClr val="tx1"/>
                </a:solidFill>
                <a:effectLst/>
                <a:latin typeface="+mn-lt"/>
                <a:ea typeface="+mn-ea"/>
                <a:cs typeface="+mn-cs"/>
              </a:rPr>
              <a:t>Moody’s Investors Service, Inc., a wholly-owned credit rating agency subsidiary of Moody’s Corporation (“MCO”), hereby discloses that most issuers of debt securities (including corporate and municipal bonds, debentures, notes and commercial paper) and preferred stock rated by Moody’s Investors Service, Inc. have, prior to assignment of any credit rating, agreed to pay Moody’s Investors Service, Inc. for credit ratings opinions and services rendered by it. MCO and all MCO entities that issue ratings under the “Moody’s Ratings” brand name (“Moody’s Ratings”), also maintain policies and procedures to address the independence of Moody’s Ratings’ credit ratings and credit rating processes. Information regarding certain affiliations that may exist between directors of MCO and rated entities, and between entities who hold credit ratings from Moody’s Investors Service, Inc. and have also publicly reported to the SEC an ownership interest in MCO of more than 5%, is posted annually at </a:t>
            </a:r>
            <a:r>
              <a:rPr lang="en-US" sz="690" u="sng" kern="1200" dirty="0">
                <a:solidFill>
                  <a:schemeClr val="tx1"/>
                </a:solidFill>
                <a:effectLst/>
                <a:latin typeface="+mn-lt"/>
                <a:ea typeface="+mn-ea"/>
                <a:cs typeface="+mn-cs"/>
                <a:hlinkClick r:id="rId2"/>
              </a:rPr>
              <a:t>ir.moodys.com</a:t>
            </a:r>
            <a:r>
              <a:rPr lang="en-US" sz="690" kern="1200" dirty="0">
                <a:solidFill>
                  <a:schemeClr val="tx1"/>
                </a:solidFill>
                <a:effectLst/>
                <a:latin typeface="+mn-lt"/>
                <a:ea typeface="+mn-ea"/>
                <a:cs typeface="+mn-cs"/>
              </a:rPr>
              <a:t> under the heading “Investor Relations — Corporate Governance — Charter and Governance Documents - Director and Shareholder Affiliation Policy.”  </a:t>
            </a:r>
            <a:endParaRPr lang="en-CR" sz="690" kern="1200" dirty="0">
              <a:solidFill>
                <a:schemeClr val="tx1"/>
              </a:solidFill>
              <a:effectLst/>
              <a:latin typeface="+mn-lt"/>
              <a:ea typeface="+mn-ea"/>
              <a:cs typeface="+mn-cs"/>
            </a:endParaRPr>
          </a:p>
          <a:p>
            <a:r>
              <a:rPr lang="en-US" sz="690" b="1" i="1" kern="1200" dirty="0">
                <a:solidFill>
                  <a:schemeClr val="tx1"/>
                </a:solidFill>
                <a:effectLst/>
                <a:latin typeface="+mn-lt"/>
                <a:ea typeface="+mn-ea"/>
                <a:cs typeface="+mn-cs"/>
              </a:rPr>
              <a:t> </a:t>
            </a:r>
            <a:endParaRPr lang="en-CR" sz="690" kern="1200" dirty="0">
              <a:solidFill>
                <a:schemeClr val="tx1"/>
              </a:solidFill>
              <a:effectLst/>
              <a:latin typeface="+mn-lt"/>
              <a:ea typeface="+mn-ea"/>
              <a:cs typeface="+mn-cs"/>
            </a:endParaRPr>
          </a:p>
          <a:p>
            <a:r>
              <a:rPr lang="en-US" sz="690" kern="1200" dirty="0">
                <a:solidFill>
                  <a:schemeClr val="tx1"/>
                </a:solidFill>
                <a:effectLst/>
                <a:latin typeface="+mn-lt"/>
                <a:ea typeface="+mn-ea"/>
                <a:cs typeface="+mn-cs"/>
              </a:rPr>
              <a:t>Moody's SF Japan K.K., Moody's Local AR </a:t>
            </a:r>
            <a:r>
              <a:rPr lang="en-US" sz="690" kern="1200" dirty="0" err="1">
                <a:solidFill>
                  <a:schemeClr val="tx1"/>
                </a:solidFill>
                <a:effectLst/>
                <a:latin typeface="+mn-lt"/>
                <a:ea typeface="+mn-ea"/>
                <a:cs typeface="+mn-cs"/>
              </a:rPr>
              <a:t>Agente</a:t>
            </a:r>
            <a:r>
              <a:rPr lang="en-US" sz="690" kern="1200" dirty="0">
                <a:solidFill>
                  <a:schemeClr val="tx1"/>
                </a:solidFill>
                <a:effectLst/>
                <a:latin typeface="+mn-lt"/>
                <a:ea typeface="+mn-ea"/>
                <a:cs typeface="+mn-cs"/>
              </a:rPr>
              <a:t> de </a:t>
            </a:r>
            <a:r>
              <a:rPr lang="en-US" sz="690" kern="1200" dirty="0" err="1">
                <a:solidFill>
                  <a:schemeClr val="tx1"/>
                </a:solidFill>
                <a:effectLst/>
                <a:latin typeface="+mn-lt"/>
                <a:ea typeface="+mn-ea"/>
                <a:cs typeface="+mn-cs"/>
              </a:rPr>
              <a:t>Calificación</a:t>
            </a:r>
            <a:r>
              <a:rPr lang="en-US" sz="690" kern="1200" dirty="0">
                <a:solidFill>
                  <a:schemeClr val="tx1"/>
                </a:solidFill>
                <a:effectLst/>
                <a:latin typeface="+mn-lt"/>
                <a:ea typeface="+mn-ea"/>
                <a:cs typeface="+mn-cs"/>
              </a:rPr>
              <a:t> de Riesgo S.A., Moody’s Local BR </a:t>
            </a:r>
            <a:r>
              <a:rPr lang="en-US" sz="690" kern="1200" dirty="0" err="1">
                <a:solidFill>
                  <a:schemeClr val="tx1"/>
                </a:solidFill>
                <a:effectLst/>
                <a:latin typeface="+mn-lt"/>
                <a:ea typeface="+mn-ea"/>
                <a:cs typeface="+mn-cs"/>
              </a:rPr>
              <a:t>Agência</a:t>
            </a:r>
            <a:r>
              <a:rPr lang="en-US" sz="690" kern="1200" dirty="0">
                <a:solidFill>
                  <a:schemeClr val="tx1"/>
                </a:solidFill>
                <a:effectLst/>
                <a:latin typeface="+mn-lt"/>
                <a:ea typeface="+mn-ea"/>
                <a:cs typeface="+mn-cs"/>
              </a:rPr>
              <a:t> de </a:t>
            </a:r>
            <a:r>
              <a:rPr lang="en-US" sz="690" kern="1200" dirty="0" err="1">
                <a:solidFill>
                  <a:schemeClr val="tx1"/>
                </a:solidFill>
                <a:effectLst/>
                <a:latin typeface="+mn-lt"/>
                <a:ea typeface="+mn-ea"/>
                <a:cs typeface="+mn-cs"/>
              </a:rPr>
              <a:t>Classificação</a:t>
            </a:r>
            <a:r>
              <a:rPr lang="en-US" sz="690" kern="1200" dirty="0">
                <a:solidFill>
                  <a:schemeClr val="tx1"/>
                </a:solidFill>
                <a:effectLst/>
                <a:latin typeface="+mn-lt"/>
                <a:ea typeface="+mn-ea"/>
                <a:cs typeface="+mn-cs"/>
              </a:rPr>
              <a:t> de Risco LTDA, Moody’s Local MX S.A. de C.V, I.C.V., Moody's Local PE </a:t>
            </a:r>
            <a:r>
              <a:rPr lang="en-US" sz="690" kern="1200" dirty="0" err="1">
                <a:solidFill>
                  <a:schemeClr val="tx1"/>
                </a:solidFill>
                <a:effectLst/>
                <a:latin typeface="+mn-lt"/>
                <a:ea typeface="+mn-ea"/>
                <a:cs typeface="+mn-cs"/>
              </a:rPr>
              <a:t>Clasificadora</a:t>
            </a:r>
            <a:r>
              <a:rPr lang="en-US" sz="690" kern="1200" dirty="0">
                <a:solidFill>
                  <a:schemeClr val="tx1"/>
                </a:solidFill>
                <a:effectLst/>
                <a:latin typeface="+mn-lt"/>
                <a:ea typeface="+mn-ea"/>
                <a:cs typeface="+mn-cs"/>
              </a:rPr>
              <a:t> de Riesgo S.A., Moody's Local PA </a:t>
            </a:r>
            <a:r>
              <a:rPr lang="en-US" sz="690" kern="1200" dirty="0" err="1">
                <a:solidFill>
                  <a:schemeClr val="tx1"/>
                </a:solidFill>
                <a:effectLst/>
                <a:latin typeface="+mn-lt"/>
                <a:ea typeface="+mn-ea"/>
                <a:cs typeface="+mn-cs"/>
              </a:rPr>
              <a:t>Calificadora</a:t>
            </a:r>
            <a:r>
              <a:rPr lang="en-US" sz="690" kern="1200" dirty="0">
                <a:solidFill>
                  <a:schemeClr val="tx1"/>
                </a:solidFill>
                <a:effectLst/>
                <a:latin typeface="+mn-lt"/>
                <a:ea typeface="+mn-ea"/>
                <a:cs typeface="+mn-cs"/>
              </a:rPr>
              <a:t> de Riesgo S.A., Moody’s Local CR </a:t>
            </a:r>
            <a:r>
              <a:rPr lang="en-US" sz="690" kern="1200" dirty="0" err="1">
                <a:solidFill>
                  <a:schemeClr val="tx1"/>
                </a:solidFill>
                <a:effectLst/>
                <a:latin typeface="+mn-lt"/>
                <a:ea typeface="+mn-ea"/>
                <a:cs typeface="+mn-cs"/>
              </a:rPr>
              <a:t>Calificadora</a:t>
            </a:r>
            <a:r>
              <a:rPr lang="en-US" sz="690" kern="1200" dirty="0">
                <a:solidFill>
                  <a:schemeClr val="tx1"/>
                </a:solidFill>
                <a:effectLst/>
                <a:latin typeface="+mn-lt"/>
                <a:ea typeface="+mn-ea"/>
                <a:cs typeface="+mn-cs"/>
              </a:rPr>
              <a:t> de Riesgo S.A., Moody’s Local ES S.A. de CV </a:t>
            </a:r>
            <a:r>
              <a:rPr lang="en-US" sz="690" kern="1200" dirty="0" err="1">
                <a:solidFill>
                  <a:schemeClr val="tx1"/>
                </a:solidFill>
                <a:effectLst/>
                <a:latin typeface="+mn-lt"/>
                <a:ea typeface="+mn-ea"/>
                <a:cs typeface="+mn-cs"/>
              </a:rPr>
              <a:t>Clasificadora</a:t>
            </a:r>
            <a:r>
              <a:rPr lang="en-US" sz="690" kern="1200" dirty="0">
                <a:solidFill>
                  <a:schemeClr val="tx1"/>
                </a:solidFill>
                <a:effectLst/>
                <a:latin typeface="+mn-lt"/>
                <a:ea typeface="+mn-ea"/>
                <a:cs typeface="+mn-cs"/>
              </a:rPr>
              <a:t> de Riesgo, Moody’s Local RD Sociedad </a:t>
            </a:r>
            <a:r>
              <a:rPr lang="en-US" sz="690" kern="1200" dirty="0" err="1">
                <a:solidFill>
                  <a:schemeClr val="tx1"/>
                </a:solidFill>
                <a:effectLst/>
                <a:latin typeface="+mn-lt"/>
                <a:ea typeface="+mn-ea"/>
                <a:cs typeface="+mn-cs"/>
              </a:rPr>
              <a:t>Calificadora</a:t>
            </a:r>
            <a:r>
              <a:rPr lang="en-US" sz="690" kern="1200" dirty="0">
                <a:solidFill>
                  <a:schemeClr val="tx1"/>
                </a:solidFill>
                <a:effectLst/>
                <a:latin typeface="+mn-lt"/>
                <a:ea typeface="+mn-ea"/>
                <a:cs typeface="+mn-cs"/>
              </a:rPr>
              <a:t> de Riesgo S.R.L. and Moody’s Local GT S.A.(collectively, the “Moody’s Non-NRSRO CRAs”) are all indirectly wholly-owned credit rating agency subsidiaries of MCO. None of the Moody’s Non-NRSRO CRAs is a Nationally Recognized Statistical Rating Organization.</a:t>
            </a:r>
            <a:endParaRPr lang="en-CR" sz="690" kern="1200" dirty="0">
              <a:solidFill>
                <a:schemeClr val="tx1"/>
              </a:solidFill>
              <a:effectLst/>
              <a:latin typeface="+mn-lt"/>
              <a:ea typeface="+mn-ea"/>
              <a:cs typeface="+mn-cs"/>
            </a:endParaRPr>
          </a:p>
          <a:p>
            <a:r>
              <a:rPr lang="en-US" sz="690" kern="1200" dirty="0">
                <a:solidFill>
                  <a:schemeClr val="tx1"/>
                </a:solidFill>
                <a:effectLst/>
                <a:latin typeface="+mn-lt"/>
                <a:ea typeface="+mn-ea"/>
                <a:cs typeface="+mn-cs"/>
              </a:rPr>
              <a:t> </a:t>
            </a:r>
            <a:endParaRPr lang="en-CR" sz="690" kern="1200" dirty="0">
              <a:solidFill>
                <a:schemeClr val="tx1"/>
              </a:solidFill>
              <a:effectLst/>
              <a:latin typeface="+mn-lt"/>
              <a:ea typeface="+mn-ea"/>
              <a:cs typeface="+mn-cs"/>
            </a:endParaRPr>
          </a:p>
          <a:p>
            <a:r>
              <a:rPr lang="en-US" sz="690" kern="1200" dirty="0">
                <a:solidFill>
                  <a:schemeClr val="tx1"/>
                </a:solidFill>
                <a:effectLst/>
                <a:latin typeface="+mn-lt"/>
                <a:ea typeface="+mn-ea"/>
                <a:cs typeface="+mn-cs"/>
              </a:rPr>
              <a:t>Additional terms for Australia only: Any publication into Australia of this document is pursuant to the Australian Financial Services License of MOODY’S affiliate, Moody’s Investors Service Pty Limited ABN 61 003 399 657AFSL 336969 and/or Moody’s Analytics Australia Pty Ltd ABN 94 105 136 972 AFSL 383569 (as applicable). This document is intended to be provided only to “wholesale clients” within the meaning of section 761G of the Corporations Act 2001. By continuing to access this document from within Australia, you represent to MOODY’S that you are, or are accessing the document as a representative of, a “wholesale client” and that neither you nor the entity you represent will directly or indirectly disseminate this document or its contents to “retail clients” within the meaning of section 761G of the Corporations Act 2001. MOODY’S credit rating is an opinion as to the creditworthiness of a debt obligation of the issuer, not on the equity securities of the issuer or any form of security that is available to retail investors.</a:t>
            </a:r>
            <a:endParaRPr lang="en-CR" sz="690" kern="1200" dirty="0">
              <a:solidFill>
                <a:schemeClr val="tx1"/>
              </a:solidFill>
              <a:effectLst/>
              <a:latin typeface="+mn-lt"/>
              <a:ea typeface="+mn-ea"/>
              <a:cs typeface="+mn-cs"/>
            </a:endParaRPr>
          </a:p>
          <a:p>
            <a:r>
              <a:rPr lang="en-US" sz="690" kern="1200" dirty="0">
                <a:solidFill>
                  <a:schemeClr val="tx1"/>
                </a:solidFill>
                <a:effectLst/>
                <a:latin typeface="+mn-lt"/>
                <a:ea typeface="+mn-ea"/>
                <a:cs typeface="+mn-cs"/>
              </a:rPr>
              <a:t> </a:t>
            </a:r>
            <a:endParaRPr lang="en-CR" sz="690" kern="1200" dirty="0">
              <a:solidFill>
                <a:schemeClr val="tx1"/>
              </a:solidFill>
              <a:effectLst/>
              <a:latin typeface="+mn-lt"/>
              <a:ea typeface="+mn-ea"/>
              <a:cs typeface="+mn-cs"/>
            </a:endParaRPr>
          </a:p>
          <a:p>
            <a:r>
              <a:rPr lang="en-US" sz="690" kern="1200" dirty="0">
                <a:solidFill>
                  <a:schemeClr val="tx1"/>
                </a:solidFill>
                <a:effectLst/>
                <a:latin typeface="+mn-lt"/>
                <a:ea typeface="+mn-ea"/>
                <a:cs typeface="+mn-cs"/>
              </a:rPr>
              <a:t>Additional terms for India only:  Moody’s credit ratings, Assessments, other opinions and Materials are not intended to be and shall not be relied upon or used by any users located in India in relation to securities listed or proposed to be listed on Indian stock exchanges. </a:t>
            </a:r>
            <a:endParaRPr lang="en-CR" sz="690" kern="1200" dirty="0">
              <a:solidFill>
                <a:schemeClr val="tx1"/>
              </a:solidFill>
              <a:effectLst/>
              <a:latin typeface="+mn-lt"/>
              <a:ea typeface="+mn-ea"/>
              <a:cs typeface="+mn-cs"/>
            </a:endParaRPr>
          </a:p>
          <a:p>
            <a:r>
              <a:rPr lang="en-US" sz="690" kern="1200" dirty="0">
                <a:solidFill>
                  <a:schemeClr val="tx1"/>
                </a:solidFill>
                <a:effectLst/>
                <a:latin typeface="+mn-lt"/>
                <a:ea typeface="+mn-ea"/>
                <a:cs typeface="+mn-cs"/>
              </a:rPr>
              <a:t> </a:t>
            </a:r>
            <a:endParaRPr lang="en-CR" sz="690" kern="1200" dirty="0">
              <a:solidFill>
                <a:schemeClr val="tx1"/>
              </a:solidFill>
              <a:effectLst/>
              <a:latin typeface="+mn-lt"/>
              <a:ea typeface="+mn-ea"/>
              <a:cs typeface="+mn-cs"/>
            </a:endParaRPr>
          </a:p>
          <a:p>
            <a:r>
              <a:rPr lang="en-US" sz="690" kern="1200" dirty="0">
                <a:solidFill>
                  <a:schemeClr val="tx1"/>
                </a:solidFill>
                <a:effectLst/>
                <a:latin typeface="+mn-lt"/>
                <a:ea typeface="+mn-ea"/>
                <a:cs typeface="+mn-cs"/>
              </a:rPr>
              <a:t>Additional terms with respect to Second Party Opinions and Net Zero Assessments (as defined in Moody’s Ratings Rating Symbols and Definitions): Please note that neither a Second Party Opinion (“SPO”) nor a Net Zero Assessment (“NZA”) is a “credit rating”. The issuance of SPOs and NZAs is not a regulated activity in many jurisdictions, including Singapore. EU: In the European Union, each of Moody’s Deutschland GmbH and Moody’s France SAS provide services as an external reviewer in accordance with the applicable requirements of the EU Green Bond Regulation. JAPAN: In Japan, development and provision of SPOs and NZAs fall under the category of “Ancillary Businesses”, not “Credit Rating Business”, and are not subject to the regulations applicable to “Credit Rating Business” under the Financial Instruments and Exchange Act of Japan and its relevant regulation. PRC: Any SPO: (1) does not constitute a PRC Green Bond Assessment as defined under any relevant PRC laws or regulations; (2) cannot be included in any registration statement, offering circular, prospectus or any other documents submitted to the PRC regulatory authorities or otherwise used to satisfy any PRC regulatory disclosure requirement; and (3) cannot be used within the PRC for any regulatory purpose or for any other purpose which is not permitted under relevant PRC laws or regulations. For the purposes of this disclaimer, “PRC” refers to the mainland of the People’s Republic of China, excluding Hong Kong, Macau and Taiwan.</a:t>
            </a:r>
            <a:endParaRPr lang="en-CR" sz="690" kern="1200" dirty="0">
              <a:solidFill>
                <a:schemeClr val="tx1"/>
              </a:solidFill>
              <a:effectLst/>
              <a:latin typeface="+mn-lt"/>
              <a:ea typeface="+mn-ea"/>
              <a:cs typeface="+mn-cs"/>
            </a:endParaRPr>
          </a:p>
          <a:p>
            <a:r>
              <a:rPr lang="en-US" sz="690" kern="1200" dirty="0">
                <a:solidFill>
                  <a:schemeClr val="tx1"/>
                </a:solidFill>
                <a:effectLst/>
                <a:latin typeface="+mn-lt"/>
                <a:ea typeface="+mn-ea"/>
                <a:cs typeface="+mn-cs"/>
              </a:rPr>
              <a:t> </a:t>
            </a:r>
            <a:endParaRPr lang="en-CR" sz="690" kern="1200" dirty="0">
              <a:solidFill>
                <a:schemeClr val="tx1"/>
              </a:solidFill>
              <a:effectLst/>
              <a:latin typeface="+mn-lt"/>
              <a:ea typeface="+mn-ea"/>
              <a:cs typeface="+mn-cs"/>
            </a:endParaRPr>
          </a:p>
        </p:txBody>
      </p:sp>
      <p:sp>
        <p:nvSpPr>
          <p:cNvPr id="3" name="Freeform 5">
            <a:extLst>
              <a:ext uri="{FF2B5EF4-FFF2-40B4-BE49-F238E27FC236}">
                <a16:creationId xmlns:a16="http://schemas.microsoft.com/office/drawing/2014/main" id="{F1F6E4C1-C039-2676-3506-F084F00FD8D5}"/>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1581194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Quote - Employee portrait">
    <p:bg>
      <p:bgPr>
        <a:solidFill>
          <a:schemeClr val="bg2"/>
        </a:solidFill>
        <a:effectLst/>
      </p:bgPr>
    </p:bg>
    <p:spTree>
      <p:nvGrpSpPr>
        <p:cNvPr id="1" name=""/>
        <p:cNvGrpSpPr/>
        <p:nvPr/>
      </p:nvGrpSpPr>
      <p:grpSpPr>
        <a:xfrm>
          <a:off x="0" y="0"/>
          <a:ext cx="0" cy="0"/>
          <a:chOff x="0" y="0"/>
          <a:chExt cx="0" cy="0"/>
        </a:xfrm>
      </p:grpSpPr>
      <p:sp>
        <p:nvSpPr>
          <p:cNvPr id="20" name="Freeform 19">
            <a:extLst>
              <a:ext uri="{FF2B5EF4-FFF2-40B4-BE49-F238E27FC236}">
                <a16:creationId xmlns:a16="http://schemas.microsoft.com/office/drawing/2014/main" id="{6732315D-1057-6521-C359-22C1DAF4964C}"/>
              </a:ext>
            </a:extLst>
          </p:cNvPr>
          <p:cNvSpPr/>
          <p:nvPr/>
        </p:nvSpPr>
        <p:spPr bwMode="black">
          <a:xfrm>
            <a:off x="546100" y="552450"/>
            <a:ext cx="830637" cy="570456"/>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tx1"/>
          </a:solidFill>
          <a:ln w="0" cap="flat">
            <a:noFill/>
            <a:prstDash val="solid"/>
            <a:miter/>
          </a:ln>
        </p:spPr>
        <p:txBody>
          <a:bodyPr rtlCol="0" anchor="ctr"/>
          <a:lstStyle/>
          <a:p>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12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6" name="Picture Placeholder 9">
            <a:extLst>
              <a:ext uri="{FF2B5EF4-FFF2-40B4-BE49-F238E27FC236}">
                <a16:creationId xmlns:a16="http://schemas.microsoft.com/office/drawing/2014/main" id="{A9E39174-6051-6D2E-2D81-DADF3A2208E1}"/>
              </a:ext>
            </a:extLst>
          </p:cNvPr>
          <p:cNvSpPr>
            <a:spLocks noGrp="1"/>
          </p:cNvSpPr>
          <p:nvPr>
            <p:ph type="pic" sz="quarter" idx="29" hasCustomPrompt="1"/>
          </p:nvPr>
        </p:nvSpPr>
        <p:spPr>
          <a:xfrm>
            <a:off x="554039" y="2847976"/>
            <a:ext cx="1198562" cy="1276349"/>
          </a:xfrm>
          <a:solidFill>
            <a:schemeClr val="accent1"/>
          </a:solidFill>
          <a:ln>
            <a:noFill/>
          </a:ln>
        </p:spPr>
        <p:txBody>
          <a:bodyPr anchor="ctr"/>
          <a:lstStyle>
            <a:lvl1pPr algn="ctr">
              <a:defRPr>
                <a:solidFill>
                  <a:schemeClr val="bg1"/>
                </a:solidFill>
                <a:latin typeface="Arial" panose="020B0604020202020204" pitchFamily="34" charset="0"/>
              </a:defRPr>
            </a:lvl1pPr>
          </a:lstStyle>
          <a:p>
            <a:r>
              <a:rPr lang="en-US"/>
              <a:t>Silhouette</a:t>
            </a:r>
            <a:br>
              <a:rPr lang="en-US"/>
            </a:br>
            <a:r>
              <a:rPr lang="en-US"/>
              <a:t>portrait</a:t>
            </a:r>
          </a:p>
        </p:txBody>
      </p:sp>
      <p:sp>
        <p:nvSpPr>
          <p:cNvPr id="7" name="Text Placeholder 3">
            <a:extLst>
              <a:ext uri="{FF2B5EF4-FFF2-40B4-BE49-F238E27FC236}">
                <a16:creationId xmlns:a16="http://schemas.microsoft.com/office/drawing/2014/main" id="{AB040204-E782-1C0F-4B3A-B9C7FF0AEEB7}"/>
              </a:ext>
            </a:extLst>
          </p:cNvPr>
          <p:cNvSpPr>
            <a:spLocks noGrp="1"/>
          </p:cNvSpPr>
          <p:nvPr>
            <p:ph type="body" sz="quarter" idx="42" hasCustomPrompt="1"/>
          </p:nvPr>
        </p:nvSpPr>
        <p:spPr>
          <a:xfrm>
            <a:off x="554038" y="4273550"/>
            <a:ext cx="2611437" cy="1458913"/>
          </a:xfrm>
        </p:spPr>
        <p:txBody>
          <a:bodyPr>
            <a:normAutofit/>
          </a:bodyPr>
          <a:lstStyle>
            <a:lvl1pPr>
              <a:spcAft>
                <a:spcPts val="200"/>
              </a:spcAft>
              <a:defRPr sz="1200" b="1">
                <a:solidFill>
                  <a:schemeClr val="tx1"/>
                </a:solidFill>
                <a:latin typeface="+mn-lt"/>
                <a:ea typeface="GT America Medium" panose="020B0604020202020204" charset="0"/>
                <a:cs typeface="GT America Medium" panose="020B0604020202020204" charset="0"/>
              </a:defRPr>
            </a:lvl1pPr>
            <a:lvl2pPr marL="0" indent="0">
              <a:buNone/>
              <a:defRPr sz="1200">
                <a:solidFill>
                  <a:schemeClr val="tx1"/>
                </a:solidFill>
              </a:defRPr>
            </a:lvl2pPr>
            <a:lvl3pPr marL="0" indent="0">
              <a:buFontTx/>
              <a:buNone/>
              <a:defRPr sz="1200">
                <a:solidFill>
                  <a:schemeClr val="tx1"/>
                </a:solidFill>
              </a:defRPr>
            </a:lvl3pPr>
            <a:lvl4pPr marL="0" indent="0">
              <a:buNone/>
              <a:defRPr sz="1200">
                <a:solidFill>
                  <a:schemeClr val="tx1"/>
                </a:solidFill>
              </a:defRPr>
            </a:lvl4pPr>
            <a:lvl5pPr marL="0" indent="0">
              <a:buNone/>
              <a:defRPr sz="1200">
                <a:solidFill>
                  <a:schemeClr val="tx1"/>
                </a:solidFill>
              </a:defRPr>
            </a:lvl5pPr>
            <a:lvl6pPr marL="0" indent="0">
              <a:buNone/>
              <a:defRPr sz="1200">
                <a:solidFill>
                  <a:schemeClr val="tx1"/>
                </a:solidFill>
              </a:defRPr>
            </a:lvl6pPr>
            <a:lvl7pPr marL="0" indent="0">
              <a:buNone/>
              <a:defRPr>
                <a:solidFill>
                  <a:schemeClr val="tx1"/>
                </a:solidFill>
              </a:defRPr>
            </a:lvl7pPr>
            <a:lvl8pPr marL="0" indent="0">
              <a:buNone/>
              <a:defRPr>
                <a:solidFill>
                  <a:schemeClr val="tx1"/>
                </a:solidFill>
              </a:defRPr>
            </a:lvl8pPr>
            <a:lvl9pPr marL="0" indent="0">
              <a:buNone/>
              <a:defRPr>
                <a:solidFill>
                  <a:schemeClr val="tx1"/>
                </a:solidFill>
              </a:defRPr>
            </a:lvl9pPr>
          </a:lstStyle>
          <a:p>
            <a:pPr lvl="0"/>
            <a:r>
              <a:rPr lang="en-US" err="1"/>
              <a:t>Firstname</a:t>
            </a:r>
            <a:r>
              <a:rPr lang="en-US"/>
              <a:t> </a:t>
            </a:r>
            <a:r>
              <a:rPr lang="en-US" err="1"/>
              <a:t>Lastname</a:t>
            </a:r>
            <a:r>
              <a:rPr lang="en-US"/>
              <a:t>, L1</a:t>
            </a:r>
          </a:p>
          <a:p>
            <a:pPr lvl="1"/>
            <a:r>
              <a:rPr lang="en-US"/>
              <a:t>Title/department, L2</a:t>
            </a:r>
          </a:p>
        </p:txBody>
      </p:sp>
      <p:sp>
        <p:nvSpPr>
          <p:cNvPr id="5" name="Text Placeholder 7">
            <a:extLst>
              <a:ext uri="{FF2B5EF4-FFF2-40B4-BE49-F238E27FC236}">
                <a16:creationId xmlns:a16="http://schemas.microsoft.com/office/drawing/2014/main" id="{C55CD7FE-FD96-5B7D-EB24-69E1A8EF9D81}"/>
              </a:ext>
            </a:extLst>
          </p:cNvPr>
          <p:cNvSpPr>
            <a:spLocks noGrp="1"/>
          </p:cNvSpPr>
          <p:nvPr>
            <p:ph type="body" sz="quarter" idx="15"/>
          </p:nvPr>
        </p:nvSpPr>
        <p:spPr>
          <a:xfrm>
            <a:off x="3367087" y="1415038"/>
            <a:ext cx="8270876" cy="4171375"/>
          </a:xfrm>
        </p:spPr>
        <p:txBody>
          <a:bodyPr anchor="b"/>
          <a:lstStyle>
            <a:lvl1pPr>
              <a:lnSpc>
                <a:spcPts val="4600"/>
              </a:lnSpc>
              <a:defRPr sz="4200">
                <a:solidFill>
                  <a:schemeClr val="tx1"/>
                </a:solidFill>
                <a:latin typeface="+mj-lt"/>
              </a:defRPr>
            </a:lvl1pPr>
            <a:lvl2pPr marL="0" indent="0">
              <a:spcAft>
                <a:spcPts val="0"/>
              </a:spcAft>
              <a:buNone/>
              <a:defRPr sz="2400">
                <a:solidFill>
                  <a:schemeClr val="tx1"/>
                </a:solidFill>
                <a:latin typeface="GT America Regular" panose="00000500000000000000" pitchFamily="50" charset="0"/>
              </a:defRPr>
            </a:lvl2pPr>
            <a:lvl3pPr marL="0" indent="0">
              <a:spcAft>
                <a:spcPts val="0"/>
              </a:spcAft>
              <a:buNone/>
              <a:defRPr sz="2400">
                <a:solidFill>
                  <a:schemeClr val="tx1"/>
                </a:solidFill>
              </a:defRPr>
            </a:lvl3pPr>
            <a:lvl4pPr marL="0" indent="0">
              <a:spcAft>
                <a:spcPts val="0"/>
              </a:spcAft>
              <a:buNone/>
              <a:defRPr sz="2400">
                <a:solidFill>
                  <a:schemeClr val="tx1"/>
                </a:solidFill>
              </a:defRPr>
            </a:lvl4pPr>
            <a:lvl5pPr marL="0" indent="0">
              <a:spcAft>
                <a:spcPts val="0"/>
              </a:spcAft>
              <a:buNone/>
              <a:defRPr sz="2400">
                <a:solidFill>
                  <a:schemeClr val="tx1"/>
                </a:solidFill>
              </a:defRPr>
            </a:lvl5pPr>
            <a:lvl6pPr marL="0" indent="0">
              <a:spcAft>
                <a:spcPts val="0"/>
              </a:spcAft>
              <a:buNone/>
              <a:defRPr sz="2400">
                <a:solidFill>
                  <a:schemeClr val="tx1"/>
                </a:solidFill>
              </a:defRPr>
            </a:lvl6pPr>
            <a:lvl7pPr marL="0" indent="0">
              <a:spcAft>
                <a:spcPts val="0"/>
              </a:spcAft>
              <a:buNone/>
              <a:defRPr sz="2400">
                <a:solidFill>
                  <a:schemeClr val="tx1"/>
                </a:solidFill>
              </a:defRPr>
            </a:lvl7pPr>
            <a:lvl8pPr marL="0" indent="0">
              <a:spcAft>
                <a:spcPts val="0"/>
              </a:spcAft>
              <a:buNone/>
              <a:defRPr sz="2400">
                <a:solidFill>
                  <a:schemeClr val="tx1"/>
                </a:solidFill>
              </a:defRPr>
            </a:lvl8pPr>
            <a:lvl9pPr marL="0" indent="0">
              <a:spcAft>
                <a:spcPts val="0"/>
              </a:spcAft>
              <a:buNone/>
              <a:defRPr sz="2400">
                <a:solidFill>
                  <a:schemeClr val="tx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914522396"/>
      </p:ext>
    </p:extLst>
  </p:cSld>
  <p:clrMapOvr>
    <a:overrideClrMapping bg1="dk1" tx1="lt1" bg2="dk2" tx2="lt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517713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over 1">
    <p:bg>
      <p:bgPr>
        <a:solidFill>
          <a:schemeClr val="bg2"/>
        </a:solidFill>
        <a:effectLst/>
      </p:bgPr>
    </p:bg>
    <p:spTree>
      <p:nvGrpSpPr>
        <p:cNvPr id="1" name=""/>
        <p:cNvGrpSpPr/>
        <p:nvPr/>
      </p:nvGrpSpPr>
      <p:grpSpPr>
        <a:xfrm>
          <a:off x="0" y="0"/>
          <a:ext cx="0" cy="0"/>
          <a:chOff x="0" y="0"/>
          <a:chExt cx="0" cy="0"/>
        </a:xfrm>
      </p:grpSpPr>
      <p:pic>
        <p:nvPicPr>
          <p:cNvPr id="7" name="Picture 6" descr="A blue and black background&#10;&#10;Description automatically generated">
            <a:extLst>
              <a:ext uri="{FF2B5EF4-FFF2-40B4-BE49-F238E27FC236}">
                <a16:creationId xmlns:a16="http://schemas.microsoft.com/office/drawing/2014/main" id="{78834B98-F94F-BBE0-213C-85AFCDC4764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hidden">
          <a:xfrm>
            <a:off x="0" y="-1"/>
            <a:ext cx="12192000" cy="6858000"/>
          </a:xfrm>
          <a:prstGeom prst="rect">
            <a:avLst/>
          </a:prstGeom>
        </p:spPr>
      </p:pic>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46099" y="3552825"/>
            <a:ext cx="5445125" cy="2179638"/>
          </a:xfrm>
          <a:prstGeom prst="rect">
            <a:avLst/>
          </a:prstGeom>
        </p:spPr>
        <p:txBody>
          <a:bodyPr anchor="b"/>
          <a:lstStyle>
            <a:lvl1pPr>
              <a:defRPr b="0" i="0">
                <a:solidFill>
                  <a:schemeClr val="tx1"/>
                </a:solidFill>
              </a:defRPr>
            </a:lvl1pPr>
          </a:lstStyle>
          <a:p>
            <a:r>
              <a:rPr lang="en-US"/>
              <a:t>Click to edit Master title style</a:t>
            </a:r>
          </a:p>
        </p:txBody>
      </p:sp>
      <p:sp>
        <p:nvSpPr>
          <p:cNvPr id="10" name="Freeform 5">
            <a:extLst>
              <a:ext uri="{FF2B5EF4-FFF2-40B4-BE49-F238E27FC236}">
                <a16:creationId xmlns:a16="http://schemas.microsoft.com/office/drawing/2014/main" id="{D38E589A-C29C-8E0A-54D9-0FD61209638A}"/>
              </a:ext>
            </a:extLst>
          </p:cNvPr>
          <p:cNvSpPr/>
          <p:nvPr userDrawn="1"/>
        </p:nvSpPr>
        <p:spPr bwMode="black">
          <a:xfrm>
            <a:off x="539749" y="502825"/>
            <a:ext cx="11098213" cy="1839149"/>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12" name="Text Placeholder 11">
            <a:extLst>
              <a:ext uri="{FF2B5EF4-FFF2-40B4-BE49-F238E27FC236}">
                <a16:creationId xmlns:a16="http://schemas.microsoft.com/office/drawing/2014/main" id="{E72AFBB8-BCA9-94F3-D205-3A4D41E4862E}"/>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Arial" panose="020B0604020202020204" pitchFamily="34" charset="0"/>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7A00869A-4EEC-6377-9755-BE0859C5FBE0}"/>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
        <p:nvSpPr>
          <p:cNvPr id="13" name="Text Placeholder 12">
            <a:extLst>
              <a:ext uri="{FF2B5EF4-FFF2-40B4-BE49-F238E27FC236}">
                <a16:creationId xmlns:a16="http://schemas.microsoft.com/office/drawing/2014/main" id="{C423DB64-C228-437F-B60D-1E1BE27A7AAF}"/>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6" name="Text Placeholder 15">
            <a:extLst>
              <a:ext uri="{FF2B5EF4-FFF2-40B4-BE49-F238E27FC236}">
                <a16:creationId xmlns:a16="http://schemas.microsoft.com/office/drawing/2014/main" id="{98C70801-2682-CDF2-4AEE-21379A10EAB6}"/>
              </a:ext>
            </a:extLst>
          </p:cNvPr>
          <p:cNvSpPr>
            <a:spLocks noGrp="1"/>
          </p:cNvSpPr>
          <p:nvPr>
            <p:ph type="body" sz="quarter" idx="100" hasCustomPrompt="1"/>
          </p:nvPr>
        </p:nvSpPr>
        <p:spPr>
          <a:xfrm>
            <a:off x="546099" y="3014450"/>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8" name="Text Placeholder 17">
            <a:extLst>
              <a:ext uri="{FF2B5EF4-FFF2-40B4-BE49-F238E27FC236}">
                <a16:creationId xmlns:a16="http://schemas.microsoft.com/office/drawing/2014/main" id="{94B37353-6985-FCA6-CD38-4B2A083EC280}"/>
              </a:ext>
            </a:extLst>
          </p:cNvPr>
          <p:cNvSpPr>
            <a:spLocks noGrp="1"/>
          </p:cNvSpPr>
          <p:nvPr>
            <p:ph type="body" sz="quarter" idx="101" hasCustomPrompt="1"/>
          </p:nvPr>
        </p:nvSpPr>
        <p:spPr>
          <a:xfrm>
            <a:off x="3386138" y="3009900"/>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20" name="Text Placeholder 19">
            <a:extLst>
              <a:ext uri="{FF2B5EF4-FFF2-40B4-BE49-F238E27FC236}">
                <a16:creationId xmlns:a16="http://schemas.microsoft.com/office/drawing/2014/main" id="{6BA32A09-37DC-FCBC-7D07-E937258863A2}"/>
              </a:ext>
            </a:extLst>
          </p:cNvPr>
          <p:cNvSpPr>
            <a:spLocks noGrp="1"/>
          </p:cNvSpPr>
          <p:nvPr>
            <p:ph type="body" sz="quarter" idx="102" hasCustomPrompt="1"/>
          </p:nvPr>
        </p:nvSpPr>
        <p:spPr>
          <a:xfrm>
            <a:off x="6194425" y="3009900"/>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3164236003"/>
      </p:ext>
    </p:extLst>
  </p:cSld>
  <p:clrMapOvr>
    <a:overrideClrMapping bg1="dk1" tx1="lt1" bg2="dk2" tx2="lt2" accent1="accent1" accent2="accent2" accent3="accent3" accent4="accent4" accent5="accent5" accent6="accent6" hlink="hlink" folHlink="folHlink"/>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over 2">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834B98-F94F-BBE0-213C-85AFCDC4764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8922" b="11853"/>
          <a:stretch/>
        </p:blipFill>
        <p:spPr bwMode="hidden">
          <a:xfrm>
            <a:off x="0" y="0"/>
            <a:ext cx="12188952" cy="6858000"/>
          </a:xfrm>
          <a:prstGeom prst="rect">
            <a:avLst/>
          </a:prstGeom>
        </p:spPr>
      </p:pic>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a:solidFill>
                  <a:schemeClr val="tx1"/>
                </a:solidFill>
              </a:defRPr>
            </a:lvl1pPr>
          </a:lstStyle>
          <a:p>
            <a:r>
              <a:rPr lang="en-US"/>
              <a:t>Click to edit Master title style</a:t>
            </a:r>
          </a:p>
        </p:txBody>
      </p:sp>
      <p:sp>
        <p:nvSpPr>
          <p:cNvPr id="10" name="Freeform 5">
            <a:extLst>
              <a:ext uri="{FF2B5EF4-FFF2-40B4-BE49-F238E27FC236}">
                <a16:creationId xmlns:a16="http://schemas.microsoft.com/office/drawing/2014/main" id="{D38E589A-C29C-8E0A-54D9-0FD61209638A}"/>
              </a:ext>
            </a:extLst>
          </p:cNvPr>
          <p:cNvSpPr/>
          <p:nvPr userDrawn="1"/>
        </p:nvSpPr>
        <p:spPr bwMode="black">
          <a:xfrm>
            <a:off x="539749" y="502825"/>
            <a:ext cx="11098213" cy="1839149"/>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4" name="Text Placeholder 11">
            <a:extLst>
              <a:ext uri="{FF2B5EF4-FFF2-40B4-BE49-F238E27FC236}">
                <a16:creationId xmlns:a16="http://schemas.microsoft.com/office/drawing/2014/main" id="{15C7BCFF-949E-6B1A-9E84-4E640E43A099}"/>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Arial" panose="020B0604020202020204" pitchFamily="34" charset="0"/>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8535D649-E56D-F236-C1A7-0EB194B6CA32}"/>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
        <p:nvSpPr>
          <p:cNvPr id="11" name="Text Placeholder 12">
            <a:extLst>
              <a:ext uri="{FF2B5EF4-FFF2-40B4-BE49-F238E27FC236}">
                <a16:creationId xmlns:a16="http://schemas.microsoft.com/office/drawing/2014/main" id="{47CB2CEE-A03C-EC89-5AB0-73F5282BA36C}"/>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2" name="Text Placeholder 15">
            <a:extLst>
              <a:ext uri="{FF2B5EF4-FFF2-40B4-BE49-F238E27FC236}">
                <a16:creationId xmlns:a16="http://schemas.microsoft.com/office/drawing/2014/main" id="{0376D71A-71A9-510A-D341-C8B568EA210C}"/>
              </a:ext>
            </a:extLst>
          </p:cNvPr>
          <p:cNvSpPr>
            <a:spLocks noGrp="1"/>
          </p:cNvSpPr>
          <p:nvPr>
            <p:ph type="body" sz="quarter" idx="100" hasCustomPrompt="1"/>
          </p:nvPr>
        </p:nvSpPr>
        <p:spPr>
          <a:xfrm>
            <a:off x="546099" y="3014450"/>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3" name="Text Placeholder 17">
            <a:extLst>
              <a:ext uri="{FF2B5EF4-FFF2-40B4-BE49-F238E27FC236}">
                <a16:creationId xmlns:a16="http://schemas.microsoft.com/office/drawing/2014/main" id="{1C83BB37-A25F-C543-4845-494814497A5A}"/>
              </a:ext>
            </a:extLst>
          </p:cNvPr>
          <p:cNvSpPr>
            <a:spLocks noGrp="1"/>
          </p:cNvSpPr>
          <p:nvPr>
            <p:ph type="body" sz="quarter" idx="101" hasCustomPrompt="1"/>
          </p:nvPr>
        </p:nvSpPr>
        <p:spPr>
          <a:xfrm>
            <a:off x="3386138" y="3009900"/>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4" name="Text Placeholder 19">
            <a:extLst>
              <a:ext uri="{FF2B5EF4-FFF2-40B4-BE49-F238E27FC236}">
                <a16:creationId xmlns:a16="http://schemas.microsoft.com/office/drawing/2014/main" id="{52E7508F-569C-0E55-9BA1-A12C84FB7A5D}"/>
              </a:ext>
            </a:extLst>
          </p:cNvPr>
          <p:cNvSpPr>
            <a:spLocks noGrp="1"/>
          </p:cNvSpPr>
          <p:nvPr>
            <p:ph type="body" sz="quarter" idx="102" hasCustomPrompt="1"/>
          </p:nvPr>
        </p:nvSpPr>
        <p:spPr>
          <a:xfrm>
            <a:off x="6194425" y="3009900"/>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3845515044"/>
      </p:ext>
    </p:extLst>
  </p:cSld>
  <p:clrMapOvr>
    <a:overrideClrMapping bg1="dk1" tx1="lt1" bg2="dk2" tx2="lt2" accent1="accent1" accent2="accent2" accent3="accent3" accent4="accent4" accent5="accent5" accent6="accent6" hlink="hlink" folHlink="folHlink"/>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Cover 3">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834B98-F94F-BBE0-213C-85AFCDC4764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8922" b="11853"/>
          <a:stretch/>
        </p:blipFill>
        <p:spPr bwMode="hidden">
          <a:xfrm>
            <a:off x="-5621" y="0"/>
            <a:ext cx="12188952" cy="6858000"/>
          </a:xfrm>
          <a:prstGeom prst="rect">
            <a:avLst/>
          </a:prstGeom>
        </p:spPr>
      </p:pic>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a:solidFill>
                  <a:schemeClr val="tx1"/>
                </a:solidFill>
              </a:defRPr>
            </a:lvl1pPr>
          </a:lstStyle>
          <a:p>
            <a:r>
              <a:rPr lang="en-US"/>
              <a:t>Click to edit Master title style</a:t>
            </a:r>
          </a:p>
        </p:txBody>
      </p:sp>
      <p:sp>
        <p:nvSpPr>
          <p:cNvPr id="6" name="Freeform 5">
            <a:extLst>
              <a:ext uri="{FF2B5EF4-FFF2-40B4-BE49-F238E27FC236}">
                <a16:creationId xmlns:a16="http://schemas.microsoft.com/office/drawing/2014/main" id="{EBC8BAC9-2F39-70BA-C3AC-DE7DA1042A5B}"/>
              </a:ext>
            </a:extLst>
          </p:cNvPr>
          <p:cNvSpPr/>
          <p:nvPr userDrawn="1"/>
        </p:nvSpPr>
        <p:spPr bwMode="black">
          <a:xfrm>
            <a:off x="539750" y="545106"/>
            <a:ext cx="2635250" cy="436702"/>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4" name="Text Placeholder 11">
            <a:extLst>
              <a:ext uri="{FF2B5EF4-FFF2-40B4-BE49-F238E27FC236}">
                <a16:creationId xmlns:a16="http://schemas.microsoft.com/office/drawing/2014/main" id="{6FA1FE30-4DE2-0D36-81F6-894372591DE3}"/>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Arial" panose="020B0604020202020204" pitchFamily="34" charset="0"/>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553F6D28-3FA3-C8DD-333F-25AAC7FDE379}"/>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
        <p:nvSpPr>
          <p:cNvPr id="9" name="Text Placeholder 8">
            <a:extLst>
              <a:ext uri="{FF2B5EF4-FFF2-40B4-BE49-F238E27FC236}">
                <a16:creationId xmlns:a16="http://schemas.microsoft.com/office/drawing/2014/main" id="{BB5660BA-32D8-A7E6-5696-BC9C94DC43BE}"/>
              </a:ext>
            </a:extLst>
          </p:cNvPr>
          <p:cNvSpPr>
            <a:spLocks noGrp="1"/>
          </p:cNvSpPr>
          <p:nvPr>
            <p:ph type="body" sz="quarter" idx="13" hasCustomPrompt="1"/>
          </p:nvPr>
        </p:nvSpPr>
        <p:spPr>
          <a:xfrm>
            <a:off x="6194424" y="696913"/>
            <a:ext cx="5438779" cy="430212"/>
          </a:xfrm>
        </p:spPr>
        <p:txBody>
          <a:bodyPr tIns="91440">
            <a:noAutofit/>
          </a:bodyPr>
          <a:lstStyle>
            <a:lvl1pPr marL="0" indent="0" algn="r">
              <a:buFont typeface="Arial" panose="020B0604020202020204" pitchFamily="34" charset="0"/>
              <a:buNone/>
              <a:defRPr sz="1600" b="1">
                <a:solidFill>
                  <a:schemeClr val="tx1"/>
                </a:solidFill>
              </a:defRPr>
            </a:lvl1pPr>
            <a:lvl2pPr marL="0" indent="0" algn="r">
              <a:buNone/>
              <a:defRPr sz="1600" b="1">
                <a:solidFill>
                  <a:schemeClr val="tx1"/>
                </a:solidFill>
              </a:defRPr>
            </a:lvl2pPr>
            <a:lvl3pPr marL="0" indent="0" algn="r">
              <a:buNone/>
              <a:defRPr sz="1600" b="1">
                <a:solidFill>
                  <a:schemeClr val="tx1"/>
                </a:solidFill>
              </a:defRPr>
            </a:lvl3pPr>
            <a:lvl4pPr marL="0" indent="0" algn="r">
              <a:buNone/>
              <a:defRPr sz="1600" b="1">
                <a:solidFill>
                  <a:schemeClr val="tx1"/>
                </a:solidFill>
              </a:defRPr>
            </a:lvl4pPr>
            <a:lvl5pPr marL="0" indent="0" algn="r">
              <a:buFont typeface="Arial" panose="020B0604020202020204" pitchFamily="34" charset="0"/>
              <a:buNone/>
              <a:defRPr sz="1600" b="1">
                <a:solidFill>
                  <a:schemeClr val="tx1"/>
                </a:solidFill>
              </a:defRPr>
            </a:lvl5pPr>
            <a:lvl6pPr marL="0" indent="0" algn="r">
              <a:buNone/>
              <a:defRPr sz="1600" b="1">
                <a:solidFill>
                  <a:schemeClr val="tx1"/>
                </a:solidFill>
              </a:defRPr>
            </a:lvl6pPr>
            <a:lvl7pPr marL="0" indent="0" algn="r">
              <a:buNone/>
              <a:defRPr sz="1600" b="1">
                <a:solidFill>
                  <a:schemeClr val="tx1"/>
                </a:solidFill>
              </a:defRPr>
            </a:lvl7pPr>
            <a:lvl8pPr marL="0" indent="0" algn="r">
              <a:buNone/>
              <a:defRPr sz="1600" b="1">
                <a:solidFill>
                  <a:schemeClr val="tx1"/>
                </a:solidFill>
              </a:defRPr>
            </a:lvl8pPr>
            <a:lvl9pPr marL="0" indent="0" algn="r">
              <a:buNone/>
              <a:defRPr sz="1600" b="1">
                <a:solidFill>
                  <a:schemeClr val="tx1"/>
                </a:solidFill>
              </a:defRPr>
            </a:lvl9pPr>
          </a:lstStyle>
          <a:p>
            <a:pPr lvl="0"/>
            <a:r>
              <a:rPr lang="en-US"/>
              <a:t>Division / Geography</a:t>
            </a:r>
          </a:p>
        </p:txBody>
      </p:sp>
      <p:sp>
        <p:nvSpPr>
          <p:cNvPr id="20" name="Text Placeholder 12">
            <a:extLst>
              <a:ext uri="{FF2B5EF4-FFF2-40B4-BE49-F238E27FC236}">
                <a16:creationId xmlns:a16="http://schemas.microsoft.com/office/drawing/2014/main" id="{FBA29B2B-670B-AAB2-BC37-FE5A168EDEA0}"/>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21" name="Text Placeholder 15">
            <a:extLst>
              <a:ext uri="{FF2B5EF4-FFF2-40B4-BE49-F238E27FC236}">
                <a16:creationId xmlns:a16="http://schemas.microsoft.com/office/drawing/2014/main" id="{835110E4-502F-E652-7077-A2CE77DA8B44}"/>
              </a:ext>
            </a:extLst>
          </p:cNvPr>
          <p:cNvSpPr>
            <a:spLocks noGrp="1"/>
          </p:cNvSpPr>
          <p:nvPr>
            <p:ph type="body" sz="quarter" idx="100" hasCustomPrompt="1"/>
          </p:nvPr>
        </p:nvSpPr>
        <p:spPr>
          <a:xfrm>
            <a:off x="546099" y="3014450"/>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22" name="Text Placeholder 17">
            <a:extLst>
              <a:ext uri="{FF2B5EF4-FFF2-40B4-BE49-F238E27FC236}">
                <a16:creationId xmlns:a16="http://schemas.microsoft.com/office/drawing/2014/main" id="{163AD2E7-BE7D-20B6-8408-18EA20DC4C5D}"/>
              </a:ext>
            </a:extLst>
          </p:cNvPr>
          <p:cNvSpPr>
            <a:spLocks noGrp="1"/>
          </p:cNvSpPr>
          <p:nvPr>
            <p:ph type="body" sz="quarter" idx="101" hasCustomPrompt="1"/>
          </p:nvPr>
        </p:nvSpPr>
        <p:spPr>
          <a:xfrm>
            <a:off x="3386138" y="3009900"/>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23" name="Text Placeholder 19">
            <a:extLst>
              <a:ext uri="{FF2B5EF4-FFF2-40B4-BE49-F238E27FC236}">
                <a16:creationId xmlns:a16="http://schemas.microsoft.com/office/drawing/2014/main" id="{358AEE93-EEF8-93F7-7F9A-409CBCB372CF}"/>
              </a:ext>
            </a:extLst>
          </p:cNvPr>
          <p:cNvSpPr>
            <a:spLocks noGrp="1"/>
          </p:cNvSpPr>
          <p:nvPr>
            <p:ph type="body" sz="quarter" idx="102" hasCustomPrompt="1"/>
          </p:nvPr>
        </p:nvSpPr>
        <p:spPr>
          <a:xfrm>
            <a:off x="6194425" y="3009900"/>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535391007"/>
      </p:ext>
    </p:extLst>
  </p:cSld>
  <p:clrMapOvr>
    <a:overrideClrMapping bg1="dk1" tx1="lt1" bg2="dk2" tx2="lt2" accent1="accent1" accent2="accent2" accent3="accent3" accent4="accent4" accent5="accent5" accent6="accent6" hlink="hlink" folHlink="folHlink"/>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over 4 - Dark Photo">
    <p:bg>
      <p:bgPr>
        <a:solidFill>
          <a:schemeClr val="tx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C77B404-B686-66A0-1A20-E42FD89A9DE9}"/>
              </a:ext>
            </a:extLst>
          </p:cNvPr>
          <p:cNvSpPr>
            <a:spLocks noGrp="1"/>
          </p:cNvSpPr>
          <p:nvPr>
            <p:ph type="pic" sz="quarter" idx="13"/>
          </p:nvPr>
        </p:nvSpPr>
        <p:spPr>
          <a:xfrm>
            <a:off x="0" y="0"/>
            <a:ext cx="12192000" cy="6857999"/>
          </a:xfrm>
          <a:custGeom>
            <a:avLst/>
            <a:gdLst>
              <a:gd name="connsiteX0" fmla="*/ 2041649 w 12192000"/>
              <a:gd name="connsiteY0" fmla="*/ 647043 h 6857999"/>
              <a:gd name="connsiteX1" fmla="*/ 2097141 w 12192000"/>
              <a:gd name="connsiteY1" fmla="*/ 647043 h 6857999"/>
              <a:gd name="connsiteX2" fmla="*/ 2185808 w 12192000"/>
              <a:gd name="connsiteY2" fmla="*/ 735711 h 6857999"/>
              <a:gd name="connsiteX3" fmla="*/ 2185808 w 12192000"/>
              <a:gd name="connsiteY3" fmla="*/ 791202 h 6857999"/>
              <a:gd name="connsiteX4" fmla="*/ 2097141 w 12192000"/>
              <a:gd name="connsiteY4" fmla="*/ 879871 h 6857999"/>
              <a:gd name="connsiteX5" fmla="*/ 2041649 w 12192000"/>
              <a:gd name="connsiteY5" fmla="*/ 879871 h 6857999"/>
              <a:gd name="connsiteX6" fmla="*/ 1685779 w 12192000"/>
              <a:gd name="connsiteY6" fmla="*/ 638600 h 6857999"/>
              <a:gd name="connsiteX7" fmla="*/ 1768415 w 12192000"/>
              <a:gd name="connsiteY7" fmla="*/ 715201 h 6857999"/>
              <a:gd name="connsiteX8" fmla="*/ 1768415 w 12192000"/>
              <a:gd name="connsiteY8" fmla="*/ 811711 h 6857999"/>
              <a:gd name="connsiteX9" fmla="*/ 1685779 w 12192000"/>
              <a:gd name="connsiteY9" fmla="*/ 888315 h 6857999"/>
              <a:gd name="connsiteX10" fmla="*/ 1603145 w 12192000"/>
              <a:gd name="connsiteY10" fmla="*/ 811711 h 6857999"/>
              <a:gd name="connsiteX11" fmla="*/ 1603145 w 12192000"/>
              <a:gd name="connsiteY11" fmla="*/ 715201 h 6857999"/>
              <a:gd name="connsiteX12" fmla="*/ 1685779 w 12192000"/>
              <a:gd name="connsiteY12" fmla="*/ 638600 h 6857999"/>
              <a:gd name="connsiteX13" fmla="*/ 1248481 w 12192000"/>
              <a:gd name="connsiteY13" fmla="*/ 638600 h 6857999"/>
              <a:gd name="connsiteX14" fmla="*/ 1331117 w 12192000"/>
              <a:gd name="connsiteY14" fmla="*/ 715201 h 6857999"/>
              <a:gd name="connsiteX15" fmla="*/ 1331117 w 12192000"/>
              <a:gd name="connsiteY15" fmla="*/ 811711 h 6857999"/>
              <a:gd name="connsiteX16" fmla="*/ 1248481 w 12192000"/>
              <a:gd name="connsiteY16" fmla="*/ 888315 h 6857999"/>
              <a:gd name="connsiteX17" fmla="*/ 1165846 w 12192000"/>
              <a:gd name="connsiteY17" fmla="*/ 811711 h 6857999"/>
              <a:gd name="connsiteX18" fmla="*/ 1165846 w 12192000"/>
              <a:gd name="connsiteY18" fmla="*/ 715201 h 6857999"/>
              <a:gd name="connsiteX19" fmla="*/ 1248481 w 12192000"/>
              <a:gd name="connsiteY19" fmla="*/ 638600 h 6857999"/>
              <a:gd name="connsiteX20" fmla="*/ 1927044 w 12192000"/>
              <a:gd name="connsiteY20" fmla="*/ 552346 h 6857999"/>
              <a:gd name="connsiteX21" fmla="*/ 1927044 w 12192000"/>
              <a:gd name="connsiteY21" fmla="*/ 974570 h 6857999"/>
              <a:gd name="connsiteX22" fmla="*/ 2097141 w 12192000"/>
              <a:gd name="connsiteY22" fmla="*/ 974570 h 6857999"/>
              <a:gd name="connsiteX23" fmla="*/ 2301618 w 12192000"/>
              <a:gd name="connsiteY23" fmla="*/ 789394 h 6857999"/>
              <a:gd name="connsiteX24" fmla="*/ 2301618 w 12192000"/>
              <a:gd name="connsiteY24" fmla="*/ 737520 h 6857999"/>
              <a:gd name="connsiteX25" fmla="*/ 2097141 w 12192000"/>
              <a:gd name="connsiteY25" fmla="*/ 552346 h 6857999"/>
              <a:gd name="connsiteX26" fmla="*/ 2266624 w 12192000"/>
              <a:gd name="connsiteY26" fmla="*/ 552345 h 6857999"/>
              <a:gd name="connsiteX27" fmla="*/ 2420435 w 12192000"/>
              <a:gd name="connsiteY27" fmla="*/ 788790 h 6857999"/>
              <a:gd name="connsiteX28" fmla="*/ 2420435 w 12192000"/>
              <a:gd name="connsiteY28" fmla="*/ 974569 h 6857999"/>
              <a:gd name="connsiteX29" fmla="*/ 2529007 w 12192000"/>
              <a:gd name="connsiteY29" fmla="*/ 974569 h 6857999"/>
              <a:gd name="connsiteX30" fmla="*/ 2529007 w 12192000"/>
              <a:gd name="connsiteY30" fmla="*/ 788790 h 6857999"/>
              <a:gd name="connsiteX31" fmla="*/ 2682817 w 12192000"/>
              <a:gd name="connsiteY31" fmla="*/ 552345 h 6857999"/>
              <a:gd name="connsiteX32" fmla="*/ 2558564 w 12192000"/>
              <a:gd name="connsiteY32" fmla="*/ 552345 h 6857999"/>
              <a:gd name="connsiteX33" fmla="*/ 2477738 w 12192000"/>
              <a:gd name="connsiteY33" fmla="*/ 685042 h 6857999"/>
              <a:gd name="connsiteX34" fmla="*/ 2396307 w 12192000"/>
              <a:gd name="connsiteY34" fmla="*/ 552345 h 6857999"/>
              <a:gd name="connsiteX35" fmla="*/ 2694276 w 12192000"/>
              <a:gd name="connsiteY35" fmla="*/ 552345 h 6857999"/>
              <a:gd name="connsiteX36" fmla="*/ 2694276 w 12192000"/>
              <a:gd name="connsiteY36" fmla="*/ 666947 h 6857999"/>
              <a:gd name="connsiteX37" fmla="*/ 2743134 w 12192000"/>
              <a:gd name="connsiteY37" fmla="*/ 666947 h 6857999"/>
              <a:gd name="connsiteX38" fmla="*/ 2710563 w 12192000"/>
              <a:gd name="connsiteY38" fmla="*/ 756821 h 6857999"/>
              <a:gd name="connsiteX39" fmla="*/ 2735293 w 12192000"/>
              <a:gd name="connsiteY39" fmla="*/ 756821 h 6857999"/>
              <a:gd name="connsiteX40" fmla="*/ 2808881 w 12192000"/>
              <a:gd name="connsiteY40" fmla="*/ 657901 h 6857999"/>
              <a:gd name="connsiteX41" fmla="*/ 2808881 w 12192000"/>
              <a:gd name="connsiteY41" fmla="*/ 552345 h 6857999"/>
              <a:gd name="connsiteX42" fmla="*/ 539750 w 12192000"/>
              <a:gd name="connsiteY42" fmla="*/ 552345 h 6857999"/>
              <a:gd name="connsiteX43" fmla="*/ 539750 w 12192000"/>
              <a:gd name="connsiteY43" fmla="*/ 974568 h 6857999"/>
              <a:gd name="connsiteX44" fmla="*/ 645307 w 12192000"/>
              <a:gd name="connsiteY44" fmla="*/ 974568 h 6857999"/>
              <a:gd name="connsiteX45" fmla="*/ 645307 w 12192000"/>
              <a:gd name="connsiteY45" fmla="*/ 700726 h 6857999"/>
              <a:gd name="connsiteX46" fmla="*/ 660385 w 12192000"/>
              <a:gd name="connsiteY46" fmla="*/ 763457 h 6857999"/>
              <a:gd name="connsiteX47" fmla="*/ 716483 w 12192000"/>
              <a:gd name="connsiteY47" fmla="*/ 974568 h 6857999"/>
              <a:gd name="connsiteX48" fmla="*/ 827466 w 12192000"/>
              <a:gd name="connsiteY48" fmla="*/ 974568 h 6857999"/>
              <a:gd name="connsiteX49" fmla="*/ 883562 w 12192000"/>
              <a:gd name="connsiteY49" fmla="*/ 763457 h 6857999"/>
              <a:gd name="connsiteX50" fmla="*/ 898643 w 12192000"/>
              <a:gd name="connsiteY50" fmla="*/ 700726 h 6857999"/>
              <a:gd name="connsiteX51" fmla="*/ 898643 w 12192000"/>
              <a:gd name="connsiteY51" fmla="*/ 974568 h 6857999"/>
              <a:gd name="connsiteX52" fmla="*/ 1006610 w 12192000"/>
              <a:gd name="connsiteY52" fmla="*/ 974568 h 6857999"/>
              <a:gd name="connsiteX53" fmla="*/ 1006610 w 12192000"/>
              <a:gd name="connsiteY53" fmla="*/ 552345 h 6857999"/>
              <a:gd name="connsiteX54" fmla="*/ 838323 w 12192000"/>
              <a:gd name="connsiteY54" fmla="*/ 552345 h 6857999"/>
              <a:gd name="connsiteX55" fmla="*/ 785847 w 12192000"/>
              <a:gd name="connsiteY55" fmla="*/ 769489 h 6857999"/>
              <a:gd name="connsiteX56" fmla="*/ 773181 w 12192000"/>
              <a:gd name="connsiteY56" fmla="*/ 829806 h 6857999"/>
              <a:gd name="connsiteX57" fmla="*/ 760513 w 12192000"/>
              <a:gd name="connsiteY57" fmla="*/ 769489 h 6857999"/>
              <a:gd name="connsiteX58" fmla="*/ 708037 w 12192000"/>
              <a:gd name="connsiteY58" fmla="*/ 552345 h 6857999"/>
              <a:gd name="connsiteX59" fmla="*/ 1685779 w 12192000"/>
              <a:gd name="connsiteY59" fmla="*/ 545106 h 6857999"/>
              <a:gd name="connsiteX60" fmla="*/ 1487334 w 12192000"/>
              <a:gd name="connsiteY60" fmla="*/ 725456 h 6857999"/>
              <a:gd name="connsiteX61" fmla="*/ 1487334 w 12192000"/>
              <a:gd name="connsiteY61" fmla="*/ 801457 h 6857999"/>
              <a:gd name="connsiteX62" fmla="*/ 1685779 w 12192000"/>
              <a:gd name="connsiteY62" fmla="*/ 981806 h 6857999"/>
              <a:gd name="connsiteX63" fmla="*/ 1884225 w 12192000"/>
              <a:gd name="connsiteY63" fmla="*/ 801457 h 6857999"/>
              <a:gd name="connsiteX64" fmla="*/ 1884225 w 12192000"/>
              <a:gd name="connsiteY64" fmla="*/ 725456 h 6857999"/>
              <a:gd name="connsiteX65" fmla="*/ 1685779 w 12192000"/>
              <a:gd name="connsiteY65" fmla="*/ 545106 h 6857999"/>
              <a:gd name="connsiteX66" fmla="*/ 1248481 w 12192000"/>
              <a:gd name="connsiteY66" fmla="*/ 545106 h 6857999"/>
              <a:gd name="connsiteX67" fmla="*/ 1050036 w 12192000"/>
              <a:gd name="connsiteY67" fmla="*/ 725456 h 6857999"/>
              <a:gd name="connsiteX68" fmla="*/ 1050036 w 12192000"/>
              <a:gd name="connsiteY68" fmla="*/ 801457 h 6857999"/>
              <a:gd name="connsiteX69" fmla="*/ 1248481 w 12192000"/>
              <a:gd name="connsiteY69" fmla="*/ 981806 h 6857999"/>
              <a:gd name="connsiteX70" fmla="*/ 1446927 w 12192000"/>
              <a:gd name="connsiteY70" fmla="*/ 801457 h 6857999"/>
              <a:gd name="connsiteX71" fmla="*/ 1446927 w 12192000"/>
              <a:gd name="connsiteY71" fmla="*/ 725456 h 6857999"/>
              <a:gd name="connsiteX72" fmla="*/ 1248481 w 12192000"/>
              <a:gd name="connsiteY72" fmla="*/ 545106 h 6857999"/>
              <a:gd name="connsiteX73" fmla="*/ 3000079 w 12192000"/>
              <a:gd name="connsiteY73" fmla="*/ 545106 h 6857999"/>
              <a:gd name="connsiteX74" fmla="*/ 2828172 w 12192000"/>
              <a:gd name="connsiteY74" fmla="*/ 682630 h 6857999"/>
              <a:gd name="connsiteX75" fmla="*/ 2942175 w 12192000"/>
              <a:gd name="connsiteY75" fmla="*/ 806281 h 6857999"/>
              <a:gd name="connsiteX76" fmla="*/ 3018174 w 12192000"/>
              <a:gd name="connsiteY76" fmla="*/ 817743 h 6857999"/>
              <a:gd name="connsiteX77" fmla="*/ 3061604 w 12192000"/>
              <a:gd name="connsiteY77" fmla="*/ 852728 h 6857999"/>
              <a:gd name="connsiteX78" fmla="*/ 3000079 w 12192000"/>
              <a:gd name="connsiteY78" fmla="*/ 887712 h 6857999"/>
              <a:gd name="connsiteX79" fmla="*/ 2937348 w 12192000"/>
              <a:gd name="connsiteY79" fmla="*/ 845489 h 6857999"/>
              <a:gd name="connsiteX80" fmla="*/ 2937348 w 12192000"/>
              <a:gd name="connsiteY80" fmla="*/ 829203 h 6857999"/>
              <a:gd name="connsiteX81" fmla="*/ 2825761 w 12192000"/>
              <a:gd name="connsiteY81" fmla="*/ 829203 h 6857999"/>
              <a:gd name="connsiteX82" fmla="*/ 2825761 w 12192000"/>
              <a:gd name="connsiteY82" fmla="*/ 847901 h 6857999"/>
              <a:gd name="connsiteX83" fmla="*/ 3000079 w 12192000"/>
              <a:gd name="connsiteY83" fmla="*/ 981808 h 6857999"/>
              <a:gd name="connsiteX84" fmla="*/ 3172012 w 12192000"/>
              <a:gd name="connsiteY84" fmla="*/ 874148 h 6857999"/>
              <a:gd name="connsiteX85" fmla="*/ 3175000 w 12192000"/>
              <a:gd name="connsiteY85" fmla="*/ 843076 h 6857999"/>
              <a:gd name="connsiteX86" fmla="*/ 3172125 w 12192000"/>
              <a:gd name="connsiteY86" fmla="*/ 811710 h 6857999"/>
              <a:gd name="connsiteX87" fmla="*/ 3057985 w 12192000"/>
              <a:gd name="connsiteY87" fmla="*/ 718220 h 6857999"/>
              <a:gd name="connsiteX88" fmla="*/ 2982586 w 12192000"/>
              <a:gd name="connsiteY88" fmla="*/ 706758 h 6857999"/>
              <a:gd name="connsiteX89" fmla="*/ 2941572 w 12192000"/>
              <a:gd name="connsiteY89" fmla="*/ 672981 h 6857999"/>
              <a:gd name="connsiteX90" fmla="*/ 3000079 w 12192000"/>
              <a:gd name="connsiteY90" fmla="*/ 639203 h 6857999"/>
              <a:gd name="connsiteX91" fmla="*/ 3058587 w 12192000"/>
              <a:gd name="connsiteY91" fmla="*/ 680219 h 6857999"/>
              <a:gd name="connsiteX92" fmla="*/ 3058587 w 12192000"/>
              <a:gd name="connsiteY92" fmla="*/ 694092 h 6857999"/>
              <a:gd name="connsiteX93" fmla="*/ 3170176 w 12192000"/>
              <a:gd name="connsiteY93" fmla="*/ 694092 h 6857999"/>
              <a:gd name="connsiteX94" fmla="*/ 3170176 w 12192000"/>
              <a:gd name="connsiteY94" fmla="*/ 677806 h 6857999"/>
              <a:gd name="connsiteX95" fmla="*/ 3000079 w 12192000"/>
              <a:gd name="connsiteY95" fmla="*/ 545106 h 6857999"/>
              <a:gd name="connsiteX96" fmla="*/ 0 w 12192000"/>
              <a:gd name="connsiteY96" fmla="*/ 0 h 6857999"/>
              <a:gd name="connsiteX97" fmla="*/ 12192000 w 12192000"/>
              <a:gd name="connsiteY97" fmla="*/ 0 h 6857999"/>
              <a:gd name="connsiteX98" fmla="*/ 12192000 w 12192000"/>
              <a:gd name="connsiteY98" fmla="*/ 6857999 h 6857999"/>
              <a:gd name="connsiteX99" fmla="*/ 0 w 12192000"/>
              <a:gd name="connsiteY99"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12192000" h="6857999">
                <a:moveTo>
                  <a:pt x="2041649" y="647043"/>
                </a:moveTo>
                <a:lnTo>
                  <a:pt x="2097141" y="647043"/>
                </a:lnTo>
                <a:cubicBezTo>
                  <a:pt x="2156253" y="647043"/>
                  <a:pt x="2185808" y="676600"/>
                  <a:pt x="2185808" y="735711"/>
                </a:cubicBezTo>
                <a:lnTo>
                  <a:pt x="2185808" y="791202"/>
                </a:lnTo>
                <a:cubicBezTo>
                  <a:pt x="2185808" y="849711"/>
                  <a:pt x="2156253" y="879871"/>
                  <a:pt x="2097141" y="879871"/>
                </a:cubicBezTo>
                <a:lnTo>
                  <a:pt x="2041649" y="879871"/>
                </a:lnTo>
                <a:close/>
                <a:moveTo>
                  <a:pt x="1685779" y="638600"/>
                </a:moveTo>
                <a:cubicBezTo>
                  <a:pt x="1737050" y="638600"/>
                  <a:pt x="1768415" y="667552"/>
                  <a:pt x="1768415" y="715201"/>
                </a:cubicBezTo>
                <a:lnTo>
                  <a:pt x="1768415" y="811711"/>
                </a:lnTo>
                <a:cubicBezTo>
                  <a:pt x="1768415" y="858758"/>
                  <a:pt x="1737048" y="888315"/>
                  <a:pt x="1685779" y="888315"/>
                </a:cubicBezTo>
                <a:cubicBezTo>
                  <a:pt x="1634510" y="888315"/>
                  <a:pt x="1603145" y="858758"/>
                  <a:pt x="1603145" y="811711"/>
                </a:cubicBezTo>
                <a:lnTo>
                  <a:pt x="1603145" y="715201"/>
                </a:lnTo>
                <a:cubicBezTo>
                  <a:pt x="1603145" y="667552"/>
                  <a:pt x="1634510" y="638600"/>
                  <a:pt x="1685779" y="638600"/>
                </a:cubicBezTo>
                <a:close/>
                <a:moveTo>
                  <a:pt x="1248481" y="638600"/>
                </a:moveTo>
                <a:cubicBezTo>
                  <a:pt x="1299752" y="638600"/>
                  <a:pt x="1331117" y="667552"/>
                  <a:pt x="1331117" y="715201"/>
                </a:cubicBezTo>
                <a:lnTo>
                  <a:pt x="1331117" y="811711"/>
                </a:lnTo>
                <a:cubicBezTo>
                  <a:pt x="1331117" y="858758"/>
                  <a:pt x="1299749" y="888315"/>
                  <a:pt x="1248481" y="888315"/>
                </a:cubicBezTo>
                <a:cubicBezTo>
                  <a:pt x="1197212" y="888315"/>
                  <a:pt x="1165846" y="858758"/>
                  <a:pt x="1165846" y="811711"/>
                </a:cubicBezTo>
                <a:lnTo>
                  <a:pt x="1165846" y="715201"/>
                </a:lnTo>
                <a:cubicBezTo>
                  <a:pt x="1165846" y="667552"/>
                  <a:pt x="1197212" y="638600"/>
                  <a:pt x="1248481" y="638600"/>
                </a:cubicBezTo>
                <a:close/>
                <a:moveTo>
                  <a:pt x="1927044" y="552346"/>
                </a:moveTo>
                <a:lnTo>
                  <a:pt x="1927044" y="974570"/>
                </a:lnTo>
                <a:lnTo>
                  <a:pt x="2097141" y="974570"/>
                </a:lnTo>
                <a:cubicBezTo>
                  <a:pt x="2226825" y="974570"/>
                  <a:pt x="2301618" y="906409"/>
                  <a:pt x="2301618" y="789394"/>
                </a:cubicBezTo>
                <a:lnTo>
                  <a:pt x="2301618" y="737520"/>
                </a:lnTo>
                <a:cubicBezTo>
                  <a:pt x="2301618" y="620504"/>
                  <a:pt x="2226825" y="552346"/>
                  <a:pt x="2097141" y="552346"/>
                </a:cubicBezTo>
                <a:close/>
                <a:moveTo>
                  <a:pt x="2266624" y="552345"/>
                </a:moveTo>
                <a:lnTo>
                  <a:pt x="2420435" y="788790"/>
                </a:lnTo>
                <a:lnTo>
                  <a:pt x="2420435" y="974569"/>
                </a:lnTo>
                <a:lnTo>
                  <a:pt x="2529007" y="974569"/>
                </a:lnTo>
                <a:lnTo>
                  <a:pt x="2529007" y="788790"/>
                </a:lnTo>
                <a:lnTo>
                  <a:pt x="2682817" y="552345"/>
                </a:lnTo>
                <a:lnTo>
                  <a:pt x="2558564" y="552345"/>
                </a:lnTo>
                <a:lnTo>
                  <a:pt x="2477738" y="685042"/>
                </a:lnTo>
                <a:lnTo>
                  <a:pt x="2396307" y="552345"/>
                </a:lnTo>
                <a:close/>
                <a:moveTo>
                  <a:pt x="2694276" y="552345"/>
                </a:moveTo>
                <a:lnTo>
                  <a:pt x="2694276" y="666947"/>
                </a:lnTo>
                <a:lnTo>
                  <a:pt x="2743134" y="666947"/>
                </a:lnTo>
                <a:lnTo>
                  <a:pt x="2710563" y="756821"/>
                </a:lnTo>
                <a:lnTo>
                  <a:pt x="2735293" y="756821"/>
                </a:lnTo>
                <a:lnTo>
                  <a:pt x="2808881" y="657901"/>
                </a:lnTo>
                <a:lnTo>
                  <a:pt x="2808881" y="552345"/>
                </a:lnTo>
                <a:close/>
                <a:moveTo>
                  <a:pt x="539750" y="552345"/>
                </a:moveTo>
                <a:lnTo>
                  <a:pt x="539750" y="974568"/>
                </a:lnTo>
                <a:lnTo>
                  <a:pt x="645307" y="974568"/>
                </a:lnTo>
                <a:lnTo>
                  <a:pt x="645307" y="700726"/>
                </a:lnTo>
                <a:lnTo>
                  <a:pt x="660385" y="763457"/>
                </a:lnTo>
                <a:lnTo>
                  <a:pt x="716483" y="974568"/>
                </a:lnTo>
                <a:lnTo>
                  <a:pt x="827466" y="974568"/>
                </a:lnTo>
                <a:lnTo>
                  <a:pt x="883562" y="763457"/>
                </a:lnTo>
                <a:lnTo>
                  <a:pt x="898643" y="700726"/>
                </a:lnTo>
                <a:lnTo>
                  <a:pt x="898643" y="974568"/>
                </a:lnTo>
                <a:lnTo>
                  <a:pt x="1006610" y="974568"/>
                </a:lnTo>
                <a:lnTo>
                  <a:pt x="1006610" y="552345"/>
                </a:lnTo>
                <a:lnTo>
                  <a:pt x="838323" y="552345"/>
                </a:lnTo>
                <a:lnTo>
                  <a:pt x="785847" y="769489"/>
                </a:lnTo>
                <a:lnTo>
                  <a:pt x="773181" y="829806"/>
                </a:lnTo>
                <a:lnTo>
                  <a:pt x="760513" y="769489"/>
                </a:lnTo>
                <a:lnTo>
                  <a:pt x="708037" y="552345"/>
                </a:lnTo>
                <a:close/>
                <a:moveTo>
                  <a:pt x="1685779" y="545106"/>
                </a:moveTo>
                <a:cubicBezTo>
                  <a:pt x="1561525" y="545106"/>
                  <a:pt x="1487334" y="612662"/>
                  <a:pt x="1487334" y="725456"/>
                </a:cubicBezTo>
                <a:lnTo>
                  <a:pt x="1487334" y="801457"/>
                </a:lnTo>
                <a:cubicBezTo>
                  <a:pt x="1487334" y="914854"/>
                  <a:pt x="1560922" y="981806"/>
                  <a:pt x="1685779" y="981806"/>
                </a:cubicBezTo>
                <a:cubicBezTo>
                  <a:pt x="1810035" y="981806"/>
                  <a:pt x="1884225" y="914251"/>
                  <a:pt x="1884225" y="801457"/>
                </a:cubicBezTo>
                <a:lnTo>
                  <a:pt x="1884225" y="725456"/>
                </a:lnTo>
                <a:cubicBezTo>
                  <a:pt x="1884225" y="612059"/>
                  <a:pt x="1810637" y="545106"/>
                  <a:pt x="1685779" y="545106"/>
                </a:cubicBezTo>
                <a:close/>
                <a:moveTo>
                  <a:pt x="1248481" y="545106"/>
                </a:moveTo>
                <a:cubicBezTo>
                  <a:pt x="1124227" y="545106"/>
                  <a:pt x="1050036" y="612662"/>
                  <a:pt x="1050036" y="725456"/>
                </a:cubicBezTo>
                <a:lnTo>
                  <a:pt x="1050036" y="801457"/>
                </a:lnTo>
                <a:cubicBezTo>
                  <a:pt x="1050036" y="914854"/>
                  <a:pt x="1123624" y="981806"/>
                  <a:pt x="1248481" y="981806"/>
                </a:cubicBezTo>
                <a:cubicBezTo>
                  <a:pt x="1372737" y="981806"/>
                  <a:pt x="1446927" y="914251"/>
                  <a:pt x="1446927" y="801457"/>
                </a:cubicBezTo>
                <a:lnTo>
                  <a:pt x="1446927" y="725456"/>
                </a:lnTo>
                <a:cubicBezTo>
                  <a:pt x="1446927" y="612059"/>
                  <a:pt x="1373339" y="545106"/>
                  <a:pt x="1248481" y="545106"/>
                </a:cubicBezTo>
                <a:close/>
                <a:moveTo>
                  <a:pt x="3000079" y="545106"/>
                </a:moveTo>
                <a:cubicBezTo>
                  <a:pt x="2891506" y="545106"/>
                  <a:pt x="2828172" y="595774"/>
                  <a:pt x="2828172" y="682630"/>
                </a:cubicBezTo>
                <a:cubicBezTo>
                  <a:pt x="2828172" y="773710"/>
                  <a:pt x="2892714" y="799045"/>
                  <a:pt x="2942175" y="806281"/>
                </a:cubicBezTo>
                <a:lnTo>
                  <a:pt x="3018174" y="817743"/>
                </a:lnTo>
                <a:cubicBezTo>
                  <a:pt x="3044112" y="821362"/>
                  <a:pt x="3061604" y="826790"/>
                  <a:pt x="3061604" y="852728"/>
                </a:cubicBezTo>
                <a:cubicBezTo>
                  <a:pt x="3061604" y="875647"/>
                  <a:pt x="3040492" y="887712"/>
                  <a:pt x="3000079" y="887712"/>
                </a:cubicBezTo>
                <a:cubicBezTo>
                  <a:pt x="2956048" y="887712"/>
                  <a:pt x="2937348" y="875044"/>
                  <a:pt x="2937348" y="845489"/>
                </a:cubicBezTo>
                <a:lnTo>
                  <a:pt x="2937348" y="829203"/>
                </a:lnTo>
                <a:lnTo>
                  <a:pt x="2825761" y="829203"/>
                </a:lnTo>
                <a:lnTo>
                  <a:pt x="2825761" y="847901"/>
                </a:lnTo>
                <a:cubicBezTo>
                  <a:pt x="2825761" y="931743"/>
                  <a:pt x="2890301" y="981808"/>
                  <a:pt x="3000079" y="981808"/>
                </a:cubicBezTo>
                <a:cubicBezTo>
                  <a:pt x="3096664" y="981808"/>
                  <a:pt x="3158149" y="942554"/>
                  <a:pt x="3172012" y="874148"/>
                </a:cubicBezTo>
                <a:lnTo>
                  <a:pt x="3175000" y="843076"/>
                </a:lnTo>
                <a:lnTo>
                  <a:pt x="3172125" y="811710"/>
                </a:lnTo>
                <a:cubicBezTo>
                  <a:pt x="3159054" y="745334"/>
                  <a:pt x="3103902" y="725081"/>
                  <a:pt x="3057985" y="718220"/>
                </a:cubicBezTo>
                <a:lnTo>
                  <a:pt x="2982586" y="706758"/>
                </a:lnTo>
                <a:cubicBezTo>
                  <a:pt x="2958461" y="703139"/>
                  <a:pt x="2941572" y="697711"/>
                  <a:pt x="2941572" y="672981"/>
                </a:cubicBezTo>
                <a:cubicBezTo>
                  <a:pt x="2941572" y="650662"/>
                  <a:pt x="2961475" y="639203"/>
                  <a:pt x="3000079" y="639203"/>
                </a:cubicBezTo>
                <a:cubicBezTo>
                  <a:pt x="3041095" y="639203"/>
                  <a:pt x="3058587" y="651265"/>
                  <a:pt x="3058587" y="680219"/>
                </a:cubicBezTo>
                <a:lnTo>
                  <a:pt x="3058587" y="694092"/>
                </a:lnTo>
                <a:lnTo>
                  <a:pt x="3170176" y="694092"/>
                </a:lnTo>
                <a:lnTo>
                  <a:pt x="3170176" y="677806"/>
                </a:lnTo>
                <a:cubicBezTo>
                  <a:pt x="3170176" y="594567"/>
                  <a:pt x="3106842" y="545106"/>
                  <a:pt x="3000079" y="545106"/>
                </a:cubicBezTo>
                <a:close/>
                <a:moveTo>
                  <a:pt x="0" y="0"/>
                </a:moveTo>
                <a:lnTo>
                  <a:pt x="12192000" y="0"/>
                </a:lnTo>
                <a:lnTo>
                  <a:pt x="12192000" y="6857999"/>
                </a:lnTo>
                <a:lnTo>
                  <a:pt x="0" y="6857999"/>
                </a:lnTo>
                <a:close/>
              </a:path>
            </a:pathLst>
          </a:custGeom>
          <a:solidFill>
            <a:srgbClr val="A6A9AA"/>
          </a:solidFill>
        </p:spPr>
        <p:txBody>
          <a:bodyPr wrap="square" rIns="548640" anchor="ctr">
            <a:noAutofit/>
          </a:bodyPr>
          <a:lstStyle>
            <a:lvl1pPr algn="r">
              <a:defRPr>
                <a:solidFill>
                  <a:schemeClr val="tx1"/>
                </a:solidFill>
              </a:defRPr>
            </a:lvl1pPr>
          </a:lstStyle>
          <a:p>
            <a:r>
              <a:rPr lang="en-US"/>
              <a:t>Click icon to add picture</a:t>
            </a:r>
          </a:p>
        </p:txBody>
      </p:sp>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a:solidFill>
                  <a:schemeClr val="tx1"/>
                </a:solidFill>
              </a:defRPr>
            </a:lvl1pPr>
          </a:lstStyle>
          <a:p>
            <a:r>
              <a:rPr lang="en-US"/>
              <a:t>Click to edit Master title style</a:t>
            </a:r>
          </a:p>
        </p:txBody>
      </p:sp>
      <p:sp>
        <p:nvSpPr>
          <p:cNvPr id="4" name="Text Placeholder 11">
            <a:extLst>
              <a:ext uri="{FF2B5EF4-FFF2-40B4-BE49-F238E27FC236}">
                <a16:creationId xmlns:a16="http://schemas.microsoft.com/office/drawing/2014/main" id="{6FA1FE30-4DE2-0D36-81F6-894372591DE3}"/>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Arial" panose="020B0604020202020204" pitchFamily="34" charset="0"/>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6DC47A95-CCFB-A6E7-23DB-287FFF642D6A}"/>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
        <p:nvSpPr>
          <p:cNvPr id="6" name="Text Placeholder 8">
            <a:extLst>
              <a:ext uri="{FF2B5EF4-FFF2-40B4-BE49-F238E27FC236}">
                <a16:creationId xmlns:a16="http://schemas.microsoft.com/office/drawing/2014/main" id="{A16C230C-5691-F970-ED78-91F42403D1D0}"/>
              </a:ext>
            </a:extLst>
          </p:cNvPr>
          <p:cNvSpPr>
            <a:spLocks noGrp="1"/>
          </p:cNvSpPr>
          <p:nvPr>
            <p:ph type="body" sz="quarter" idx="14" hasCustomPrompt="1"/>
          </p:nvPr>
        </p:nvSpPr>
        <p:spPr>
          <a:xfrm>
            <a:off x="6194424" y="696913"/>
            <a:ext cx="5438779" cy="430212"/>
          </a:xfrm>
        </p:spPr>
        <p:txBody>
          <a:bodyPr tIns="91440">
            <a:noAutofit/>
          </a:bodyPr>
          <a:lstStyle>
            <a:lvl1pPr marL="0" indent="0" algn="r">
              <a:buFont typeface="Arial" panose="020B0604020202020204" pitchFamily="34" charset="0"/>
              <a:buNone/>
              <a:defRPr sz="1600" b="1">
                <a:solidFill>
                  <a:schemeClr val="tx1"/>
                </a:solidFill>
              </a:defRPr>
            </a:lvl1pPr>
            <a:lvl2pPr marL="0" indent="0" algn="r">
              <a:buNone/>
              <a:defRPr sz="1600" b="1">
                <a:solidFill>
                  <a:schemeClr val="tx1"/>
                </a:solidFill>
              </a:defRPr>
            </a:lvl2pPr>
            <a:lvl3pPr marL="0" indent="0" algn="r">
              <a:buNone/>
              <a:defRPr sz="1600" b="1">
                <a:solidFill>
                  <a:schemeClr val="tx1"/>
                </a:solidFill>
              </a:defRPr>
            </a:lvl3pPr>
            <a:lvl4pPr marL="0" indent="0" algn="r">
              <a:buNone/>
              <a:defRPr sz="1600" b="1">
                <a:solidFill>
                  <a:schemeClr val="tx1"/>
                </a:solidFill>
              </a:defRPr>
            </a:lvl4pPr>
            <a:lvl5pPr marL="0" indent="0" algn="r">
              <a:buFont typeface="Arial" panose="020B0604020202020204" pitchFamily="34" charset="0"/>
              <a:buNone/>
              <a:defRPr sz="1600" b="1">
                <a:solidFill>
                  <a:schemeClr val="tx1"/>
                </a:solidFill>
              </a:defRPr>
            </a:lvl5pPr>
            <a:lvl6pPr marL="0" indent="0" algn="r">
              <a:buNone/>
              <a:defRPr sz="1600" b="1">
                <a:solidFill>
                  <a:schemeClr val="tx1"/>
                </a:solidFill>
              </a:defRPr>
            </a:lvl6pPr>
            <a:lvl7pPr marL="0" indent="0" algn="r">
              <a:buNone/>
              <a:defRPr sz="1600" b="1">
                <a:solidFill>
                  <a:schemeClr val="tx1"/>
                </a:solidFill>
              </a:defRPr>
            </a:lvl7pPr>
            <a:lvl8pPr marL="0" indent="0" algn="r">
              <a:buNone/>
              <a:defRPr sz="1600" b="1">
                <a:solidFill>
                  <a:schemeClr val="tx1"/>
                </a:solidFill>
              </a:defRPr>
            </a:lvl8pPr>
            <a:lvl9pPr marL="0" indent="0" algn="r">
              <a:buNone/>
              <a:defRPr sz="1600" b="1">
                <a:solidFill>
                  <a:schemeClr val="tx1"/>
                </a:solidFill>
              </a:defRPr>
            </a:lvl9pPr>
          </a:lstStyle>
          <a:p>
            <a:pPr lvl="0"/>
            <a:r>
              <a:rPr lang="en-US"/>
              <a:t>Division / Geography</a:t>
            </a:r>
          </a:p>
        </p:txBody>
      </p:sp>
      <p:sp>
        <p:nvSpPr>
          <p:cNvPr id="11" name="Text Placeholder 12">
            <a:extLst>
              <a:ext uri="{FF2B5EF4-FFF2-40B4-BE49-F238E27FC236}">
                <a16:creationId xmlns:a16="http://schemas.microsoft.com/office/drawing/2014/main" id="{3C21ED02-4A33-6EFD-6724-30A8642C13A3}"/>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2" name="Text Placeholder 15">
            <a:extLst>
              <a:ext uri="{FF2B5EF4-FFF2-40B4-BE49-F238E27FC236}">
                <a16:creationId xmlns:a16="http://schemas.microsoft.com/office/drawing/2014/main" id="{DDFCCCE6-1080-7167-2C83-D3BE43A6E107}"/>
              </a:ext>
            </a:extLst>
          </p:cNvPr>
          <p:cNvSpPr>
            <a:spLocks noGrp="1"/>
          </p:cNvSpPr>
          <p:nvPr>
            <p:ph type="body" sz="quarter" idx="100" hasCustomPrompt="1"/>
          </p:nvPr>
        </p:nvSpPr>
        <p:spPr>
          <a:xfrm>
            <a:off x="546099" y="3014450"/>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3" name="Text Placeholder 17">
            <a:extLst>
              <a:ext uri="{FF2B5EF4-FFF2-40B4-BE49-F238E27FC236}">
                <a16:creationId xmlns:a16="http://schemas.microsoft.com/office/drawing/2014/main" id="{4E920023-5558-3759-D0F7-D4E02260898A}"/>
              </a:ext>
            </a:extLst>
          </p:cNvPr>
          <p:cNvSpPr>
            <a:spLocks noGrp="1"/>
          </p:cNvSpPr>
          <p:nvPr>
            <p:ph type="body" sz="quarter" idx="101" hasCustomPrompt="1"/>
          </p:nvPr>
        </p:nvSpPr>
        <p:spPr>
          <a:xfrm>
            <a:off x="3386138" y="3009900"/>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4" name="Text Placeholder 19">
            <a:extLst>
              <a:ext uri="{FF2B5EF4-FFF2-40B4-BE49-F238E27FC236}">
                <a16:creationId xmlns:a16="http://schemas.microsoft.com/office/drawing/2014/main" id="{6463DDA5-4241-B62D-0CE3-D5CF7DDC78DE}"/>
              </a:ext>
            </a:extLst>
          </p:cNvPr>
          <p:cNvSpPr>
            <a:spLocks noGrp="1"/>
          </p:cNvSpPr>
          <p:nvPr>
            <p:ph type="body" sz="quarter" idx="102" hasCustomPrompt="1"/>
          </p:nvPr>
        </p:nvSpPr>
        <p:spPr>
          <a:xfrm>
            <a:off x="6194425" y="3009900"/>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3432877440"/>
      </p:ext>
    </p:extLst>
  </p:cSld>
  <p:clrMapOvr>
    <a:overrideClrMapping bg1="dk1" tx1="lt1" bg2="dk2" tx2="lt2" accent1="accent1" accent2="accent2" accent3="accent3" accent4="accent4" accent5="accent5" accent6="accent6" hlink="hlink" folHlink="folHlink"/>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Cover 5 - Light Photo">
    <p:bg>
      <p:bgPr>
        <a:solidFill>
          <a:schemeClr val="tx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6E69FF6-3FAE-6184-8074-A3CDDC7C9ABD}"/>
              </a:ext>
            </a:extLst>
          </p:cNvPr>
          <p:cNvSpPr/>
          <p:nvPr userDrawn="1"/>
        </p:nvSpPr>
        <p:spPr>
          <a:xfrm>
            <a:off x="0" y="0"/>
            <a:ext cx="12188952"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9">
            <a:extLst>
              <a:ext uri="{FF2B5EF4-FFF2-40B4-BE49-F238E27FC236}">
                <a16:creationId xmlns:a16="http://schemas.microsoft.com/office/drawing/2014/main" id="{5C77B404-B686-66A0-1A20-E42FD89A9DE9}"/>
              </a:ext>
            </a:extLst>
          </p:cNvPr>
          <p:cNvSpPr>
            <a:spLocks noGrp="1"/>
          </p:cNvSpPr>
          <p:nvPr>
            <p:ph type="pic" sz="quarter" idx="13"/>
          </p:nvPr>
        </p:nvSpPr>
        <p:spPr>
          <a:xfrm>
            <a:off x="0" y="0"/>
            <a:ext cx="12192000" cy="6857999"/>
          </a:xfrm>
          <a:custGeom>
            <a:avLst/>
            <a:gdLst>
              <a:gd name="connsiteX0" fmla="*/ 2041649 w 12192000"/>
              <a:gd name="connsiteY0" fmla="*/ 647043 h 6857999"/>
              <a:gd name="connsiteX1" fmla="*/ 2097141 w 12192000"/>
              <a:gd name="connsiteY1" fmla="*/ 647043 h 6857999"/>
              <a:gd name="connsiteX2" fmla="*/ 2185808 w 12192000"/>
              <a:gd name="connsiteY2" fmla="*/ 735711 h 6857999"/>
              <a:gd name="connsiteX3" fmla="*/ 2185808 w 12192000"/>
              <a:gd name="connsiteY3" fmla="*/ 791202 h 6857999"/>
              <a:gd name="connsiteX4" fmla="*/ 2097141 w 12192000"/>
              <a:gd name="connsiteY4" fmla="*/ 879871 h 6857999"/>
              <a:gd name="connsiteX5" fmla="*/ 2041649 w 12192000"/>
              <a:gd name="connsiteY5" fmla="*/ 879871 h 6857999"/>
              <a:gd name="connsiteX6" fmla="*/ 1685779 w 12192000"/>
              <a:gd name="connsiteY6" fmla="*/ 638600 h 6857999"/>
              <a:gd name="connsiteX7" fmla="*/ 1768415 w 12192000"/>
              <a:gd name="connsiteY7" fmla="*/ 715201 h 6857999"/>
              <a:gd name="connsiteX8" fmla="*/ 1768415 w 12192000"/>
              <a:gd name="connsiteY8" fmla="*/ 811711 h 6857999"/>
              <a:gd name="connsiteX9" fmla="*/ 1685779 w 12192000"/>
              <a:gd name="connsiteY9" fmla="*/ 888315 h 6857999"/>
              <a:gd name="connsiteX10" fmla="*/ 1603145 w 12192000"/>
              <a:gd name="connsiteY10" fmla="*/ 811711 h 6857999"/>
              <a:gd name="connsiteX11" fmla="*/ 1603145 w 12192000"/>
              <a:gd name="connsiteY11" fmla="*/ 715201 h 6857999"/>
              <a:gd name="connsiteX12" fmla="*/ 1685779 w 12192000"/>
              <a:gd name="connsiteY12" fmla="*/ 638600 h 6857999"/>
              <a:gd name="connsiteX13" fmla="*/ 1248481 w 12192000"/>
              <a:gd name="connsiteY13" fmla="*/ 638600 h 6857999"/>
              <a:gd name="connsiteX14" fmla="*/ 1331117 w 12192000"/>
              <a:gd name="connsiteY14" fmla="*/ 715201 h 6857999"/>
              <a:gd name="connsiteX15" fmla="*/ 1331117 w 12192000"/>
              <a:gd name="connsiteY15" fmla="*/ 811711 h 6857999"/>
              <a:gd name="connsiteX16" fmla="*/ 1248481 w 12192000"/>
              <a:gd name="connsiteY16" fmla="*/ 888315 h 6857999"/>
              <a:gd name="connsiteX17" fmla="*/ 1165846 w 12192000"/>
              <a:gd name="connsiteY17" fmla="*/ 811711 h 6857999"/>
              <a:gd name="connsiteX18" fmla="*/ 1165846 w 12192000"/>
              <a:gd name="connsiteY18" fmla="*/ 715201 h 6857999"/>
              <a:gd name="connsiteX19" fmla="*/ 1248481 w 12192000"/>
              <a:gd name="connsiteY19" fmla="*/ 638600 h 6857999"/>
              <a:gd name="connsiteX20" fmla="*/ 1927044 w 12192000"/>
              <a:gd name="connsiteY20" fmla="*/ 552346 h 6857999"/>
              <a:gd name="connsiteX21" fmla="*/ 1927044 w 12192000"/>
              <a:gd name="connsiteY21" fmla="*/ 974570 h 6857999"/>
              <a:gd name="connsiteX22" fmla="*/ 2097141 w 12192000"/>
              <a:gd name="connsiteY22" fmla="*/ 974570 h 6857999"/>
              <a:gd name="connsiteX23" fmla="*/ 2301618 w 12192000"/>
              <a:gd name="connsiteY23" fmla="*/ 789394 h 6857999"/>
              <a:gd name="connsiteX24" fmla="*/ 2301618 w 12192000"/>
              <a:gd name="connsiteY24" fmla="*/ 737520 h 6857999"/>
              <a:gd name="connsiteX25" fmla="*/ 2097141 w 12192000"/>
              <a:gd name="connsiteY25" fmla="*/ 552346 h 6857999"/>
              <a:gd name="connsiteX26" fmla="*/ 2266624 w 12192000"/>
              <a:gd name="connsiteY26" fmla="*/ 552345 h 6857999"/>
              <a:gd name="connsiteX27" fmla="*/ 2420435 w 12192000"/>
              <a:gd name="connsiteY27" fmla="*/ 788790 h 6857999"/>
              <a:gd name="connsiteX28" fmla="*/ 2420435 w 12192000"/>
              <a:gd name="connsiteY28" fmla="*/ 974569 h 6857999"/>
              <a:gd name="connsiteX29" fmla="*/ 2529007 w 12192000"/>
              <a:gd name="connsiteY29" fmla="*/ 974569 h 6857999"/>
              <a:gd name="connsiteX30" fmla="*/ 2529007 w 12192000"/>
              <a:gd name="connsiteY30" fmla="*/ 788790 h 6857999"/>
              <a:gd name="connsiteX31" fmla="*/ 2682817 w 12192000"/>
              <a:gd name="connsiteY31" fmla="*/ 552345 h 6857999"/>
              <a:gd name="connsiteX32" fmla="*/ 2558564 w 12192000"/>
              <a:gd name="connsiteY32" fmla="*/ 552345 h 6857999"/>
              <a:gd name="connsiteX33" fmla="*/ 2477738 w 12192000"/>
              <a:gd name="connsiteY33" fmla="*/ 685042 h 6857999"/>
              <a:gd name="connsiteX34" fmla="*/ 2396307 w 12192000"/>
              <a:gd name="connsiteY34" fmla="*/ 552345 h 6857999"/>
              <a:gd name="connsiteX35" fmla="*/ 2694276 w 12192000"/>
              <a:gd name="connsiteY35" fmla="*/ 552345 h 6857999"/>
              <a:gd name="connsiteX36" fmla="*/ 2694276 w 12192000"/>
              <a:gd name="connsiteY36" fmla="*/ 666947 h 6857999"/>
              <a:gd name="connsiteX37" fmla="*/ 2743134 w 12192000"/>
              <a:gd name="connsiteY37" fmla="*/ 666947 h 6857999"/>
              <a:gd name="connsiteX38" fmla="*/ 2710563 w 12192000"/>
              <a:gd name="connsiteY38" fmla="*/ 756821 h 6857999"/>
              <a:gd name="connsiteX39" fmla="*/ 2735293 w 12192000"/>
              <a:gd name="connsiteY39" fmla="*/ 756821 h 6857999"/>
              <a:gd name="connsiteX40" fmla="*/ 2808881 w 12192000"/>
              <a:gd name="connsiteY40" fmla="*/ 657901 h 6857999"/>
              <a:gd name="connsiteX41" fmla="*/ 2808881 w 12192000"/>
              <a:gd name="connsiteY41" fmla="*/ 552345 h 6857999"/>
              <a:gd name="connsiteX42" fmla="*/ 539750 w 12192000"/>
              <a:gd name="connsiteY42" fmla="*/ 552345 h 6857999"/>
              <a:gd name="connsiteX43" fmla="*/ 539750 w 12192000"/>
              <a:gd name="connsiteY43" fmla="*/ 974568 h 6857999"/>
              <a:gd name="connsiteX44" fmla="*/ 645307 w 12192000"/>
              <a:gd name="connsiteY44" fmla="*/ 974568 h 6857999"/>
              <a:gd name="connsiteX45" fmla="*/ 645307 w 12192000"/>
              <a:gd name="connsiteY45" fmla="*/ 700726 h 6857999"/>
              <a:gd name="connsiteX46" fmla="*/ 660385 w 12192000"/>
              <a:gd name="connsiteY46" fmla="*/ 763457 h 6857999"/>
              <a:gd name="connsiteX47" fmla="*/ 716483 w 12192000"/>
              <a:gd name="connsiteY47" fmla="*/ 974568 h 6857999"/>
              <a:gd name="connsiteX48" fmla="*/ 827466 w 12192000"/>
              <a:gd name="connsiteY48" fmla="*/ 974568 h 6857999"/>
              <a:gd name="connsiteX49" fmla="*/ 883562 w 12192000"/>
              <a:gd name="connsiteY49" fmla="*/ 763457 h 6857999"/>
              <a:gd name="connsiteX50" fmla="*/ 898643 w 12192000"/>
              <a:gd name="connsiteY50" fmla="*/ 700726 h 6857999"/>
              <a:gd name="connsiteX51" fmla="*/ 898643 w 12192000"/>
              <a:gd name="connsiteY51" fmla="*/ 974568 h 6857999"/>
              <a:gd name="connsiteX52" fmla="*/ 1006610 w 12192000"/>
              <a:gd name="connsiteY52" fmla="*/ 974568 h 6857999"/>
              <a:gd name="connsiteX53" fmla="*/ 1006610 w 12192000"/>
              <a:gd name="connsiteY53" fmla="*/ 552345 h 6857999"/>
              <a:gd name="connsiteX54" fmla="*/ 838323 w 12192000"/>
              <a:gd name="connsiteY54" fmla="*/ 552345 h 6857999"/>
              <a:gd name="connsiteX55" fmla="*/ 785847 w 12192000"/>
              <a:gd name="connsiteY55" fmla="*/ 769489 h 6857999"/>
              <a:gd name="connsiteX56" fmla="*/ 773181 w 12192000"/>
              <a:gd name="connsiteY56" fmla="*/ 829806 h 6857999"/>
              <a:gd name="connsiteX57" fmla="*/ 760513 w 12192000"/>
              <a:gd name="connsiteY57" fmla="*/ 769489 h 6857999"/>
              <a:gd name="connsiteX58" fmla="*/ 708037 w 12192000"/>
              <a:gd name="connsiteY58" fmla="*/ 552345 h 6857999"/>
              <a:gd name="connsiteX59" fmla="*/ 1685779 w 12192000"/>
              <a:gd name="connsiteY59" fmla="*/ 545106 h 6857999"/>
              <a:gd name="connsiteX60" fmla="*/ 1487334 w 12192000"/>
              <a:gd name="connsiteY60" fmla="*/ 725456 h 6857999"/>
              <a:gd name="connsiteX61" fmla="*/ 1487334 w 12192000"/>
              <a:gd name="connsiteY61" fmla="*/ 801457 h 6857999"/>
              <a:gd name="connsiteX62" fmla="*/ 1685779 w 12192000"/>
              <a:gd name="connsiteY62" fmla="*/ 981806 h 6857999"/>
              <a:gd name="connsiteX63" fmla="*/ 1884225 w 12192000"/>
              <a:gd name="connsiteY63" fmla="*/ 801457 h 6857999"/>
              <a:gd name="connsiteX64" fmla="*/ 1884225 w 12192000"/>
              <a:gd name="connsiteY64" fmla="*/ 725456 h 6857999"/>
              <a:gd name="connsiteX65" fmla="*/ 1685779 w 12192000"/>
              <a:gd name="connsiteY65" fmla="*/ 545106 h 6857999"/>
              <a:gd name="connsiteX66" fmla="*/ 1248481 w 12192000"/>
              <a:gd name="connsiteY66" fmla="*/ 545106 h 6857999"/>
              <a:gd name="connsiteX67" fmla="*/ 1050036 w 12192000"/>
              <a:gd name="connsiteY67" fmla="*/ 725456 h 6857999"/>
              <a:gd name="connsiteX68" fmla="*/ 1050036 w 12192000"/>
              <a:gd name="connsiteY68" fmla="*/ 801457 h 6857999"/>
              <a:gd name="connsiteX69" fmla="*/ 1248481 w 12192000"/>
              <a:gd name="connsiteY69" fmla="*/ 981806 h 6857999"/>
              <a:gd name="connsiteX70" fmla="*/ 1446927 w 12192000"/>
              <a:gd name="connsiteY70" fmla="*/ 801457 h 6857999"/>
              <a:gd name="connsiteX71" fmla="*/ 1446927 w 12192000"/>
              <a:gd name="connsiteY71" fmla="*/ 725456 h 6857999"/>
              <a:gd name="connsiteX72" fmla="*/ 1248481 w 12192000"/>
              <a:gd name="connsiteY72" fmla="*/ 545106 h 6857999"/>
              <a:gd name="connsiteX73" fmla="*/ 3000079 w 12192000"/>
              <a:gd name="connsiteY73" fmla="*/ 545106 h 6857999"/>
              <a:gd name="connsiteX74" fmla="*/ 2828172 w 12192000"/>
              <a:gd name="connsiteY74" fmla="*/ 682630 h 6857999"/>
              <a:gd name="connsiteX75" fmla="*/ 2942175 w 12192000"/>
              <a:gd name="connsiteY75" fmla="*/ 806281 h 6857999"/>
              <a:gd name="connsiteX76" fmla="*/ 3018174 w 12192000"/>
              <a:gd name="connsiteY76" fmla="*/ 817743 h 6857999"/>
              <a:gd name="connsiteX77" fmla="*/ 3061604 w 12192000"/>
              <a:gd name="connsiteY77" fmla="*/ 852728 h 6857999"/>
              <a:gd name="connsiteX78" fmla="*/ 3000079 w 12192000"/>
              <a:gd name="connsiteY78" fmla="*/ 887712 h 6857999"/>
              <a:gd name="connsiteX79" fmla="*/ 2937348 w 12192000"/>
              <a:gd name="connsiteY79" fmla="*/ 845489 h 6857999"/>
              <a:gd name="connsiteX80" fmla="*/ 2937348 w 12192000"/>
              <a:gd name="connsiteY80" fmla="*/ 829203 h 6857999"/>
              <a:gd name="connsiteX81" fmla="*/ 2825761 w 12192000"/>
              <a:gd name="connsiteY81" fmla="*/ 829203 h 6857999"/>
              <a:gd name="connsiteX82" fmla="*/ 2825761 w 12192000"/>
              <a:gd name="connsiteY82" fmla="*/ 847901 h 6857999"/>
              <a:gd name="connsiteX83" fmla="*/ 3000079 w 12192000"/>
              <a:gd name="connsiteY83" fmla="*/ 981808 h 6857999"/>
              <a:gd name="connsiteX84" fmla="*/ 3172012 w 12192000"/>
              <a:gd name="connsiteY84" fmla="*/ 874148 h 6857999"/>
              <a:gd name="connsiteX85" fmla="*/ 3175000 w 12192000"/>
              <a:gd name="connsiteY85" fmla="*/ 843076 h 6857999"/>
              <a:gd name="connsiteX86" fmla="*/ 3172125 w 12192000"/>
              <a:gd name="connsiteY86" fmla="*/ 811710 h 6857999"/>
              <a:gd name="connsiteX87" fmla="*/ 3057985 w 12192000"/>
              <a:gd name="connsiteY87" fmla="*/ 718220 h 6857999"/>
              <a:gd name="connsiteX88" fmla="*/ 2982586 w 12192000"/>
              <a:gd name="connsiteY88" fmla="*/ 706758 h 6857999"/>
              <a:gd name="connsiteX89" fmla="*/ 2941572 w 12192000"/>
              <a:gd name="connsiteY89" fmla="*/ 672981 h 6857999"/>
              <a:gd name="connsiteX90" fmla="*/ 3000079 w 12192000"/>
              <a:gd name="connsiteY90" fmla="*/ 639203 h 6857999"/>
              <a:gd name="connsiteX91" fmla="*/ 3058587 w 12192000"/>
              <a:gd name="connsiteY91" fmla="*/ 680219 h 6857999"/>
              <a:gd name="connsiteX92" fmla="*/ 3058587 w 12192000"/>
              <a:gd name="connsiteY92" fmla="*/ 694092 h 6857999"/>
              <a:gd name="connsiteX93" fmla="*/ 3170176 w 12192000"/>
              <a:gd name="connsiteY93" fmla="*/ 694092 h 6857999"/>
              <a:gd name="connsiteX94" fmla="*/ 3170176 w 12192000"/>
              <a:gd name="connsiteY94" fmla="*/ 677806 h 6857999"/>
              <a:gd name="connsiteX95" fmla="*/ 3000079 w 12192000"/>
              <a:gd name="connsiteY95" fmla="*/ 545106 h 6857999"/>
              <a:gd name="connsiteX96" fmla="*/ 0 w 12192000"/>
              <a:gd name="connsiteY96" fmla="*/ 0 h 6857999"/>
              <a:gd name="connsiteX97" fmla="*/ 12192000 w 12192000"/>
              <a:gd name="connsiteY97" fmla="*/ 0 h 6857999"/>
              <a:gd name="connsiteX98" fmla="*/ 12192000 w 12192000"/>
              <a:gd name="connsiteY98" fmla="*/ 6857999 h 6857999"/>
              <a:gd name="connsiteX99" fmla="*/ 0 w 12192000"/>
              <a:gd name="connsiteY99"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12192000" h="6857999">
                <a:moveTo>
                  <a:pt x="2041649" y="647043"/>
                </a:moveTo>
                <a:lnTo>
                  <a:pt x="2097141" y="647043"/>
                </a:lnTo>
                <a:cubicBezTo>
                  <a:pt x="2156253" y="647043"/>
                  <a:pt x="2185808" y="676600"/>
                  <a:pt x="2185808" y="735711"/>
                </a:cubicBezTo>
                <a:lnTo>
                  <a:pt x="2185808" y="791202"/>
                </a:lnTo>
                <a:cubicBezTo>
                  <a:pt x="2185808" y="849711"/>
                  <a:pt x="2156253" y="879871"/>
                  <a:pt x="2097141" y="879871"/>
                </a:cubicBezTo>
                <a:lnTo>
                  <a:pt x="2041649" y="879871"/>
                </a:lnTo>
                <a:close/>
                <a:moveTo>
                  <a:pt x="1685779" y="638600"/>
                </a:moveTo>
                <a:cubicBezTo>
                  <a:pt x="1737050" y="638600"/>
                  <a:pt x="1768415" y="667552"/>
                  <a:pt x="1768415" y="715201"/>
                </a:cubicBezTo>
                <a:lnTo>
                  <a:pt x="1768415" y="811711"/>
                </a:lnTo>
                <a:cubicBezTo>
                  <a:pt x="1768415" y="858758"/>
                  <a:pt x="1737048" y="888315"/>
                  <a:pt x="1685779" y="888315"/>
                </a:cubicBezTo>
                <a:cubicBezTo>
                  <a:pt x="1634510" y="888315"/>
                  <a:pt x="1603145" y="858758"/>
                  <a:pt x="1603145" y="811711"/>
                </a:cubicBezTo>
                <a:lnTo>
                  <a:pt x="1603145" y="715201"/>
                </a:lnTo>
                <a:cubicBezTo>
                  <a:pt x="1603145" y="667552"/>
                  <a:pt x="1634510" y="638600"/>
                  <a:pt x="1685779" y="638600"/>
                </a:cubicBezTo>
                <a:close/>
                <a:moveTo>
                  <a:pt x="1248481" y="638600"/>
                </a:moveTo>
                <a:cubicBezTo>
                  <a:pt x="1299752" y="638600"/>
                  <a:pt x="1331117" y="667552"/>
                  <a:pt x="1331117" y="715201"/>
                </a:cubicBezTo>
                <a:lnTo>
                  <a:pt x="1331117" y="811711"/>
                </a:lnTo>
                <a:cubicBezTo>
                  <a:pt x="1331117" y="858758"/>
                  <a:pt x="1299749" y="888315"/>
                  <a:pt x="1248481" y="888315"/>
                </a:cubicBezTo>
                <a:cubicBezTo>
                  <a:pt x="1197212" y="888315"/>
                  <a:pt x="1165846" y="858758"/>
                  <a:pt x="1165846" y="811711"/>
                </a:cubicBezTo>
                <a:lnTo>
                  <a:pt x="1165846" y="715201"/>
                </a:lnTo>
                <a:cubicBezTo>
                  <a:pt x="1165846" y="667552"/>
                  <a:pt x="1197212" y="638600"/>
                  <a:pt x="1248481" y="638600"/>
                </a:cubicBezTo>
                <a:close/>
                <a:moveTo>
                  <a:pt x="1927044" y="552346"/>
                </a:moveTo>
                <a:lnTo>
                  <a:pt x="1927044" y="974570"/>
                </a:lnTo>
                <a:lnTo>
                  <a:pt x="2097141" y="974570"/>
                </a:lnTo>
                <a:cubicBezTo>
                  <a:pt x="2226825" y="974570"/>
                  <a:pt x="2301618" y="906409"/>
                  <a:pt x="2301618" y="789394"/>
                </a:cubicBezTo>
                <a:lnTo>
                  <a:pt x="2301618" y="737520"/>
                </a:lnTo>
                <a:cubicBezTo>
                  <a:pt x="2301618" y="620504"/>
                  <a:pt x="2226825" y="552346"/>
                  <a:pt x="2097141" y="552346"/>
                </a:cubicBezTo>
                <a:close/>
                <a:moveTo>
                  <a:pt x="2266624" y="552345"/>
                </a:moveTo>
                <a:lnTo>
                  <a:pt x="2420435" y="788790"/>
                </a:lnTo>
                <a:lnTo>
                  <a:pt x="2420435" y="974569"/>
                </a:lnTo>
                <a:lnTo>
                  <a:pt x="2529007" y="974569"/>
                </a:lnTo>
                <a:lnTo>
                  <a:pt x="2529007" y="788790"/>
                </a:lnTo>
                <a:lnTo>
                  <a:pt x="2682817" y="552345"/>
                </a:lnTo>
                <a:lnTo>
                  <a:pt x="2558564" y="552345"/>
                </a:lnTo>
                <a:lnTo>
                  <a:pt x="2477738" y="685042"/>
                </a:lnTo>
                <a:lnTo>
                  <a:pt x="2396307" y="552345"/>
                </a:lnTo>
                <a:close/>
                <a:moveTo>
                  <a:pt x="2694276" y="552345"/>
                </a:moveTo>
                <a:lnTo>
                  <a:pt x="2694276" y="666947"/>
                </a:lnTo>
                <a:lnTo>
                  <a:pt x="2743134" y="666947"/>
                </a:lnTo>
                <a:lnTo>
                  <a:pt x="2710563" y="756821"/>
                </a:lnTo>
                <a:lnTo>
                  <a:pt x="2735293" y="756821"/>
                </a:lnTo>
                <a:lnTo>
                  <a:pt x="2808881" y="657901"/>
                </a:lnTo>
                <a:lnTo>
                  <a:pt x="2808881" y="552345"/>
                </a:lnTo>
                <a:close/>
                <a:moveTo>
                  <a:pt x="539750" y="552345"/>
                </a:moveTo>
                <a:lnTo>
                  <a:pt x="539750" y="974568"/>
                </a:lnTo>
                <a:lnTo>
                  <a:pt x="645307" y="974568"/>
                </a:lnTo>
                <a:lnTo>
                  <a:pt x="645307" y="700726"/>
                </a:lnTo>
                <a:lnTo>
                  <a:pt x="660385" y="763457"/>
                </a:lnTo>
                <a:lnTo>
                  <a:pt x="716483" y="974568"/>
                </a:lnTo>
                <a:lnTo>
                  <a:pt x="827466" y="974568"/>
                </a:lnTo>
                <a:lnTo>
                  <a:pt x="883562" y="763457"/>
                </a:lnTo>
                <a:lnTo>
                  <a:pt x="898643" y="700726"/>
                </a:lnTo>
                <a:lnTo>
                  <a:pt x="898643" y="974568"/>
                </a:lnTo>
                <a:lnTo>
                  <a:pt x="1006610" y="974568"/>
                </a:lnTo>
                <a:lnTo>
                  <a:pt x="1006610" y="552345"/>
                </a:lnTo>
                <a:lnTo>
                  <a:pt x="838323" y="552345"/>
                </a:lnTo>
                <a:lnTo>
                  <a:pt x="785847" y="769489"/>
                </a:lnTo>
                <a:lnTo>
                  <a:pt x="773181" y="829806"/>
                </a:lnTo>
                <a:lnTo>
                  <a:pt x="760513" y="769489"/>
                </a:lnTo>
                <a:lnTo>
                  <a:pt x="708037" y="552345"/>
                </a:lnTo>
                <a:close/>
                <a:moveTo>
                  <a:pt x="1685779" y="545106"/>
                </a:moveTo>
                <a:cubicBezTo>
                  <a:pt x="1561525" y="545106"/>
                  <a:pt x="1487334" y="612662"/>
                  <a:pt x="1487334" y="725456"/>
                </a:cubicBezTo>
                <a:lnTo>
                  <a:pt x="1487334" y="801457"/>
                </a:lnTo>
                <a:cubicBezTo>
                  <a:pt x="1487334" y="914854"/>
                  <a:pt x="1560922" y="981806"/>
                  <a:pt x="1685779" y="981806"/>
                </a:cubicBezTo>
                <a:cubicBezTo>
                  <a:pt x="1810035" y="981806"/>
                  <a:pt x="1884225" y="914251"/>
                  <a:pt x="1884225" y="801457"/>
                </a:cubicBezTo>
                <a:lnTo>
                  <a:pt x="1884225" y="725456"/>
                </a:lnTo>
                <a:cubicBezTo>
                  <a:pt x="1884225" y="612059"/>
                  <a:pt x="1810637" y="545106"/>
                  <a:pt x="1685779" y="545106"/>
                </a:cubicBezTo>
                <a:close/>
                <a:moveTo>
                  <a:pt x="1248481" y="545106"/>
                </a:moveTo>
                <a:cubicBezTo>
                  <a:pt x="1124227" y="545106"/>
                  <a:pt x="1050036" y="612662"/>
                  <a:pt x="1050036" y="725456"/>
                </a:cubicBezTo>
                <a:lnTo>
                  <a:pt x="1050036" y="801457"/>
                </a:lnTo>
                <a:cubicBezTo>
                  <a:pt x="1050036" y="914854"/>
                  <a:pt x="1123624" y="981806"/>
                  <a:pt x="1248481" y="981806"/>
                </a:cubicBezTo>
                <a:cubicBezTo>
                  <a:pt x="1372737" y="981806"/>
                  <a:pt x="1446927" y="914251"/>
                  <a:pt x="1446927" y="801457"/>
                </a:cubicBezTo>
                <a:lnTo>
                  <a:pt x="1446927" y="725456"/>
                </a:lnTo>
                <a:cubicBezTo>
                  <a:pt x="1446927" y="612059"/>
                  <a:pt x="1373339" y="545106"/>
                  <a:pt x="1248481" y="545106"/>
                </a:cubicBezTo>
                <a:close/>
                <a:moveTo>
                  <a:pt x="3000079" y="545106"/>
                </a:moveTo>
                <a:cubicBezTo>
                  <a:pt x="2891506" y="545106"/>
                  <a:pt x="2828172" y="595774"/>
                  <a:pt x="2828172" y="682630"/>
                </a:cubicBezTo>
                <a:cubicBezTo>
                  <a:pt x="2828172" y="773710"/>
                  <a:pt x="2892714" y="799045"/>
                  <a:pt x="2942175" y="806281"/>
                </a:cubicBezTo>
                <a:lnTo>
                  <a:pt x="3018174" y="817743"/>
                </a:lnTo>
                <a:cubicBezTo>
                  <a:pt x="3044112" y="821362"/>
                  <a:pt x="3061604" y="826790"/>
                  <a:pt x="3061604" y="852728"/>
                </a:cubicBezTo>
                <a:cubicBezTo>
                  <a:pt x="3061604" y="875647"/>
                  <a:pt x="3040492" y="887712"/>
                  <a:pt x="3000079" y="887712"/>
                </a:cubicBezTo>
                <a:cubicBezTo>
                  <a:pt x="2956048" y="887712"/>
                  <a:pt x="2937348" y="875044"/>
                  <a:pt x="2937348" y="845489"/>
                </a:cubicBezTo>
                <a:lnTo>
                  <a:pt x="2937348" y="829203"/>
                </a:lnTo>
                <a:lnTo>
                  <a:pt x="2825761" y="829203"/>
                </a:lnTo>
                <a:lnTo>
                  <a:pt x="2825761" y="847901"/>
                </a:lnTo>
                <a:cubicBezTo>
                  <a:pt x="2825761" y="931743"/>
                  <a:pt x="2890301" y="981808"/>
                  <a:pt x="3000079" y="981808"/>
                </a:cubicBezTo>
                <a:cubicBezTo>
                  <a:pt x="3096664" y="981808"/>
                  <a:pt x="3158149" y="942554"/>
                  <a:pt x="3172012" y="874148"/>
                </a:cubicBezTo>
                <a:lnTo>
                  <a:pt x="3175000" y="843076"/>
                </a:lnTo>
                <a:lnTo>
                  <a:pt x="3172125" y="811710"/>
                </a:lnTo>
                <a:cubicBezTo>
                  <a:pt x="3159054" y="745334"/>
                  <a:pt x="3103902" y="725081"/>
                  <a:pt x="3057985" y="718220"/>
                </a:cubicBezTo>
                <a:lnTo>
                  <a:pt x="2982586" y="706758"/>
                </a:lnTo>
                <a:cubicBezTo>
                  <a:pt x="2958461" y="703139"/>
                  <a:pt x="2941572" y="697711"/>
                  <a:pt x="2941572" y="672981"/>
                </a:cubicBezTo>
                <a:cubicBezTo>
                  <a:pt x="2941572" y="650662"/>
                  <a:pt x="2961475" y="639203"/>
                  <a:pt x="3000079" y="639203"/>
                </a:cubicBezTo>
                <a:cubicBezTo>
                  <a:pt x="3041095" y="639203"/>
                  <a:pt x="3058587" y="651265"/>
                  <a:pt x="3058587" y="680219"/>
                </a:cubicBezTo>
                <a:lnTo>
                  <a:pt x="3058587" y="694092"/>
                </a:lnTo>
                <a:lnTo>
                  <a:pt x="3170176" y="694092"/>
                </a:lnTo>
                <a:lnTo>
                  <a:pt x="3170176" y="677806"/>
                </a:lnTo>
                <a:cubicBezTo>
                  <a:pt x="3170176" y="594567"/>
                  <a:pt x="3106842" y="545106"/>
                  <a:pt x="3000079" y="545106"/>
                </a:cubicBezTo>
                <a:close/>
                <a:moveTo>
                  <a:pt x="0" y="0"/>
                </a:moveTo>
                <a:lnTo>
                  <a:pt x="12192000" y="0"/>
                </a:lnTo>
                <a:lnTo>
                  <a:pt x="12192000" y="6857999"/>
                </a:lnTo>
                <a:lnTo>
                  <a:pt x="0" y="6857999"/>
                </a:lnTo>
                <a:close/>
              </a:path>
            </a:pathLst>
          </a:custGeom>
          <a:solidFill>
            <a:srgbClr val="F0F0F1"/>
          </a:solidFill>
        </p:spPr>
        <p:txBody>
          <a:bodyPr wrap="square" rIns="548640" anchor="ctr">
            <a:noAutofit/>
          </a:bodyPr>
          <a:lstStyle>
            <a:lvl1pPr algn="r">
              <a:defRPr>
                <a:solidFill>
                  <a:schemeClr val="bg1"/>
                </a:solidFill>
              </a:defRPr>
            </a:lvl1pPr>
          </a:lstStyle>
          <a:p>
            <a:r>
              <a:rPr lang="en-US"/>
              <a:t>Click icon to add picture</a:t>
            </a:r>
          </a:p>
        </p:txBody>
      </p:sp>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a:solidFill>
                  <a:schemeClr val="bg1"/>
                </a:solidFill>
              </a:defRPr>
            </a:lvl1pPr>
          </a:lstStyle>
          <a:p>
            <a:r>
              <a:rPr lang="en-US"/>
              <a:t>Click to edit Master title style</a:t>
            </a:r>
          </a:p>
        </p:txBody>
      </p:sp>
      <p:sp>
        <p:nvSpPr>
          <p:cNvPr id="4" name="Text Placeholder 11">
            <a:extLst>
              <a:ext uri="{FF2B5EF4-FFF2-40B4-BE49-F238E27FC236}">
                <a16:creationId xmlns:a16="http://schemas.microsoft.com/office/drawing/2014/main" id="{6FA1FE30-4DE2-0D36-81F6-894372591DE3}"/>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bg1"/>
                </a:solidFill>
                <a:latin typeface="Arial" panose="020B0604020202020204" pitchFamily="34" charset="0"/>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6DC47A95-CCFB-A6E7-23DB-287FFF642D6A}"/>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bg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
        <p:nvSpPr>
          <p:cNvPr id="6" name="Text Placeholder 8">
            <a:extLst>
              <a:ext uri="{FF2B5EF4-FFF2-40B4-BE49-F238E27FC236}">
                <a16:creationId xmlns:a16="http://schemas.microsoft.com/office/drawing/2014/main" id="{A16C230C-5691-F970-ED78-91F42403D1D0}"/>
              </a:ext>
            </a:extLst>
          </p:cNvPr>
          <p:cNvSpPr>
            <a:spLocks noGrp="1"/>
          </p:cNvSpPr>
          <p:nvPr>
            <p:ph type="body" sz="quarter" idx="14" hasCustomPrompt="1"/>
          </p:nvPr>
        </p:nvSpPr>
        <p:spPr>
          <a:xfrm>
            <a:off x="6194424" y="696913"/>
            <a:ext cx="5438779" cy="430212"/>
          </a:xfrm>
        </p:spPr>
        <p:txBody>
          <a:bodyPr tIns="91440">
            <a:noAutofit/>
          </a:bodyPr>
          <a:lstStyle>
            <a:lvl1pPr marL="0" indent="0" algn="r">
              <a:buFont typeface="Arial" panose="020B0604020202020204" pitchFamily="34" charset="0"/>
              <a:buNone/>
              <a:defRPr sz="1600" b="1">
                <a:solidFill>
                  <a:schemeClr val="bg1"/>
                </a:solidFill>
              </a:defRPr>
            </a:lvl1pPr>
            <a:lvl2pPr marL="0" indent="0" algn="r">
              <a:buNone/>
              <a:defRPr sz="1600" b="1">
                <a:solidFill>
                  <a:schemeClr val="tx1"/>
                </a:solidFill>
              </a:defRPr>
            </a:lvl2pPr>
            <a:lvl3pPr marL="0" indent="0" algn="r">
              <a:buNone/>
              <a:defRPr sz="1600" b="1">
                <a:solidFill>
                  <a:schemeClr val="tx1"/>
                </a:solidFill>
              </a:defRPr>
            </a:lvl3pPr>
            <a:lvl4pPr marL="0" indent="0" algn="r">
              <a:buNone/>
              <a:defRPr sz="1600" b="1">
                <a:solidFill>
                  <a:schemeClr val="tx1"/>
                </a:solidFill>
              </a:defRPr>
            </a:lvl4pPr>
            <a:lvl5pPr marL="0" indent="0" algn="r">
              <a:buFont typeface="Arial" panose="020B0604020202020204" pitchFamily="34" charset="0"/>
              <a:buNone/>
              <a:defRPr sz="1600" b="1">
                <a:solidFill>
                  <a:schemeClr val="tx1"/>
                </a:solidFill>
              </a:defRPr>
            </a:lvl5pPr>
            <a:lvl6pPr marL="0" indent="0" algn="r">
              <a:buNone/>
              <a:defRPr sz="1600" b="1">
                <a:solidFill>
                  <a:schemeClr val="tx1"/>
                </a:solidFill>
              </a:defRPr>
            </a:lvl6pPr>
            <a:lvl7pPr marL="0" indent="0" algn="r">
              <a:buNone/>
              <a:defRPr sz="1600" b="1">
                <a:solidFill>
                  <a:schemeClr val="tx1"/>
                </a:solidFill>
              </a:defRPr>
            </a:lvl7pPr>
            <a:lvl8pPr marL="0" indent="0" algn="r">
              <a:buNone/>
              <a:defRPr sz="1600" b="1">
                <a:solidFill>
                  <a:schemeClr val="tx1"/>
                </a:solidFill>
              </a:defRPr>
            </a:lvl8pPr>
            <a:lvl9pPr marL="0" indent="0" algn="r">
              <a:buNone/>
              <a:defRPr sz="1600" b="1">
                <a:solidFill>
                  <a:schemeClr val="tx1"/>
                </a:solidFill>
              </a:defRPr>
            </a:lvl9pPr>
          </a:lstStyle>
          <a:p>
            <a:pPr lvl="0"/>
            <a:r>
              <a:rPr lang="en-US"/>
              <a:t>Division / Geography</a:t>
            </a:r>
          </a:p>
        </p:txBody>
      </p:sp>
      <p:sp>
        <p:nvSpPr>
          <p:cNvPr id="11" name="Text Placeholder 12">
            <a:extLst>
              <a:ext uri="{FF2B5EF4-FFF2-40B4-BE49-F238E27FC236}">
                <a16:creationId xmlns:a16="http://schemas.microsoft.com/office/drawing/2014/main" id="{3C21ED02-4A33-6EFD-6724-30A8642C13A3}"/>
              </a:ext>
            </a:extLst>
          </p:cNvPr>
          <p:cNvSpPr>
            <a:spLocks noGrp="1"/>
          </p:cNvSpPr>
          <p:nvPr>
            <p:ph type="body" sz="quarter" idx="99" hasCustomPrompt="1"/>
          </p:nvPr>
        </p:nvSpPr>
        <p:spPr>
          <a:xfrm>
            <a:off x="539750" y="6311900"/>
            <a:ext cx="2619375" cy="269875"/>
          </a:xfrm>
        </p:spPr>
        <p:txBody>
          <a:bodyPr anchor="b">
            <a:noAutofit/>
          </a:bodyPr>
          <a:lstStyle>
            <a:lvl1pPr>
              <a:defRPr sz="1000" b="0">
                <a:solidFill>
                  <a:schemeClr val="bg1"/>
                </a:solidFill>
              </a:defRPr>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2" name="Text Placeholder 15">
            <a:extLst>
              <a:ext uri="{FF2B5EF4-FFF2-40B4-BE49-F238E27FC236}">
                <a16:creationId xmlns:a16="http://schemas.microsoft.com/office/drawing/2014/main" id="{DDFCCCE6-1080-7167-2C83-D3BE43A6E107}"/>
              </a:ext>
            </a:extLst>
          </p:cNvPr>
          <p:cNvSpPr>
            <a:spLocks noGrp="1"/>
          </p:cNvSpPr>
          <p:nvPr>
            <p:ph type="body" sz="quarter" idx="100" hasCustomPrompt="1"/>
          </p:nvPr>
        </p:nvSpPr>
        <p:spPr>
          <a:xfrm>
            <a:off x="546099" y="3014450"/>
            <a:ext cx="2615184" cy="281478"/>
          </a:xfrm>
        </p:spPr>
        <p:txBody>
          <a:bodyPr>
            <a:noAutofit/>
          </a:bodyPr>
          <a:lstStyle>
            <a:lvl1pPr>
              <a:defRPr sz="1000">
                <a:solidFill>
                  <a:schemeClr val="bg1"/>
                </a:solidFill>
              </a:defRPr>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3" name="Text Placeholder 17">
            <a:extLst>
              <a:ext uri="{FF2B5EF4-FFF2-40B4-BE49-F238E27FC236}">
                <a16:creationId xmlns:a16="http://schemas.microsoft.com/office/drawing/2014/main" id="{4E920023-5558-3759-D0F7-D4E02260898A}"/>
              </a:ext>
            </a:extLst>
          </p:cNvPr>
          <p:cNvSpPr>
            <a:spLocks noGrp="1"/>
          </p:cNvSpPr>
          <p:nvPr>
            <p:ph type="body" sz="quarter" idx="101" hasCustomPrompt="1"/>
          </p:nvPr>
        </p:nvSpPr>
        <p:spPr>
          <a:xfrm>
            <a:off x="3386138" y="3009900"/>
            <a:ext cx="2615184" cy="286028"/>
          </a:xfrm>
        </p:spPr>
        <p:txBody>
          <a:bodyPr>
            <a:noAutofit/>
          </a:bodyPr>
          <a:lstStyle>
            <a:lvl1pPr>
              <a:defRPr sz="1000">
                <a:solidFill>
                  <a:schemeClr val="bg1"/>
                </a:solidFill>
              </a:defRPr>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4" name="Text Placeholder 19">
            <a:extLst>
              <a:ext uri="{FF2B5EF4-FFF2-40B4-BE49-F238E27FC236}">
                <a16:creationId xmlns:a16="http://schemas.microsoft.com/office/drawing/2014/main" id="{6463DDA5-4241-B62D-0CE3-D5CF7DDC78DE}"/>
              </a:ext>
            </a:extLst>
          </p:cNvPr>
          <p:cNvSpPr>
            <a:spLocks noGrp="1"/>
          </p:cNvSpPr>
          <p:nvPr>
            <p:ph type="body" sz="quarter" idx="102" hasCustomPrompt="1"/>
          </p:nvPr>
        </p:nvSpPr>
        <p:spPr>
          <a:xfrm>
            <a:off x="6194425" y="3009900"/>
            <a:ext cx="2615184" cy="286028"/>
          </a:xfrm>
        </p:spPr>
        <p:txBody>
          <a:bodyPr>
            <a:normAutofit/>
          </a:bodyPr>
          <a:lstStyle>
            <a:lvl1pPr>
              <a:defRPr sz="1000">
                <a:solidFill>
                  <a:schemeClr val="bg1"/>
                </a:solidFill>
              </a:defRPr>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1417995928"/>
      </p:ext>
    </p:extLst>
  </p:cSld>
  <p:clrMapOvr>
    <a:overrideClrMapping bg1="dk1" tx1="lt1" bg2="dk2" tx2="lt2" accent1="accent1" accent2="accent2" accent3="accent3" accent4="accent4" accent5="accent5" accent6="accent6" hlink="hlink" folHlink="folHlink"/>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over 6">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a:solidFill>
                  <a:schemeClr val="tx1"/>
                </a:solidFill>
              </a:defRPr>
            </a:lvl1pPr>
          </a:lstStyle>
          <a:p>
            <a:r>
              <a:rPr lang="en-US"/>
              <a:t>Click to edit Master title style</a:t>
            </a:r>
          </a:p>
        </p:txBody>
      </p:sp>
      <p:sp>
        <p:nvSpPr>
          <p:cNvPr id="6" name="Freeform 5">
            <a:extLst>
              <a:ext uri="{FF2B5EF4-FFF2-40B4-BE49-F238E27FC236}">
                <a16:creationId xmlns:a16="http://schemas.microsoft.com/office/drawing/2014/main" id="{EBC8BAC9-2F39-70BA-C3AC-DE7DA1042A5B}"/>
              </a:ext>
            </a:extLst>
          </p:cNvPr>
          <p:cNvSpPr/>
          <p:nvPr userDrawn="1"/>
        </p:nvSpPr>
        <p:spPr bwMode="black">
          <a:xfrm>
            <a:off x="539750" y="545106"/>
            <a:ext cx="2635250" cy="436702"/>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9" name="Picture Placeholder 8">
            <a:extLst>
              <a:ext uri="{FF2B5EF4-FFF2-40B4-BE49-F238E27FC236}">
                <a16:creationId xmlns:a16="http://schemas.microsoft.com/office/drawing/2014/main" id="{7AC15287-0630-B8DA-C579-8B9B7FB3569E}"/>
              </a:ext>
            </a:extLst>
          </p:cNvPr>
          <p:cNvSpPr>
            <a:spLocks noGrp="1"/>
          </p:cNvSpPr>
          <p:nvPr>
            <p:ph type="pic" sz="quarter" idx="13" hasCustomPrompt="1"/>
          </p:nvPr>
        </p:nvSpPr>
        <p:spPr bwMode="auto">
          <a:xfrm>
            <a:off x="6096000" y="0"/>
            <a:ext cx="2029968" cy="5868988"/>
          </a:xfrm>
          <a:solidFill>
            <a:srgbClr val="A6A9AA"/>
          </a:solidFill>
        </p:spPr>
        <p:txBody>
          <a:bodyPr tIns="731520" anchor="ctr"/>
          <a:lstStyle>
            <a:lvl1pPr algn="ctr">
              <a:defRPr b="0">
                <a:solidFill>
                  <a:schemeClr val="bg1"/>
                </a:solidFill>
                <a:latin typeface="Arial" panose="020B0604020202020204" pitchFamily="34" charset="0"/>
              </a:defRPr>
            </a:lvl1pPr>
          </a:lstStyle>
          <a:p>
            <a:r>
              <a:rPr lang="en-US"/>
              <a:t>Dynamic slice crop 1</a:t>
            </a:r>
          </a:p>
        </p:txBody>
      </p:sp>
      <p:sp>
        <p:nvSpPr>
          <p:cNvPr id="13" name="Picture Placeholder 8">
            <a:extLst>
              <a:ext uri="{FF2B5EF4-FFF2-40B4-BE49-F238E27FC236}">
                <a16:creationId xmlns:a16="http://schemas.microsoft.com/office/drawing/2014/main" id="{88B0AA94-1619-F4BF-E5D2-311BE603DDAC}"/>
              </a:ext>
            </a:extLst>
          </p:cNvPr>
          <p:cNvSpPr>
            <a:spLocks noGrp="1"/>
          </p:cNvSpPr>
          <p:nvPr>
            <p:ph type="pic" sz="quarter" idx="14" hasCustomPrompt="1"/>
          </p:nvPr>
        </p:nvSpPr>
        <p:spPr bwMode="auto">
          <a:xfrm>
            <a:off x="8125968" y="1422400"/>
            <a:ext cx="2029968" cy="5434765"/>
          </a:xfrm>
          <a:solidFill>
            <a:srgbClr val="A6A9AA"/>
          </a:solidFill>
        </p:spPr>
        <p:txBody>
          <a:bodyPr tIns="731520" anchor="ctr"/>
          <a:lstStyle>
            <a:lvl1pPr algn="ctr">
              <a:defRPr b="0">
                <a:solidFill>
                  <a:schemeClr val="bg1"/>
                </a:solidFill>
                <a:latin typeface="Arial" panose="020B0604020202020204" pitchFamily="34" charset="0"/>
              </a:defRPr>
            </a:lvl1pPr>
          </a:lstStyle>
          <a:p>
            <a:r>
              <a:rPr lang="en-US"/>
              <a:t>Dynamic slice crop 2</a:t>
            </a:r>
          </a:p>
        </p:txBody>
      </p:sp>
      <p:sp>
        <p:nvSpPr>
          <p:cNvPr id="15" name="Picture Placeholder 8">
            <a:extLst>
              <a:ext uri="{FF2B5EF4-FFF2-40B4-BE49-F238E27FC236}">
                <a16:creationId xmlns:a16="http://schemas.microsoft.com/office/drawing/2014/main" id="{D814C211-DBD2-6DA0-0A9F-8BF774A63EE4}"/>
              </a:ext>
            </a:extLst>
          </p:cNvPr>
          <p:cNvSpPr>
            <a:spLocks noGrp="1"/>
          </p:cNvSpPr>
          <p:nvPr>
            <p:ph type="pic" sz="quarter" idx="15" hasCustomPrompt="1"/>
          </p:nvPr>
        </p:nvSpPr>
        <p:spPr bwMode="auto">
          <a:xfrm>
            <a:off x="10155936" y="1"/>
            <a:ext cx="2036063" cy="4419599"/>
          </a:xfrm>
          <a:solidFill>
            <a:srgbClr val="A6A9AA"/>
          </a:solidFill>
        </p:spPr>
        <p:txBody>
          <a:bodyPr tIns="731520" anchor="ctr"/>
          <a:lstStyle>
            <a:lvl1pPr algn="ctr">
              <a:defRPr b="0">
                <a:solidFill>
                  <a:schemeClr val="bg1"/>
                </a:solidFill>
                <a:latin typeface="Arial" panose="020B0604020202020204" pitchFamily="34" charset="0"/>
              </a:defRPr>
            </a:lvl1pPr>
          </a:lstStyle>
          <a:p>
            <a:r>
              <a:rPr lang="en-US"/>
              <a:t>Dynamic slice crop 3</a:t>
            </a:r>
          </a:p>
        </p:txBody>
      </p:sp>
      <p:sp>
        <p:nvSpPr>
          <p:cNvPr id="4" name="Text Placeholder 11">
            <a:extLst>
              <a:ext uri="{FF2B5EF4-FFF2-40B4-BE49-F238E27FC236}">
                <a16:creationId xmlns:a16="http://schemas.microsoft.com/office/drawing/2014/main" id="{662F28CC-4FDC-6231-81B1-808636A2AFE1}"/>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Arial" panose="020B0604020202020204" pitchFamily="34" charset="0"/>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4E4E5E40-9936-2B1A-A957-B3832110D191}"/>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
        <p:nvSpPr>
          <p:cNvPr id="11" name="Text Placeholder 12">
            <a:extLst>
              <a:ext uri="{FF2B5EF4-FFF2-40B4-BE49-F238E27FC236}">
                <a16:creationId xmlns:a16="http://schemas.microsoft.com/office/drawing/2014/main" id="{2831160B-5FF4-1736-F0D0-4A4677891D9D}"/>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2" name="Text Placeholder 15">
            <a:extLst>
              <a:ext uri="{FF2B5EF4-FFF2-40B4-BE49-F238E27FC236}">
                <a16:creationId xmlns:a16="http://schemas.microsoft.com/office/drawing/2014/main" id="{CF96A1AB-78C0-6521-B97B-BDB3F01285A2}"/>
              </a:ext>
            </a:extLst>
          </p:cNvPr>
          <p:cNvSpPr>
            <a:spLocks noGrp="1"/>
          </p:cNvSpPr>
          <p:nvPr>
            <p:ph type="body" sz="quarter" idx="100" hasCustomPrompt="1"/>
          </p:nvPr>
        </p:nvSpPr>
        <p:spPr>
          <a:xfrm>
            <a:off x="559816" y="1717185"/>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4" name="Text Placeholder 17">
            <a:extLst>
              <a:ext uri="{FF2B5EF4-FFF2-40B4-BE49-F238E27FC236}">
                <a16:creationId xmlns:a16="http://schemas.microsoft.com/office/drawing/2014/main" id="{E8D27B1D-88E9-5CC5-DDCC-40CEA313B46B}"/>
              </a:ext>
            </a:extLst>
          </p:cNvPr>
          <p:cNvSpPr>
            <a:spLocks noGrp="1"/>
          </p:cNvSpPr>
          <p:nvPr>
            <p:ph type="body" sz="quarter" idx="101" hasCustomPrompt="1"/>
          </p:nvPr>
        </p:nvSpPr>
        <p:spPr>
          <a:xfrm>
            <a:off x="559816" y="2284135"/>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6" name="Text Placeholder 19">
            <a:extLst>
              <a:ext uri="{FF2B5EF4-FFF2-40B4-BE49-F238E27FC236}">
                <a16:creationId xmlns:a16="http://schemas.microsoft.com/office/drawing/2014/main" id="{B7AFFEB9-D67F-9298-FCF9-0054A5CB24FB}"/>
              </a:ext>
            </a:extLst>
          </p:cNvPr>
          <p:cNvSpPr>
            <a:spLocks noGrp="1"/>
          </p:cNvSpPr>
          <p:nvPr>
            <p:ph type="body" sz="quarter" idx="102" hasCustomPrompt="1"/>
          </p:nvPr>
        </p:nvSpPr>
        <p:spPr>
          <a:xfrm>
            <a:off x="559816" y="2857474"/>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1967819499"/>
      </p:ext>
    </p:extLst>
  </p:cSld>
  <p:clrMapOvr>
    <a:overrideClrMapping bg1="dk1" tx1="lt1" bg2="dk2" tx2="lt2" accent1="accent1" accent2="accent2" accent3="accent3" accent4="accent4" accent5="accent5" accent6="accent6" hlink="hlink" folHlink="folHlink"/>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over 7">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a:solidFill>
                  <a:schemeClr val="tx1"/>
                </a:solidFill>
              </a:defRPr>
            </a:lvl1pPr>
          </a:lstStyle>
          <a:p>
            <a:r>
              <a:rPr lang="en-US"/>
              <a:t>Click to edit Master title style</a:t>
            </a:r>
          </a:p>
        </p:txBody>
      </p:sp>
      <p:sp>
        <p:nvSpPr>
          <p:cNvPr id="6" name="Freeform 5">
            <a:extLst>
              <a:ext uri="{FF2B5EF4-FFF2-40B4-BE49-F238E27FC236}">
                <a16:creationId xmlns:a16="http://schemas.microsoft.com/office/drawing/2014/main" id="{EBC8BAC9-2F39-70BA-C3AC-DE7DA1042A5B}"/>
              </a:ext>
            </a:extLst>
          </p:cNvPr>
          <p:cNvSpPr/>
          <p:nvPr userDrawn="1"/>
        </p:nvSpPr>
        <p:spPr bwMode="black">
          <a:xfrm>
            <a:off x="539750" y="545106"/>
            <a:ext cx="2635250" cy="436702"/>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4" name="Text Placeholder 11">
            <a:extLst>
              <a:ext uri="{FF2B5EF4-FFF2-40B4-BE49-F238E27FC236}">
                <a16:creationId xmlns:a16="http://schemas.microsoft.com/office/drawing/2014/main" id="{6FA1FE30-4DE2-0D36-81F6-894372591DE3}"/>
              </a:ext>
            </a:extLst>
          </p:cNvPr>
          <p:cNvSpPr>
            <a:spLocks noGrp="1"/>
          </p:cNvSpPr>
          <p:nvPr>
            <p:ph type="body" sz="quarter" idx="11" hasCustomPrompt="1"/>
          </p:nvPr>
        </p:nvSpPr>
        <p:spPr>
          <a:xfrm>
            <a:off x="3367089" y="6311900"/>
            <a:ext cx="2624136" cy="269875"/>
          </a:xfrm>
        </p:spPr>
        <p:txBody>
          <a:bodyPr anchor="b">
            <a:normAutofit/>
          </a:bodyPr>
          <a:lstStyle>
            <a:lvl1pPr marL="0" algn="l" defTabSz="914400" rtl="0" eaLnBrk="1" latinLnBrk="0" hangingPunct="1">
              <a:defRPr lang="en-US" sz="1000" b="0" i="0" kern="1200" dirty="0" smtClean="0">
                <a:solidFill>
                  <a:schemeClr val="tx1"/>
                </a:solidFill>
                <a:latin typeface="Arial" panose="020B0604020202020204" pitchFamily="34" charset="0"/>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8" name="Picture Placeholder 9">
            <a:extLst>
              <a:ext uri="{FF2B5EF4-FFF2-40B4-BE49-F238E27FC236}">
                <a16:creationId xmlns:a16="http://schemas.microsoft.com/office/drawing/2014/main" id="{4DFF5D06-761A-8209-6035-68AC3551CA5A}"/>
              </a:ext>
            </a:extLst>
          </p:cNvPr>
          <p:cNvSpPr>
            <a:spLocks noGrp="1"/>
          </p:cNvSpPr>
          <p:nvPr>
            <p:ph type="pic" sz="quarter" idx="13" hasCustomPrompt="1"/>
          </p:nvPr>
        </p:nvSpPr>
        <p:spPr>
          <a:xfrm>
            <a:off x="6096000" y="2425700"/>
            <a:ext cx="2029968" cy="4432300"/>
          </a:xfrm>
          <a:solidFill>
            <a:srgbClr val="A6A9AA"/>
          </a:solidFill>
        </p:spPr>
        <p:txBody>
          <a:bodyPr tIns="548640" anchor="ctr"/>
          <a:lstStyle>
            <a:lvl1pPr algn="ctr">
              <a:defRPr b="0">
                <a:solidFill>
                  <a:schemeClr val="tx2"/>
                </a:solidFill>
                <a:latin typeface="Arial" panose="020B0604020202020204" pitchFamily="34" charset="0"/>
              </a:defRPr>
            </a:lvl1pPr>
          </a:lstStyle>
          <a:p>
            <a:r>
              <a:rPr lang="en-US"/>
              <a:t>Dynamic slice crop 1</a:t>
            </a:r>
          </a:p>
        </p:txBody>
      </p:sp>
      <p:sp>
        <p:nvSpPr>
          <p:cNvPr id="9" name="Picture Placeholder 9">
            <a:extLst>
              <a:ext uri="{FF2B5EF4-FFF2-40B4-BE49-F238E27FC236}">
                <a16:creationId xmlns:a16="http://schemas.microsoft.com/office/drawing/2014/main" id="{A06D238C-D66D-D54D-25CD-678D0ECC7E53}"/>
              </a:ext>
            </a:extLst>
          </p:cNvPr>
          <p:cNvSpPr>
            <a:spLocks noGrp="1"/>
          </p:cNvSpPr>
          <p:nvPr>
            <p:ph type="pic" sz="quarter" idx="14" hasCustomPrompt="1"/>
          </p:nvPr>
        </p:nvSpPr>
        <p:spPr>
          <a:xfrm>
            <a:off x="8125968" y="0"/>
            <a:ext cx="4066032" cy="4567237"/>
          </a:xfrm>
          <a:solidFill>
            <a:srgbClr val="A6A9AA"/>
          </a:solidFill>
        </p:spPr>
        <p:txBody>
          <a:bodyPr tIns="548640" anchor="ctr"/>
          <a:lstStyle>
            <a:lvl1pPr algn="ctr">
              <a:defRPr b="0">
                <a:solidFill>
                  <a:schemeClr val="tx2"/>
                </a:solidFill>
                <a:latin typeface="Arial" panose="020B0604020202020204" pitchFamily="34" charset="0"/>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3" name="Date Placeholder 3">
            <a:extLst>
              <a:ext uri="{FF2B5EF4-FFF2-40B4-BE49-F238E27FC236}">
                <a16:creationId xmlns:a16="http://schemas.microsoft.com/office/drawing/2014/main" id="{0C3AF8AB-703B-6EF3-1025-97479D9CF493}"/>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
        <p:nvSpPr>
          <p:cNvPr id="12" name="Text Placeholder 12">
            <a:extLst>
              <a:ext uri="{FF2B5EF4-FFF2-40B4-BE49-F238E27FC236}">
                <a16:creationId xmlns:a16="http://schemas.microsoft.com/office/drawing/2014/main" id="{EDF60DF2-B8E2-23E1-0952-91B36AE41896}"/>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3" name="Text Placeholder 15">
            <a:extLst>
              <a:ext uri="{FF2B5EF4-FFF2-40B4-BE49-F238E27FC236}">
                <a16:creationId xmlns:a16="http://schemas.microsoft.com/office/drawing/2014/main" id="{83A399C3-4B34-EF9D-F98F-879132EB60BE}"/>
              </a:ext>
            </a:extLst>
          </p:cNvPr>
          <p:cNvSpPr>
            <a:spLocks noGrp="1"/>
          </p:cNvSpPr>
          <p:nvPr>
            <p:ph type="body" sz="quarter" idx="100" hasCustomPrompt="1"/>
          </p:nvPr>
        </p:nvSpPr>
        <p:spPr>
          <a:xfrm>
            <a:off x="559816" y="1717185"/>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4" name="Text Placeholder 17">
            <a:extLst>
              <a:ext uri="{FF2B5EF4-FFF2-40B4-BE49-F238E27FC236}">
                <a16:creationId xmlns:a16="http://schemas.microsoft.com/office/drawing/2014/main" id="{04311926-1FA1-54E9-A566-1E93D701E606}"/>
              </a:ext>
            </a:extLst>
          </p:cNvPr>
          <p:cNvSpPr>
            <a:spLocks noGrp="1"/>
          </p:cNvSpPr>
          <p:nvPr>
            <p:ph type="body" sz="quarter" idx="101" hasCustomPrompt="1"/>
          </p:nvPr>
        </p:nvSpPr>
        <p:spPr>
          <a:xfrm>
            <a:off x="559816" y="2284135"/>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5" name="Text Placeholder 19">
            <a:extLst>
              <a:ext uri="{FF2B5EF4-FFF2-40B4-BE49-F238E27FC236}">
                <a16:creationId xmlns:a16="http://schemas.microsoft.com/office/drawing/2014/main" id="{C7A7ABC1-D1E0-552E-EE6B-7B417C789504}"/>
              </a:ext>
            </a:extLst>
          </p:cNvPr>
          <p:cNvSpPr>
            <a:spLocks noGrp="1"/>
          </p:cNvSpPr>
          <p:nvPr>
            <p:ph type="body" sz="quarter" idx="102" hasCustomPrompt="1"/>
          </p:nvPr>
        </p:nvSpPr>
        <p:spPr>
          <a:xfrm>
            <a:off x="559816" y="2857474"/>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4007234178"/>
      </p:ext>
    </p:extLst>
  </p:cSld>
  <p:clrMapOvr>
    <a:overrideClrMapping bg1="dk1" tx1="lt1" bg2="dk2" tx2="lt2" accent1="accent1" accent2="accent2" accent3="accent3" accent4="accent4" accent5="accent5" accent6="accent6" hlink="hlink" folHlink="folHlink"/>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5127C53-C848-5C29-009F-006AB168562E}"/>
              </a:ext>
            </a:extLst>
          </p:cNvPr>
          <p:cNvSpPr/>
          <p:nvPr/>
        </p:nvSpPr>
        <p:spPr bwMode="hidden">
          <a:xfrm>
            <a:off x="0" y="0"/>
            <a:ext cx="6096000"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blue and black background&#10;&#10;Description automatically generated">
            <a:extLst>
              <a:ext uri="{FF2B5EF4-FFF2-40B4-BE49-F238E27FC236}">
                <a16:creationId xmlns:a16="http://schemas.microsoft.com/office/drawing/2014/main" id="{CFF49F27-390A-B9BC-E6E4-8A08407B6C3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hidden">
          <a:xfrm>
            <a:off x="0" y="0"/>
            <a:ext cx="6095999" cy="6845300"/>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a:xfrm>
            <a:off x="6210302" y="6311900"/>
            <a:ext cx="4008435" cy="269875"/>
          </a:xfrm>
        </p:spPr>
        <p:txBody>
          <a:bodyPr/>
          <a:lstStyle/>
          <a:p>
            <a:r>
              <a:rPr lang="en-US"/>
              <a:t>See slide 12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6" name="Freeform 5">
            <a:extLst>
              <a:ext uri="{FF2B5EF4-FFF2-40B4-BE49-F238E27FC236}">
                <a16:creationId xmlns:a16="http://schemas.microsoft.com/office/drawing/2014/main" id="{5BCC6303-B8A8-E0F3-1B26-45B29EE4DC62}"/>
              </a:ext>
            </a:extLst>
          </p:cNvPr>
          <p:cNvSpPr/>
          <p:nvPr/>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14" name="Table Placeholder 13">
            <a:extLst>
              <a:ext uri="{FF2B5EF4-FFF2-40B4-BE49-F238E27FC236}">
                <a16:creationId xmlns:a16="http://schemas.microsoft.com/office/drawing/2014/main" id="{5002590A-F907-AAD8-7A39-3B1BC429EBA8}"/>
              </a:ext>
            </a:extLst>
          </p:cNvPr>
          <p:cNvSpPr>
            <a:spLocks noGrp="1"/>
          </p:cNvSpPr>
          <p:nvPr>
            <p:ph type="tbl" sz="quarter" idx="13"/>
          </p:nvPr>
        </p:nvSpPr>
        <p:spPr>
          <a:xfrm>
            <a:off x="6194426" y="552450"/>
            <a:ext cx="5443536" cy="5467349"/>
          </a:xfrm>
        </p:spPr>
        <p:txBody>
          <a:bodyPr/>
          <a:lstStyle/>
          <a:p>
            <a:r>
              <a:rPr lang="en-US"/>
              <a:t>Click icon to add table</a:t>
            </a:r>
          </a:p>
        </p:txBody>
      </p:sp>
      <p:sp>
        <p:nvSpPr>
          <p:cNvPr id="2" name="Title 1">
            <a:extLst>
              <a:ext uri="{FF2B5EF4-FFF2-40B4-BE49-F238E27FC236}">
                <a16:creationId xmlns:a16="http://schemas.microsoft.com/office/drawing/2014/main" id="{F6F0AFB7-EC79-4E82-2106-075F8224E949}"/>
              </a:ext>
            </a:extLst>
          </p:cNvPr>
          <p:cNvSpPr>
            <a:spLocks noGrp="1"/>
          </p:cNvSpPr>
          <p:nvPr>
            <p:ph type="title" hasCustomPrompt="1"/>
          </p:nvPr>
        </p:nvSpPr>
        <p:spPr>
          <a:xfrm>
            <a:off x="0" y="548640"/>
            <a:ext cx="1958975" cy="5037773"/>
          </a:xfrm>
        </p:spPr>
        <p:txBody>
          <a:bodyPr vert="vert270" anchor="ctr"/>
          <a:lstStyle>
            <a:lvl1pPr algn="r">
              <a:lnSpc>
                <a:spcPct val="100000"/>
              </a:lnSpc>
              <a:defRPr sz="9600">
                <a:solidFill>
                  <a:schemeClr val="bg1"/>
                </a:solidFill>
              </a:defRPr>
            </a:lvl1pPr>
          </a:lstStyle>
          <a:p>
            <a:r>
              <a:rPr lang="en-US"/>
              <a:t>Edit title</a:t>
            </a:r>
          </a:p>
        </p:txBody>
      </p:sp>
    </p:spTree>
    <p:extLst>
      <p:ext uri="{BB962C8B-B14F-4D97-AF65-F5344CB8AC3E}">
        <p14:creationId xmlns:p14="http://schemas.microsoft.com/office/powerpoint/2010/main" val="29265785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33748-ED34-E7AE-787B-D4DA9BB7C4F8}"/>
              </a:ext>
            </a:extLst>
          </p:cNvPr>
          <p:cNvSpPr/>
          <p:nvPr/>
        </p:nvSpPr>
        <p:spPr bwMode="hidden">
          <a:xfrm>
            <a:off x="0" y="0"/>
            <a:ext cx="4051300"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A blue lines on a black background&#10;&#10;Description automatically generated">
            <a:extLst>
              <a:ext uri="{FF2B5EF4-FFF2-40B4-BE49-F238E27FC236}">
                <a16:creationId xmlns:a16="http://schemas.microsoft.com/office/drawing/2014/main" id="{A1C86A7D-867C-38DB-B865-B67E5D7B6F9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hidden">
          <a:xfrm>
            <a:off x="0" y="0"/>
            <a:ext cx="4051300" cy="6861175"/>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12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9" name="Freeform 5">
            <a:extLst>
              <a:ext uri="{FF2B5EF4-FFF2-40B4-BE49-F238E27FC236}">
                <a16:creationId xmlns:a16="http://schemas.microsoft.com/office/drawing/2014/main" id="{9CD8C04C-1D78-487C-A015-9D171A470544}"/>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2" name="Table Placeholder 13">
            <a:extLst>
              <a:ext uri="{FF2B5EF4-FFF2-40B4-BE49-F238E27FC236}">
                <a16:creationId xmlns:a16="http://schemas.microsoft.com/office/drawing/2014/main" id="{A0797360-089A-16D7-DE4B-F780195CD85D}"/>
              </a:ext>
            </a:extLst>
          </p:cNvPr>
          <p:cNvSpPr>
            <a:spLocks noGrp="1"/>
          </p:cNvSpPr>
          <p:nvPr>
            <p:ph type="tbl" sz="quarter" idx="13"/>
          </p:nvPr>
        </p:nvSpPr>
        <p:spPr>
          <a:xfrm>
            <a:off x="4781550" y="552450"/>
            <a:ext cx="6856412" cy="5467349"/>
          </a:xfrm>
        </p:spPr>
        <p:txBody>
          <a:bodyPr/>
          <a:lstStyle/>
          <a:p>
            <a:r>
              <a:rPr lang="en-US"/>
              <a:t>Click icon to add table</a:t>
            </a:r>
          </a:p>
        </p:txBody>
      </p:sp>
      <p:sp>
        <p:nvSpPr>
          <p:cNvPr id="6" name="Title 1">
            <a:extLst>
              <a:ext uri="{FF2B5EF4-FFF2-40B4-BE49-F238E27FC236}">
                <a16:creationId xmlns:a16="http://schemas.microsoft.com/office/drawing/2014/main" id="{A9DA804E-D6C2-07DA-96B0-1CCBFDAC97E1}"/>
              </a:ext>
            </a:extLst>
          </p:cNvPr>
          <p:cNvSpPr>
            <a:spLocks noGrp="1"/>
          </p:cNvSpPr>
          <p:nvPr>
            <p:ph type="title" hasCustomPrompt="1"/>
          </p:nvPr>
        </p:nvSpPr>
        <p:spPr>
          <a:xfrm>
            <a:off x="0" y="548640"/>
            <a:ext cx="1958975" cy="5037773"/>
          </a:xfrm>
        </p:spPr>
        <p:txBody>
          <a:bodyPr vert="vert270" anchor="ctr"/>
          <a:lstStyle>
            <a:lvl1pPr algn="r">
              <a:lnSpc>
                <a:spcPct val="100000"/>
              </a:lnSpc>
              <a:defRPr sz="9600">
                <a:solidFill>
                  <a:schemeClr val="bg1"/>
                </a:solidFill>
              </a:defRPr>
            </a:lvl1pPr>
          </a:lstStyle>
          <a:p>
            <a:r>
              <a:rPr lang="en-US"/>
              <a:t>Edit title</a:t>
            </a:r>
          </a:p>
        </p:txBody>
      </p:sp>
    </p:spTree>
    <p:extLst>
      <p:ext uri="{BB962C8B-B14F-4D97-AF65-F5344CB8AC3E}">
        <p14:creationId xmlns:p14="http://schemas.microsoft.com/office/powerpoint/2010/main" val="12298493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33748-ED34-E7AE-787B-D4DA9BB7C4F8}"/>
              </a:ext>
            </a:extLst>
          </p:cNvPr>
          <p:cNvSpPr/>
          <p:nvPr/>
        </p:nvSpPr>
        <p:spPr bwMode="hidden">
          <a:xfrm>
            <a:off x="0" y="0"/>
            <a:ext cx="4051300"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A blue lines on a black background&#10;&#10;Description automatically generated">
            <a:extLst>
              <a:ext uri="{FF2B5EF4-FFF2-40B4-BE49-F238E27FC236}">
                <a16:creationId xmlns:a16="http://schemas.microsoft.com/office/drawing/2014/main" id="{A1C86A7D-867C-38DB-B865-B67E5D7B6F9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hidden">
          <a:xfrm>
            <a:off x="0" y="0"/>
            <a:ext cx="4051300" cy="6851650"/>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12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9" name="Freeform 5">
            <a:extLst>
              <a:ext uri="{FF2B5EF4-FFF2-40B4-BE49-F238E27FC236}">
                <a16:creationId xmlns:a16="http://schemas.microsoft.com/office/drawing/2014/main" id="{9CD8C04C-1D78-487C-A015-9D171A470544}"/>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2" name="Text Placeholder 9">
            <a:extLst>
              <a:ext uri="{FF2B5EF4-FFF2-40B4-BE49-F238E27FC236}">
                <a16:creationId xmlns:a16="http://schemas.microsoft.com/office/drawing/2014/main" id="{2A355254-E2E2-A829-C676-82454D270840}"/>
              </a:ext>
            </a:extLst>
          </p:cNvPr>
          <p:cNvSpPr>
            <a:spLocks noGrp="1"/>
          </p:cNvSpPr>
          <p:nvPr>
            <p:ph type="body" sz="quarter" idx="14"/>
          </p:nvPr>
        </p:nvSpPr>
        <p:spPr>
          <a:xfrm>
            <a:off x="8423565" y="1127123"/>
            <a:ext cx="3214397" cy="5040313"/>
          </a:xfrm>
        </p:spPr>
        <p:txBody>
          <a:bodyPr lIns="0">
            <a:normAutofit/>
          </a:bodyPr>
          <a:lstStyle>
            <a:lvl1pPr>
              <a:spcBef>
                <a:spcPts val="2400"/>
              </a:spcBef>
              <a:defRPr b="1"/>
            </a:lvl1pPr>
            <a:lvl2pPr marL="285750" indent="-285750">
              <a:buFont typeface="GT America Regular" pitchFamily="2" charset="77"/>
              <a:buChar char="→"/>
              <a:defRPr/>
            </a:lvl2pPr>
            <a:lvl3pPr marL="0" indent="0">
              <a:buNone/>
              <a:defRPr/>
            </a:lvl3pPr>
            <a:lvl4pPr marL="283464" indent="0">
              <a:buFont typeface="Arial" panose="020B0604020202020204" pitchFamily="34" charset="0"/>
              <a:buNone/>
              <a:defRPr/>
            </a:lvl4pPr>
            <a:lvl5pPr marL="283464" indent="0">
              <a:buNone/>
              <a:defRPr sz="1400"/>
            </a:lvl5pPr>
            <a:lvl6pPr marL="283464" indent="0">
              <a:buFont typeface="Arial" panose="020B0604020202020204" pitchFamily="34" charset="0"/>
              <a:buNone/>
              <a:defRPr sz="1400"/>
            </a:lvl6pPr>
            <a:lvl7pPr marL="283464" indent="0">
              <a:buNone/>
              <a:defRPr/>
            </a:lvl7pPr>
            <a:lvl8pPr marL="283464" indent="0">
              <a:buFont typeface="Arial" panose="020B0604020202020204" pitchFamily="34" charset="0"/>
              <a:buNone/>
              <a:defRPr/>
            </a:lvl8pPr>
            <a:lvl9pPr marL="283464" indent="0">
              <a:buNone/>
              <a:defRPr/>
            </a:lvl9pPr>
          </a:lstStyle>
          <a:p>
            <a:pPr lvl="0"/>
            <a:r>
              <a:rPr lang="en-US"/>
              <a:t>Click to edit Master text styles</a:t>
            </a:r>
          </a:p>
          <a:p>
            <a:pPr lvl="1"/>
            <a:r>
              <a:rPr lang="en-US"/>
              <a:t>Second level</a:t>
            </a:r>
          </a:p>
        </p:txBody>
      </p:sp>
      <p:sp>
        <p:nvSpPr>
          <p:cNvPr id="6" name="Text Placeholder 9">
            <a:extLst>
              <a:ext uri="{FF2B5EF4-FFF2-40B4-BE49-F238E27FC236}">
                <a16:creationId xmlns:a16="http://schemas.microsoft.com/office/drawing/2014/main" id="{C7A8DCC2-F1AD-A798-22A8-7C3AD433BF61}"/>
              </a:ext>
            </a:extLst>
          </p:cNvPr>
          <p:cNvSpPr>
            <a:spLocks noGrp="1"/>
          </p:cNvSpPr>
          <p:nvPr>
            <p:ph type="body" sz="quarter" idx="13"/>
          </p:nvPr>
        </p:nvSpPr>
        <p:spPr>
          <a:xfrm>
            <a:off x="4781550" y="1127124"/>
            <a:ext cx="3434664" cy="5040313"/>
          </a:xfrm>
        </p:spPr>
        <p:txBody>
          <a:bodyPr lIns="0">
            <a:normAutofit/>
          </a:bodyPr>
          <a:lstStyle>
            <a:lvl1pPr>
              <a:spcBef>
                <a:spcPts val="2400"/>
              </a:spcBef>
              <a:defRPr b="1"/>
            </a:lvl1pPr>
            <a:lvl2pPr marL="285750" indent="-285750">
              <a:buFont typeface="GT America Regular" pitchFamily="2" charset="77"/>
              <a:buChar char="→"/>
              <a:defRPr/>
            </a:lvl2pPr>
            <a:lvl3pPr marL="0" indent="0">
              <a:buNone/>
              <a:defRPr/>
            </a:lvl3pPr>
            <a:lvl4pPr marL="283464" indent="0">
              <a:buFont typeface="Arial" panose="020B0604020202020204" pitchFamily="34" charset="0"/>
              <a:buNone/>
              <a:defRPr sz="1400"/>
            </a:lvl4pPr>
            <a:lvl5pPr marL="283464" indent="0">
              <a:buNone/>
              <a:defRPr sz="1400"/>
            </a:lvl5pPr>
            <a:lvl6pPr marL="283464" indent="0">
              <a:buFont typeface="Arial" panose="020B0604020202020204" pitchFamily="34" charset="0"/>
              <a:buNone/>
              <a:defRPr/>
            </a:lvl6pPr>
            <a:lvl7pPr marL="283464" indent="0">
              <a:buNone/>
              <a:defRPr sz="1400"/>
            </a:lvl7pPr>
            <a:lvl8pPr marL="283464" indent="0">
              <a:buFont typeface="Arial" panose="020B0604020202020204" pitchFamily="34" charset="0"/>
              <a:buNone/>
              <a:defRPr/>
            </a:lvl8pPr>
            <a:lvl9pPr marL="283464" indent="0">
              <a:buNone/>
              <a:defRPr/>
            </a:lvl9pPr>
          </a:lstStyle>
          <a:p>
            <a:pPr lvl="0"/>
            <a:r>
              <a:rPr lang="en-US"/>
              <a:t>Click to edit Master text styles</a:t>
            </a:r>
          </a:p>
          <a:p>
            <a:pPr lvl="1"/>
            <a:r>
              <a:rPr lang="en-US"/>
              <a:t>Second level</a:t>
            </a:r>
          </a:p>
        </p:txBody>
      </p:sp>
      <p:sp>
        <p:nvSpPr>
          <p:cNvPr id="7" name="Title 1">
            <a:extLst>
              <a:ext uri="{FF2B5EF4-FFF2-40B4-BE49-F238E27FC236}">
                <a16:creationId xmlns:a16="http://schemas.microsoft.com/office/drawing/2014/main" id="{40A69DCB-C443-D923-77AF-F7A45CB4F043}"/>
              </a:ext>
            </a:extLst>
          </p:cNvPr>
          <p:cNvSpPr>
            <a:spLocks noGrp="1"/>
          </p:cNvSpPr>
          <p:nvPr>
            <p:ph type="title" hasCustomPrompt="1"/>
          </p:nvPr>
        </p:nvSpPr>
        <p:spPr>
          <a:xfrm>
            <a:off x="0" y="548640"/>
            <a:ext cx="1958975" cy="5037773"/>
          </a:xfrm>
        </p:spPr>
        <p:txBody>
          <a:bodyPr vert="vert270" anchor="ctr"/>
          <a:lstStyle>
            <a:lvl1pPr algn="r">
              <a:lnSpc>
                <a:spcPct val="100000"/>
              </a:lnSpc>
              <a:defRPr sz="9600">
                <a:solidFill>
                  <a:schemeClr val="bg1"/>
                </a:solidFill>
              </a:defRPr>
            </a:lvl1pPr>
          </a:lstStyle>
          <a:p>
            <a:r>
              <a:rPr lang="en-US"/>
              <a:t>Edit title</a:t>
            </a:r>
          </a:p>
        </p:txBody>
      </p:sp>
    </p:spTree>
    <p:extLst>
      <p:ext uri="{BB962C8B-B14F-4D97-AF65-F5344CB8AC3E}">
        <p14:creationId xmlns:p14="http://schemas.microsoft.com/office/powerpoint/2010/main" val="176581249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Agenda 4">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2023265"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A blue lines on a black background&#10;&#10;Description automatically generated">
            <a:extLst>
              <a:ext uri="{FF2B5EF4-FFF2-40B4-BE49-F238E27FC236}">
                <a16:creationId xmlns:a16="http://schemas.microsoft.com/office/drawing/2014/main" id="{43506656-89E5-4D3B-4C51-0386CED5F1B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35901"/>
          <a:stretch/>
        </p:blipFill>
        <p:spPr bwMode="hidden">
          <a:xfrm>
            <a:off x="0" y="-3175"/>
            <a:ext cx="2023265" cy="6861175"/>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12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6" name="Freeform 5">
            <a:extLst>
              <a:ext uri="{FF2B5EF4-FFF2-40B4-BE49-F238E27FC236}">
                <a16:creationId xmlns:a16="http://schemas.microsoft.com/office/drawing/2014/main" id="{5BCC6303-B8A8-E0F3-1B26-45B29EE4DC62}"/>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12" name="Freeform 5">
            <a:extLst>
              <a:ext uri="{FF2B5EF4-FFF2-40B4-BE49-F238E27FC236}">
                <a16:creationId xmlns:a16="http://schemas.microsoft.com/office/drawing/2014/main" id="{B2BF897B-C4FE-7F0C-FE2C-6956C830B315}"/>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2" name="Text Placeholder 9">
            <a:extLst>
              <a:ext uri="{FF2B5EF4-FFF2-40B4-BE49-F238E27FC236}">
                <a16:creationId xmlns:a16="http://schemas.microsoft.com/office/drawing/2014/main" id="{97A60806-2005-3279-1B3F-393FF318E435}"/>
              </a:ext>
            </a:extLst>
          </p:cNvPr>
          <p:cNvSpPr>
            <a:spLocks noGrp="1"/>
          </p:cNvSpPr>
          <p:nvPr>
            <p:ph type="body" sz="quarter" idx="14"/>
          </p:nvPr>
        </p:nvSpPr>
        <p:spPr>
          <a:xfrm>
            <a:off x="9018956" y="1127124"/>
            <a:ext cx="2619006" cy="5040313"/>
          </a:xfrm>
        </p:spPr>
        <p:txBody>
          <a:bodyPr/>
          <a:lstStyle>
            <a:lvl1pPr>
              <a:spcBef>
                <a:spcPts val="2400"/>
              </a:spcBef>
              <a:defRPr b="1"/>
            </a:lvl1pPr>
            <a:lvl2pPr marL="285750" indent="-285750">
              <a:buFont typeface="GT America Regular" pitchFamily="2" charset="77"/>
              <a:buChar char="→"/>
              <a:defRPr/>
            </a:lvl2pPr>
            <a:lvl3pPr marL="0" indent="0">
              <a:buNone/>
              <a:defRPr/>
            </a:lvl3pPr>
            <a:lvl4pPr marL="283464" indent="0">
              <a:buFont typeface="Arial" panose="020B0604020202020204" pitchFamily="34" charset="0"/>
              <a:buNone/>
              <a:defRPr/>
            </a:lvl4pPr>
            <a:lvl5pPr marL="283464" indent="0">
              <a:buNone/>
              <a:defRPr/>
            </a:lvl5pPr>
            <a:lvl6pPr marL="283464" indent="0">
              <a:buFont typeface="Arial" panose="020B0604020202020204" pitchFamily="34" charset="0"/>
              <a:buNone/>
              <a:defRPr/>
            </a:lvl6pPr>
            <a:lvl7pPr marL="283464" indent="0">
              <a:buNone/>
              <a:defRPr/>
            </a:lvl7pPr>
            <a:lvl8pPr marL="283464" indent="0">
              <a:buFont typeface="Arial" panose="020B0604020202020204" pitchFamily="34" charset="0"/>
              <a:buNone/>
              <a:defRPr/>
            </a:lvl8pPr>
            <a:lvl9pPr marL="283464" indent="0">
              <a:buNone/>
              <a:defRPr/>
            </a:lvl9pPr>
          </a:lstStyle>
          <a:p>
            <a:pPr lvl="0"/>
            <a:r>
              <a:rPr lang="en-US"/>
              <a:t>Click to edit Master text styles</a:t>
            </a:r>
          </a:p>
          <a:p>
            <a:pPr lvl="1"/>
            <a:r>
              <a:rPr lang="en-US"/>
              <a:t>Second level</a:t>
            </a:r>
          </a:p>
        </p:txBody>
      </p:sp>
      <p:sp>
        <p:nvSpPr>
          <p:cNvPr id="5" name="Text Placeholder 9">
            <a:extLst>
              <a:ext uri="{FF2B5EF4-FFF2-40B4-BE49-F238E27FC236}">
                <a16:creationId xmlns:a16="http://schemas.microsoft.com/office/drawing/2014/main" id="{A96DBD7A-DCEA-7B49-148D-857A5FC1B863}"/>
              </a:ext>
            </a:extLst>
          </p:cNvPr>
          <p:cNvSpPr>
            <a:spLocks noGrp="1"/>
          </p:cNvSpPr>
          <p:nvPr>
            <p:ph type="body" sz="quarter" idx="13"/>
          </p:nvPr>
        </p:nvSpPr>
        <p:spPr>
          <a:xfrm>
            <a:off x="6186855" y="1127124"/>
            <a:ext cx="2626946" cy="5040313"/>
          </a:xfrm>
        </p:spPr>
        <p:txBody>
          <a:bodyPr>
            <a:normAutofit/>
          </a:bodyPr>
          <a:lstStyle>
            <a:lvl1pPr>
              <a:spcBef>
                <a:spcPts val="2400"/>
              </a:spcBef>
              <a:defRPr b="1"/>
            </a:lvl1pPr>
            <a:lvl2pPr marL="285750" indent="-285750">
              <a:buFont typeface="GT America Regular" pitchFamily="2" charset="77"/>
              <a:buChar char="→"/>
              <a:defRPr/>
            </a:lvl2pPr>
            <a:lvl3pPr marL="0" indent="0">
              <a:buNone/>
              <a:defRPr/>
            </a:lvl3pPr>
            <a:lvl4pPr marL="283464" indent="0">
              <a:buFont typeface="Arial" panose="020B0604020202020204" pitchFamily="34" charset="0"/>
              <a:buNone/>
              <a:defRPr/>
            </a:lvl4pPr>
            <a:lvl5pPr marL="283464" indent="0">
              <a:buNone/>
              <a:defRPr sz="1400"/>
            </a:lvl5pPr>
            <a:lvl6pPr marL="283464" indent="0">
              <a:buFont typeface="Arial" panose="020B0604020202020204" pitchFamily="34" charset="0"/>
              <a:buNone/>
              <a:defRPr sz="1400"/>
            </a:lvl6pPr>
            <a:lvl7pPr marL="283464" indent="0">
              <a:buNone/>
              <a:defRPr/>
            </a:lvl7pPr>
            <a:lvl8pPr marL="283464" indent="0">
              <a:buFont typeface="Arial" panose="020B0604020202020204" pitchFamily="34" charset="0"/>
              <a:buNone/>
              <a:defRPr/>
            </a:lvl8pPr>
            <a:lvl9pPr marL="283464" indent="0">
              <a:buNone/>
              <a:defRPr/>
            </a:lvl9pPr>
          </a:lstStyle>
          <a:p>
            <a:pPr lvl="0"/>
            <a:r>
              <a:rPr lang="en-US"/>
              <a:t>Click to edit Master text styles</a:t>
            </a:r>
          </a:p>
          <a:p>
            <a:pPr lvl="1"/>
            <a:r>
              <a:rPr lang="en-US"/>
              <a:t>Second level</a:t>
            </a:r>
          </a:p>
        </p:txBody>
      </p:sp>
      <p:sp>
        <p:nvSpPr>
          <p:cNvPr id="13" name="Text Placeholder 9">
            <a:extLst>
              <a:ext uri="{FF2B5EF4-FFF2-40B4-BE49-F238E27FC236}">
                <a16:creationId xmlns:a16="http://schemas.microsoft.com/office/drawing/2014/main" id="{8972C75E-D802-D589-98E6-318B1F0530CB}"/>
              </a:ext>
            </a:extLst>
          </p:cNvPr>
          <p:cNvSpPr>
            <a:spLocks noGrp="1"/>
          </p:cNvSpPr>
          <p:nvPr>
            <p:ph type="body" sz="quarter" idx="15"/>
          </p:nvPr>
        </p:nvSpPr>
        <p:spPr>
          <a:xfrm>
            <a:off x="3367088" y="1127124"/>
            <a:ext cx="2614612" cy="5040313"/>
          </a:xfrm>
        </p:spPr>
        <p:txBody>
          <a:bodyPr>
            <a:normAutofit/>
          </a:bodyPr>
          <a:lstStyle>
            <a:lvl1pPr>
              <a:spcBef>
                <a:spcPts val="2400"/>
              </a:spcBef>
              <a:defRPr b="1"/>
            </a:lvl1pPr>
            <a:lvl2pPr marL="285750" indent="-285750">
              <a:buFont typeface="GT America Regular" pitchFamily="2" charset="77"/>
              <a:buChar char="→"/>
              <a:defRPr/>
            </a:lvl2pPr>
            <a:lvl3pPr marL="0" indent="0">
              <a:buNone/>
              <a:defRPr/>
            </a:lvl3pPr>
            <a:lvl4pPr marL="283464" indent="0">
              <a:buFont typeface="Arial" panose="020B0604020202020204" pitchFamily="34" charset="0"/>
              <a:buNone/>
              <a:defRPr sz="1400"/>
            </a:lvl4pPr>
            <a:lvl5pPr marL="283464" indent="0">
              <a:buNone/>
              <a:defRPr sz="1400"/>
            </a:lvl5pPr>
            <a:lvl6pPr marL="283464" indent="0">
              <a:buFont typeface="Arial" panose="020B0604020202020204" pitchFamily="34" charset="0"/>
              <a:buNone/>
              <a:defRPr/>
            </a:lvl6pPr>
            <a:lvl7pPr marL="283464" indent="0">
              <a:buNone/>
              <a:defRPr/>
            </a:lvl7pPr>
            <a:lvl8pPr marL="283464" indent="0">
              <a:buFont typeface="Arial" panose="020B0604020202020204" pitchFamily="34" charset="0"/>
              <a:buNone/>
              <a:defRPr/>
            </a:lvl8pPr>
            <a:lvl9pPr marL="283464" indent="0">
              <a:buNone/>
              <a:defRPr/>
            </a:lvl9pPr>
          </a:lstStyle>
          <a:p>
            <a:pPr lvl="0"/>
            <a:r>
              <a:rPr lang="en-US"/>
              <a:t>Click to edit Master text styles</a:t>
            </a:r>
          </a:p>
          <a:p>
            <a:pPr lvl="1"/>
            <a:r>
              <a:rPr lang="en-US"/>
              <a:t>Second level</a:t>
            </a:r>
          </a:p>
        </p:txBody>
      </p:sp>
      <p:sp>
        <p:nvSpPr>
          <p:cNvPr id="7" name="Title 1">
            <a:extLst>
              <a:ext uri="{FF2B5EF4-FFF2-40B4-BE49-F238E27FC236}">
                <a16:creationId xmlns:a16="http://schemas.microsoft.com/office/drawing/2014/main" id="{87B5BA7B-A36C-1FF6-B321-EDC408BE67B2}"/>
              </a:ext>
            </a:extLst>
          </p:cNvPr>
          <p:cNvSpPr>
            <a:spLocks noGrp="1"/>
          </p:cNvSpPr>
          <p:nvPr>
            <p:ph type="title" hasCustomPrompt="1"/>
          </p:nvPr>
        </p:nvSpPr>
        <p:spPr>
          <a:xfrm>
            <a:off x="0" y="548640"/>
            <a:ext cx="1958975" cy="5037773"/>
          </a:xfrm>
        </p:spPr>
        <p:txBody>
          <a:bodyPr vert="vert270" anchor="ctr"/>
          <a:lstStyle>
            <a:lvl1pPr algn="r">
              <a:lnSpc>
                <a:spcPct val="100000"/>
              </a:lnSpc>
              <a:defRPr sz="9600">
                <a:solidFill>
                  <a:schemeClr val="bg1"/>
                </a:solidFill>
              </a:defRPr>
            </a:lvl1pPr>
          </a:lstStyle>
          <a:p>
            <a:r>
              <a:rPr lang="en-US"/>
              <a:t>Edit title</a:t>
            </a:r>
          </a:p>
        </p:txBody>
      </p:sp>
    </p:spTree>
    <p:extLst>
      <p:ext uri="{BB962C8B-B14F-4D97-AF65-F5344CB8AC3E}">
        <p14:creationId xmlns:p14="http://schemas.microsoft.com/office/powerpoint/2010/main" val="180210607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Divider 1 - Short title">
    <p:bg>
      <p:bgPr>
        <a:solidFill>
          <a:schemeClr val="bg2"/>
        </a:solidFill>
        <a:effectLst/>
      </p:bgPr>
    </p:bg>
    <p:spTree>
      <p:nvGrpSpPr>
        <p:cNvPr id="1" name=""/>
        <p:cNvGrpSpPr/>
        <p:nvPr/>
      </p:nvGrpSpPr>
      <p:grpSpPr>
        <a:xfrm>
          <a:off x="0" y="0"/>
          <a:ext cx="0" cy="0"/>
          <a:chOff x="0" y="0"/>
          <a:chExt cx="0" cy="0"/>
        </a:xfrm>
      </p:grpSpPr>
      <p:sp>
        <p:nvSpPr>
          <p:cNvPr id="20" name="Freeform 19">
            <a:extLst>
              <a:ext uri="{FF2B5EF4-FFF2-40B4-BE49-F238E27FC236}">
                <a16:creationId xmlns:a16="http://schemas.microsoft.com/office/drawing/2014/main" id="{6732315D-1057-6521-C359-22C1DAF4964C}"/>
              </a:ext>
            </a:extLst>
          </p:cNvPr>
          <p:cNvSpPr/>
          <p:nvPr/>
        </p:nvSpPr>
        <p:spPr>
          <a:xfrm>
            <a:off x="3367088" y="552449"/>
            <a:ext cx="8267463" cy="5677842"/>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accent1">
              <a:alpha val="25000"/>
            </a:schemeClr>
          </a:solidFill>
          <a:ln w="0" cap="flat">
            <a:noFill/>
            <a:prstDash val="solid"/>
            <a:miter/>
          </a:ln>
        </p:spPr>
        <p:txBody>
          <a:bodyPr rtlCol="0" anchor="ctr"/>
          <a:lstStyle/>
          <a:p>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12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8" name="Title 17">
            <a:extLst>
              <a:ext uri="{FF2B5EF4-FFF2-40B4-BE49-F238E27FC236}">
                <a16:creationId xmlns:a16="http://schemas.microsoft.com/office/drawing/2014/main" id="{98D5B202-316D-9EDE-D8FC-C6D094C650D6}"/>
              </a:ext>
            </a:extLst>
          </p:cNvPr>
          <p:cNvSpPr>
            <a:spLocks noGrp="1"/>
          </p:cNvSpPr>
          <p:nvPr>
            <p:ph type="title" hasCustomPrompt="1"/>
          </p:nvPr>
        </p:nvSpPr>
        <p:spPr>
          <a:xfrm>
            <a:off x="546100" y="3295650"/>
            <a:ext cx="8267700" cy="1997075"/>
          </a:xfrm>
          <a:prstGeom prst="rect">
            <a:avLst/>
          </a:prstGeom>
        </p:spPr>
        <p:txBody>
          <a:bodyPr anchor="b"/>
          <a:lstStyle>
            <a:lvl1pPr marL="514350" indent="-514350" algn="l">
              <a:lnSpc>
                <a:spcPct val="100000"/>
              </a:lnSpc>
              <a:tabLst/>
              <a:defRPr sz="4800">
                <a:solidFill>
                  <a:schemeClr val="tx1"/>
                </a:solidFill>
              </a:defRPr>
            </a:lvl1pPr>
          </a:lstStyle>
          <a:p>
            <a:r>
              <a:rPr lang="en-US"/>
              <a:t>Use this divider only if your headline is short</a:t>
            </a:r>
          </a:p>
        </p:txBody>
      </p:sp>
    </p:spTree>
    <p:extLst>
      <p:ext uri="{BB962C8B-B14F-4D97-AF65-F5344CB8AC3E}">
        <p14:creationId xmlns:p14="http://schemas.microsoft.com/office/powerpoint/2010/main" val="568231672"/>
      </p:ext>
    </p:extLst>
  </p:cSld>
  <p:clrMapOvr>
    <a:overrideClrMapping bg1="dk1" tx1="lt1" bg2="dk2" tx2="lt2" accent1="accent1" accent2="accent2" accent3="accent3" accent4="accent4" accent5="accent5" accent6="accent6" hlink="hlink" folHlink="folHlink"/>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Divider 1 - Long title">
    <p:bg>
      <p:bgPr>
        <a:solidFill>
          <a:schemeClr val="bg2"/>
        </a:solidFill>
        <a:effectLst/>
      </p:bgPr>
    </p:bg>
    <p:spTree>
      <p:nvGrpSpPr>
        <p:cNvPr id="1" name=""/>
        <p:cNvGrpSpPr/>
        <p:nvPr/>
      </p:nvGrpSpPr>
      <p:grpSpPr>
        <a:xfrm>
          <a:off x="0" y="0"/>
          <a:ext cx="0" cy="0"/>
          <a:chOff x="0" y="0"/>
          <a:chExt cx="0" cy="0"/>
        </a:xfrm>
      </p:grpSpPr>
      <p:sp>
        <p:nvSpPr>
          <p:cNvPr id="20" name="Freeform 19">
            <a:extLst>
              <a:ext uri="{FF2B5EF4-FFF2-40B4-BE49-F238E27FC236}">
                <a16:creationId xmlns:a16="http://schemas.microsoft.com/office/drawing/2014/main" id="{6732315D-1057-6521-C359-22C1DAF4964C}"/>
              </a:ext>
            </a:extLst>
          </p:cNvPr>
          <p:cNvSpPr/>
          <p:nvPr/>
        </p:nvSpPr>
        <p:spPr>
          <a:xfrm>
            <a:off x="3367088" y="552449"/>
            <a:ext cx="8267463" cy="5677842"/>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accent1">
              <a:alpha val="25000"/>
            </a:schemeClr>
          </a:solidFill>
          <a:ln w="0" cap="flat">
            <a:noFill/>
            <a:prstDash val="solid"/>
            <a:miter/>
          </a:ln>
        </p:spPr>
        <p:txBody>
          <a:bodyPr rtlCol="0" anchor="ctr"/>
          <a:lstStyle/>
          <a:p>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12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4676" cy="269875"/>
          </a:xfrm>
        </p:spPr>
        <p:txBody>
          <a:bodyPr/>
          <a:lstStyle/>
          <a:p>
            <a:fld id="{862A5111-985B-C14D-9115-5787026182A8}" type="slidenum">
              <a:rPr lang="en-US" smtClean="0"/>
              <a:t>‹#›</a:t>
            </a:fld>
            <a:endParaRPr lang="en-US"/>
          </a:p>
        </p:txBody>
      </p:sp>
      <p:sp>
        <p:nvSpPr>
          <p:cNvPr id="5" name="Title 17">
            <a:extLst>
              <a:ext uri="{FF2B5EF4-FFF2-40B4-BE49-F238E27FC236}">
                <a16:creationId xmlns:a16="http://schemas.microsoft.com/office/drawing/2014/main" id="{9FEA9B73-F154-CEDE-C3F9-3BA38B6541A9}"/>
              </a:ext>
            </a:extLst>
          </p:cNvPr>
          <p:cNvSpPr>
            <a:spLocks noGrp="1"/>
          </p:cNvSpPr>
          <p:nvPr>
            <p:ph type="title" hasCustomPrompt="1"/>
          </p:nvPr>
        </p:nvSpPr>
        <p:spPr>
          <a:xfrm>
            <a:off x="546100" y="2425700"/>
            <a:ext cx="8267700" cy="2860221"/>
          </a:xfrm>
          <a:prstGeom prst="rect">
            <a:avLst/>
          </a:prstGeom>
        </p:spPr>
        <p:txBody>
          <a:bodyPr anchor="b"/>
          <a:lstStyle>
            <a:lvl1pPr marL="0" indent="0" algn="l">
              <a:lnSpc>
                <a:spcPct val="100000"/>
              </a:lnSpc>
              <a:tabLst/>
              <a:defRPr sz="4800">
                <a:solidFill>
                  <a:schemeClr val="tx1"/>
                </a:solidFill>
              </a:defRPr>
            </a:lvl1pPr>
          </a:lstStyle>
          <a:p>
            <a:r>
              <a:rPr lang="en-US"/>
              <a:t>Use this divider if your headline is long, or is equal to or greater than a total of three lines</a:t>
            </a:r>
          </a:p>
        </p:txBody>
      </p:sp>
    </p:spTree>
    <p:extLst>
      <p:ext uri="{BB962C8B-B14F-4D97-AF65-F5344CB8AC3E}">
        <p14:creationId xmlns:p14="http://schemas.microsoft.com/office/powerpoint/2010/main" val="1753220514"/>
      </p:ext>
    </p:extLst>
  </p:cSld>
  <p:clrMapOvr>
    <a:overrideClrMapping bg1="dk1" tx1="lt1" bg2="dk2" tx2="lt2" accent1="accent1" accent2="accent2" accent3="accent3" accent4="accent4" accent5="accent5" accent6="accent6" hlink="hlink" folHlink="folHlink"/>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Divider 3 - Short title">
    <p:bg>
      <p:bgPr>
        <a:solidFill>
          <a:schemeClr val="bg2"/>
        </a:solidFill>
        <a:effectLst/>
      </p:bgPr>
    </p:bg>
    <p:spTree>
      <p:nvGrpSpPr>
        <p:cNvPr id="1" name=""/>
        <p:cNvGrpSpPr/>
        <p:nvPr/>
      </p:nvGrpSpPr>
      <p:grpSpPr>
        <a:xfrm>
          <a:off x="0" y="0"/>
          <a:ext cx="0" cy="0"/>
          <a:chOff x="0" y="0"/>
          <a:chExt cx="0" cy="0"/>
        </a:xfrm>
      </p:grpSpPr>
      <p:pic>
        <p:nvPicPr>
          <p:cNvPr id="5" name="Picture 4" descr="A blue wavy lines on a black background&#10;&#10;Description automatically generated">
            <a:extLst>
              <a:ext uri="{FF2B5EF4-FFF2-40B4-BE49-F238E27FC236}">
                <a16:creationId xmlns:a16="http://schemas.microsoft.com/office/drawing/2014/main" id="{08337103-59B6-6AE9-80A5-90CFAC0400C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hidden">
          <a:xfrm>
            <a:off x="6350" y="-1"/>
            <a:ext cx="12179302" cy="6858000"/>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12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8" name="Title 17">
            <a:extLst>
              <a:ext uri="{FF2B5EF4-FFF2-40B4-BE49-F238E27FC236}">
                <a16:creationId xmlns:a16="http://schemas.microsoft.com/office/drawing/2014/main" id="{98D5B202-316D-9EDE-D8FC-C6D094C650D6}"/>
              </a:ext>
            </a:extLst>
          </p:cNvPr>
          <p:cNvSpPr>
            <a:spLocks noGrp="1"/>
          </p:cNvSpPr>
          <p:nvPr>
            <p:ph type="title" hasCustomPrompt="1"/>
          </p:nvPr>
        </p:nvSpPr>
        <p:spPr>
          <a:xfrm>
            <a:off x="546100" y="3295650"/>
            <a:ext cx="8267700" cy="1997075"/>
          </a:xfrm>
          <a:prstGeom prst="rect">
            <a:avLst/>
          </a:prstGeom>
        </p:spPr>
        <p:txBody>
          <a:bodyPr anchor="b"/>
          <a:lstStyle>
            <a:lvl1pPr marL="514350" indent="-514350" algn="l">
              <a:lnSpc>
                <a:spcPct val="100000"/>
              </a:lnSpc>
              <a:tabLst/>
              <a:defRPr sz="4800">
                <a:solidFill>
                  <a:schemeClr val="tx1"/>
                </a:solidFill>
              </a:defRPr>
            </a:lvl1pPr>
          </a:lstStyle>
          <a:p>
            <a:r>
              <a:rPr lang="en-US"/>
              <a:t>Use this divider only if your headline is short</a:t>
            </a:r>
          </a:p>
        </p:txBody>
      </p:sp>
    </p:spTree>
    <p:extLst>
      <p:ext uri="{BB962C8B-B14F-4D97-AF65-F5344CB8AC3E}">
        <p14:creationId xmlns:p14="http://schemas.microsoft.com/office/powerpoint/2010/main" val="3716009333"/>
      </p:ext>
    </p:extLst>
  </p:cSld>
  <p:clrMapOvr>
    <a:overrideClrMapping bg1="dk1" tx1="lt1" bg2="dk2" tx2="lt2" accent1="accent1" accent2="accent2" accent3="accent3" accent4="accent4" accent5="accent5" accent6="accent6" hlink="hlink" folHlink="folHlink"/>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Divider 2 - Long title">
    <p:bg>
      <p:bgPr>
        <a:solidFill>
          <a:schemeClr val="bg2"/>
        </a:solidFill>
        <a:effectLst/>
      </p:bgPr>
    </p:bg>
    <p:spTree>
      <p:nvGrpSpPr>
        <p:cNvPr id="1" name=""/>
        <p:cNvGrpSpPr/>
        <p:nvPr/>
      </p:nvGrpSpPr>
      <p:grpSpPr>
        <a:xfrm>
          <a:off x="0" y="0"/>
          <a:ext cx="0" cy="0"/>
          <a:chOff x="0" y="0"/>
          <a:chExt cx="0" cy="0"/>
        </a:xfrm>
      </p:grpSpPr>
      <p:pic>
        <p:nvPicPr>
          <p:cNvPr id="6" name="Picture 5" descr="A blue wavy lines on a black background&#10;&#10;Description automatically generated">
            <a:extLst>
              <a:ext uri="{FF2B5EF4-FFF2-40B4-BE49-F238E27FC236}">
                <a16:creationId xmlns:a16="http://schemas.microsoft.com/office/drawing/2014/main" id="{836C1EA9-D1CD-4494-05CB-C8B04EE4273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hidden">
          <a:xfrm>
            <a:off x="6350" y="-1"/>
            <a:ext cx="12179302" cy="6858000"/>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12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4676" cy="269875"/>
          </a:xfrm>
        </p:spPr>
        <p:txBody>
          <a:bodyPr/>
          <a:lstStyle/>
          <a:p>
            <a:fld id="{862A5111-985B-C14D-9115-5787026182A8}" type="slidenum">
              <a:rPr lang="en-US" smtClean="0"/>
              <a:t>‹#›</a:t>
            </a:fld>
            <a:endParaRPr lang="en-US"/>
          </a:p>
        </p:txBody>
      </p:sp>
      <p:sp>
        <p:nvSpPr>
          <p:cNvPr id="7" name="Title 17">
            <a:extLst>
              <a:ext uri="{FF2B5EF4-FFF2-40B4-BE49-F238E27FC236}">
                <a16:creationId xmlns:a16="http://schemas.microsoft.com/office/drawing/2014/main" id="{0E02A696-5AEC-8241-7182-A62C3777A058}"/>
              </a:ext>
            </a:extLst>
          </p:cNvPr>
          <p:cNvSpPr>
            <a:spLocks noGrp="1"/>
          </p:cNvSpPr>
          <p:nvPr>
            <p:ph type="title" hasCustomPrompt="1"/>
          </p:nvPr>
        </p:nvSpPr>
        <p:spPr>
          <a:xfrm>
            <a:off x="546100" y="2425700"/>
            <a:ext cx="8267700" cy="2860221"/>
          </a:xfrm>
          <a:prstGeom prst="rect">
            <a:avLst/>
          </a:prstGeom>
        </p:spPr>
        <p:txBody>
          <a:bodyPr anchor="b"/>
          <a:lstStyle>
            <a:lvl1pPr marL="0" indent="0" algn="l">
              <a:lnSpc>
                <a:spcPct val="100000"/>
              </a:lnSpc>
              <a:tabLst/>
              <a:defRPr sz="4800">
                <a:solidFill>
                  <a:schemeClr val="tx1"/>
                </a:solidFill>
              </a:defRPr>
            </a:lvl1pPr>
          </a:lstStyle>
          <a:p>
            <a:r>
              <a:rPr lang="en-US"/>
              <a:t>Use this divider if your headline is long, or is equal to or greater than a total of three lines</a:t>
            </a:r>
          </a:p>
        </p:txBody>
      </p:sp>
    </p:spTree>
    <p:extLst>
      <p:ext uri="{BB962C8B-B14F-4D97-AF65-F5344CB8AC3E}">
        <p14:creationId xmlns:p14="http://schemas.microsoft.com/office/powerpoint/2010/main" val="2629131275"/>
      </p:ext>
    </p:extLst>
  </p:cSld>
  <p:clrMapOvr>
    <a:overrideClrMapping bg1="dk1" tx1="lt1" bg2="dk2" tx2="lt2" accent1="accent1" accent2="accent2" accent3="accent3" accent4="accent4" accent5="accent5" accent6="accent6" hlink="hlink" folHlink="folHlink"/>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Divider Photo - Short title">
    <p:bg>
      <p:bgPr>
        <a:solidFill>
          <a:schemeClr val="tx1"/>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EC514BA5-6487-0CDD-2D28-66E701C8A937}"/>
              </a:ext>
            </a:extLst>
          </p:cNvPr>
          <p:cNvSpPr>
            <a:spLocks noGrp="1"/>
          </p:cNvSpPr>
          <p:nvPr>
            <p:ph type="pic" sz="quarter" idx="14"/>
          </p:nvPr>
        </p:nvSpPr>
        <p:spPr>
          <a:xfrm>
            <a:off x="0" y="0"/>
            <a:ext cx="12192000" cy="6858000"/>
          </a:xfrm>
          <a:custGeom>
            <a:avLst/>
            <a:gdLst>
              <a:gd name="connsiteX0" fmla="*/ 1221554 w 12192000"/>
              <a:gd name="connsiteY0" fmla="*/ 552450 h 6858000"/>
              <a:gd name="connsiteX1" fmla="*/ 1221554 w 12192000"/>
              <a:gd name="connsiteY1" fmla="*/ 707287 h 6858000"/>
              <a:gd name="connsiteX2" fmla="*/ 1287710 w 12192000"/>
              <a:gd name="connsiteY2" fmla="*/ 707287 h 6858000"/>
              <a:gd name="connsiteX3" fmla="*/ 1243606 w 12192000"/>
              <a:gd name="connsiteY3" fmla="*/ 828714 h 6858000"/>
              <a:gd name="connsiteX4" fmla="*/ 1277094 w 12192000"/>
              <a:gd name="connsiteY4" fmla="*/ 828714 h 6858000"/>
              <a:gd name="connsiteX5" fmla="*/ 1376737 w 12192000"/>
              <a:gd name="connsiteY5" fmla="*/ 695063 h 6858000"/>
              <a:gd name="connsiteX6" fmla="*/ 1376737 w 12192000"/>
              <a:gd name="connsiteY6" fmla="*/ 552450 h 6858000"/>
              <a:gd name="connsiteX7" fmla="*/ 546100 w 12192000"/>
              <a:gd name="connsiteY7" fmla="*/ 552450 h 6858000"/>
              <a:gd name="connsiteX8" fmla="*/ 546100 w 12192000"/>
              <a:gd name="connsiteY8" fmla="*/ 1122906 h 6858000"/>
              <a:gd name="connsiteX9" fmla="*/ 689033 w 12192000"/>
              <a:gd name="connsiteY9" fmla="*/ 1122906 h 6858000"/>
              <a:gd name="connsiteX10" fmla="*/ 689033 w 12192000"/>
              <a:gd name="connsiteY10" fmla="*/ 752925 h 6858000"/>
              <a:gd name="connsiteX11" fmla="*/ 709451 w 12192000"/>
              <a:gd name="connsiteY11" fmla="*/ 837678 h 6858000"/>
              <a:gd name="connsiteX12" fmla="*/ 785410 w 12192000"/>
              <a:gd name="connsiteY12" fmla="*/ 1122906 h 6858000"/>
              <a:gd name="connsiteX13" fmla="*/ 935693 w 12192000"/>
              <a:gd name="connsiteY13" fmla="*/ 1122906 h 6858000"/>
              <a:gd name="connsiteX14" fmla="*/ 1011652 w 12192000"/>
              <a:gd name="connsiteY14" fmla="*/ 837678 h 6858000"/>
              <a:gd name="connsiteX15" fmla="*/ 1032070 w 12192000"/>
              <a:gd name="connsiteY15" fmla="*/ 752925 h 6858000"/>
              <a:gd name="connsiteX16" fmla="*/ 1032070 w 12192000"/>
              <a:gd name="connsiteY16" fmla="*/ 1122906 h 6858000"/>
              <a:gd name="connsiteX17" fmla="*/ 1178270 w 12192000"/>
              <a:gd name="connsiteY17" fmla="*/ 1122906 h 6858000"/>
              <a:gd name="connsiteX18" fmla="*/ 1178270 w 12192000"/>
              <a:gd name="connsiteY18" fmla="*/ 552450 h 6858000"/>
              <a:gd name="connsiteX19" fmla="*/ 950395 w 12192000"/>
              <a:gd name="connsiteY19" fmla="*/ 552450 h 6858000"/>
              <a:gd name="connsiteX20" fmla="*/ 879337 w 12192000"/>
              <a:gd name="connsiteY20" fmla="*/ 845827 h 6858000"/>
              <a:gd name="connsiteX21" fmla="*/ 862185 w 12192000"/>
              <a:gd name="connsiteY21" fmla="*/ 927321 h 6858000"/>
              <a:gd name="connsiteX22" fmla="*/ 845033 w 12192000"/>
              <a:gd name="connsiteY22" fmla="*/ 845827 h 6858000"/>
              <a:gd name="connsiteX23" fmla="*/ 773976 w 12192000"/>
              <a:gd name="connsiteY23" fmla="*/ 552450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221554" y="552450"/>
                </a:moveTo>
                <a:lnTo>
                  <a:pt x="1221554" y="707287"/>
                </a:lnTo>
                <a:lnTo>
                  <a:pt x="1287710" y="707287"/>
                </a:lnTo>
                <a:lnTo>
                  <a:pt x="1243606" y="828714"/>
                </a:lnTo>
                <a:lnTo>
                  <a:pt x="1277094" y="828714"/>
                </a:lnTo>
                <a:lnTo>
                  <a:pt x="1376737" y="695063"/>
                </a:lnTo>
                <a:lnTo>
                  <a:pt x="1376737" y="552450"/>
                </a:lnTo>
                <a:close/>
                <a:moveTo>
                  <a:pt x="546100" y="552450"/>
                </a:moveTo>
                <a:lnTo>
                  <a:pt x="546100" y="1122906"/>
                </a:lnTo>
                <a:lnTo>
                  <a:pt x="689033" y="1122906"/>
                </a:lnTo>
                <a:lnTo>
                  <a:pt x="689033" y="752925"/>
                </a:lnTo>
                <a:lnTo>
                  <a:pt x="709451" y="837678"/>
                </a:lnTo>
                <a:lnTo>
                  <a:pt x="785410" y="1122906"/>
                </a:lnTo>
                <a:lnTo>
                  <a:pt x="935693" y="1122906"/>
                </a:lnTo>
                <a:lnTo>
                  <a:pt x="1011652" y="837678"/>
                </a:lnTo>
                <a:lnTo>
                  <a:pt x="1032070" y="752925"/>
                </a:lnTo>
                <a:lnTo>
                  <a:pt x="1032070" y="1122906"/>
                </a:lnTo>
                <a:lnTo>
                  <a:pt x="1178270" y="1122906"/>
                </a:lnTo>
                <a:lnTo>
                  <a:pt x="1178270" y="552450"/>
                </a:lnTo>
                <a:lnTo>
                  <a:pt x="950395" y="552450"/>
                </a:lnTo>
                <a:lnTo>
                  <a:pt x="879337" y="845827"/>
                </a:lnTo>
                <a:lnTo>
                  <a:pt x="862185" y="927321"/>
                </a:lnTo>
                <a:lnTo>
                  <a:pt x="845033" y="845827"/>
                </a:lnTo>
                <a:lnTo>
                  <a:pt x="773976" y="552450"/>
                </a:lnTo>
                <a:close/>
                <a:moveTo>
                  <a:pt x="0" y="0"/>
                </a:moveTo>
                <a:lnTo>
                  <a:pt x="12192000" y="0"/>
                </a:lnTo>
                <a:lnTo>
                  <a:pt x="12192000" y="6858000"/>
                </a:lnTo>
                <a:lnTo>
                  <a:pt x="0" y="6858000"/>
                </a:lnTo>
                <a:close/>
              </a:path>
            </a:pathLst>
          </a:custGeom>
          <a:solidFill>
            <a:srgbClr val="A6A9AA"/>
          </a:solidFill>
        </p:spPr>
        <p:txBody>
          <a:bodyPr wrap="square" tIns="2103120">
            <a:noAutofit/>
          </a:bodyPr>
          <a:lstStyle>
            <a:lvl1pPr algn="ctr">
              <a:defRPr>
                <a:solidFill>
                  <a:schemeClr val="tx1"/>
                </a:solidFill>
              </a:defRPr>
            </a:lvl1pPr>
          </a:lstStyle>
          <a:p>
            <a:r>
              <a:rPr lang="en-US"/>
              <a:t>Click icon to add picture</a:t>
            </a:r>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12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8" name="Title 17">
            <a:extLst>
              <a:ext uri="{FF2B5EF4-FFF2-40B4-BE49-F238E27FC236}">
                <a16:creationId xmlns:a16="http://schemas.microsoft.com/office/drawing/2014/main" id="{98D5B202-316D-9EDE-D8FC-C6D094C650D6}"/>
              </a:ext>
            </a:extLst>
          </p:cNvPr>
          <p:cNvSpPr>
            <a:spLocks noGrp="1"/>
          </p:cNvSpPr>
          <p:nvPr>
            <p:ph type="title" hasCustomPrompt="1"/>
          </p:nvPr>
        </p:nvSpPr>
        <p:spPr>
          <a:xfrm>
            <a:off x="546100" y="3295650"/>
            <a:ext cx="8267700" cy="1997075"/>
          </a:xfrm>
          <a:prstGeom prst="rect">
            <a:avLst/>
          </a:prstGeom>
        </p:spPr>
        <p:txBody>
          <a:bodyPr anchor="b"/>
          <a:lstStyle>
            <a:lvl1pPr marL="514350" indent="-514350" algn="l">
              <a:lnSpc>
                <a:spcPct val="100000"/>
              </a:lnSpc>
              <a:tabLst/>
              <a:defRPr sz="4800">
                <a:solidFill>
                  <a:schemeClr val="tx1"/>
                </a:solidFill>
              </a:defRPr>
            </a:lvl1pPr>
          </a:lstStyle>
          <a:p>
            <a:r>
              <a:rPr lang="en-US"/>
              <a:t>Use this divider only if your headline is short</a:t>
            </a:r>
          </a:p>
        </p:txBody>
      </p:sp>
    </p:spTree>
    <p:extLst>
      <p:ext uri="{BB962C8B-B14F-4D97-AF65-F5344CB8AC3E}">
        <p14:creationId xmlns:p14="http://schemas.microsoft.com/office/powerpoint/2010/main" val="1994414789"/>
      </p:ext>
    </p:extLst>
  </p:cSld>
  <p:clrMapOvr>
    <a:overrideClrMapping bg1="dk1" tx1="lt1" bg2="dk2" tx2="lt2" accent1="accent1" accent2="accent2" accent3="accent3" accent4="accent4" accent5="accent5" accent6="accent6" hlink="hlink" folHlink="folHlink"/>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Divider Photo - Long title">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D2C1E244-876B-1F11-FE16-79C6C8406455}"/>
              </a:ext>
            </a:extLst>
          </p:cNvPr>
          <p:cNvSpPr>
            <a:spLocks noGrp="1"/>
          </p:cNvSpPr>
          <p:nvPr>
            <p:ph type="pic" sz="quarter" idx="14"/>
          </p:nvPr>
        </p:nvSpPr>
        <p:spPr>
          <a:xfrm>
            <a:off x="0" y="0"/>
            <a:ext cx="12192000" cy="6858000"/>
          </a:xfrm>
          <a:custGeom>
            <a:avLst/>
            <a:gdLst>
              <a:gd name="connsiteX0" fmla="*/ 1221554 w 12192000"/>
              <a:gd name="connsiteY0" fmla="*/ 552450 h 6858000"/>
              <a:gd name="connsiteX1" fmla="*/ 1221554 w 12192000"/>
              <a:gd name="connsiteY1" fmla="*/ 707287 h 6858000"/>
              <a:gd name="connsiteX2" fmla="*/ 1287710 w 12192000"/>
              <a:gd name="connsiteY2" fmla="*/ 707287 h 6858000"/>
              <a:gd name="connsiteX3" fmla="*/ 1243606 w 12192000"/>
              <a:gd name="connsiteY3" fmla="*/ 828714 h 6858000"/>
              <a:gd name="connsiteX4" fmla="*/ 1277094 w 12192000"/>
              <a:gd name="connsiteY4" fmla="*/ 828714 h 6858000"/>
              <a:gd name="connsiteX5" fmla="*/ 1376737 w 12192000"/>
              <a:gd name="connsiteY5" fmla="*/ 695063 h 6858000"/>
              <a:gd name="connsiteX6" fmla="*/ 1376737 w 12192000"/>
              <a:gd name="connsiteY6" fmla="*/ 552450 h 6858000"/>
              <a:gd name="connsiteX7" fmla="*/ 546100 w 12192000"/>
              <a:gd name="connsiteY7" fmla="*/ 552450 h 6858000"/>
              <a:gd name="connsiteX8" fmla="*/ 546100 w 12192000"/>
              <a:gd name="connsiteY8" fmla="*/ 1122906 h 6858000"/>
              <a:gd name="connsiteX9" fmla="*/ 689033 w 12192000"/>
              <a:gd name="connsiteY9" fmla="*/ 1122906 h 6858000"/>
              <a:gd name="connsiteX10" fmla="*/ 689033 w 12192000"/>
              <a:gd name="connsiteY10" fmla="*/ 752925 h 6858000"/>
              <a:gd name="connsiteX11" fmla="*/ 709451 w 12192000"/>
              <a:gd name="connsiteY11" fmla="*/ 837678 h 6858000"/>
              <a:gd name="connsiteX12" fmla="*/ 785410 w 12192000"/>
              <a:gd name="connsiteY12" fmla="*/ 1122906 h 6858000"/>
              <a:gd name="connsiteX13" fmla="*/ 935693 w 12192000"/>
              <a:gd name="connsiteY13" fmla="*/ 1122906 h 6858000"/>
              <a:gd name="connsiteX14" fmla="*/ 1011652 w 12192000"/>
              <a:gd name="connsiteY14" fmla="*/ 837678 h 6858000"/>
              <a:gd name="connsiteX15" fmla="*/ 1032070 w 12192000"/>
              <a:gd name="connsiteY15" fmla="*/ 752925 h 6858000"/>
              <a:gd name="connsiteX16" fmla="*/ 1032070 w 12192000"/>
              <a:gd name="connsiteY16" fmla="*/ 1122906 h 6858000"/>
              <a:gd name="connsiteX17" fmla="*/ 1178270 w 12192000"/>
              <a:gd name="connsiteY17" fmla="*/ 1122906 h 6858000"/>
              <a:gd name="connsiteX18" fmla="*/ 1178270 w 12192000"/>
              <a:gd name="connsiteY18" fmla="*/ 552450 h 6858000"/>
              <a:gd name="connsiteX19" fmla="*/ 950395 w 12192000"/>
              <a:gd name="connsiteY19" fmla="*/ 552450 h 6858000"/>
              <a:gd name="connsiteX20" fmla="*/ 879337 w 12192000"/>
              <a:gd name="connsiteY20" fmla="*/ 845827 h 6858000"/>
              <a:gd name="connsiteX21" fmla="*/ 862185 w 12192000"/>
              <a:gd name="connsiteY21" fmla="*/ 927321 h 6858000"/>
              <a:gd name="connsiteX22" fmla="*/ 845033 w 12192000"/>
              <a:gd name="connsiteY22" fmla="*/ 845827 h 6858000"/>
              <a:gd name="connsiteX23" fmla="*/ 773976 w 12192000"/>
              <a:gd name="connsiteY23" fmla="*/ 552450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221554" y="552450"/>
                </a:moveTo>
                <a:lnTo>
                  <a:pt x="1221554" y="707287"/>
                </a:lnTo>
                <a:lnTo>
                  <a:pt x="1287710" y="707287"/>
                </a:lnTo>
                <a:lnTo>
                  <a:pt x="1243606" y="828714"/>
                </a:lnTo>
                <a:lnTo>
                  <a:pt x="1277094" y="828714"/>
                </a:lnTo>
                <a:lnTo>
                  <a:pt x="1376737" y="695063"/>
                </a:lnTo>
                <a:lnTo>
                  <a:pt x="1376737" y="552450"/>
                </a:lnTo>
                <a:close/>
                <a:moveTo>
                  <a:pt x="546100" y="552450"/>
                </a:moveTo>
                <a:lnTo>
                  <a:pt x="546100" y="1122906"/>
                </a:lnTo>
                <a:lnTo>
                  <a:pt x="689033" y="1122906"/>
                </a:lnTo>
                <a:lnTo>
                  <a:pt x="689033" y="752925"/>
                </a:lnTo>
                <a:lnTo>
                  <a:pt x="709451" y="837678"/>
                </a:lnTo>
                <a:lnTo>
                  <a:pt x="785410" y="1122906"/>
                </a:lnTo>
                <a:lnTo>
                  <a:pt x="935693" y="1122906"/>
                </a:lnTo>
                <a:lnTo>
                  <a:pt x="1011652" y="837678"/>
                </a:lnTo>
                <a:lnTo>
                  <a:pt x="1032070" y="752925"/>
                </a:lnTo>
                <a:lnTo>
                  <a:pt x="1032070" y="1122906"/>
                </a:lnTo>
                <a:lnTo>
                  <a:pt x="1178270" y="1122906"/>
                </a:lnTo>
                <a:lnTo>
                  <a:pt x="1178270" y="552450"/>
                </a:lnTo>
                <a:lnTo>
                  <a:pt x="950395" y="552450"/>
                </a:lnTo>
                <a:lnTo>
                  <a:pt x="879337" y="845827"/>
                </a:lnTo>
                <a:lnTo>
                  <a:pt x="862185" y="927321"/>
                </a:lnTo>
                <a:lnTo>
                  <a:pt x="845033" y="845827"/>
                </a:lnTo>
                <a:lnTo>
                  <a:pt x="773976" y="552450"/>
                </a:lnTo>
                <a:close/>
                <a:moveTo>
                  <a:pt x="0" y="0"/>
                </a:moveTo>
                <a:lnTo>
                  <a:pt x="12192000" y="0"/>
                </a:lnTo>
                <a:lnTo>
                  <a:pt x="12192000" y="6858000"/>
                </a:lnTo>
                <a:lnTo>
                  <a:pt x="0" y="6858000"/>
                </a:lnTo>
                <a:close/>
              </a:path>
            </a:pathLst>
          </a:custGeom>
          <a:solidFill>
            <a:srgbClr val="A6A9AA"/>
          </a:solidFill>
        </p:spPr>
        <p:txBody>
          <a:bodyPr wrap="square" tIns="2103120">
            <a:noAutofit/>
          </a:bodyPr>
          <a:lstStyle>
            <a:lvl1pPr algn="ctr">
              <a:defRPr>
                <a:solidFill>
                  <a:schemeClr val="tx1"/>
                </a:solidFill>
              </a:defRPr>
            </a:lvl1pPr>
          </a:lstStyle>
          <a:p>
            <a:r>
              <a:rPr lang="en-US"/>
              <a:t>Click icon to add picture</a:t>
            </a:r>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12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4676" cy="269875"/>
          </a:xfrm>
        </p:spPr>
        <p:txBody>
          <a:bodyPr/>
          <a:lstStyle/>
          <a:p>
            <a:fld id="{862A5111-985B-C14D-9115-5787026182A8}" type="slidenum">
              <a:rPr lang="en-US" smtClean="0"/>
              <a:t>‹#›</a:t>
            </a:fld>
            <a:endParaRPr lang="en-US"/>
          </a:p>
        </p:txBody>
      </p:sp>
      <p:sp>
        <p:nvSpPr>
          <p:cNvPr id="5" name="Title 17">
            <a:extLst>
              <a:ext uri="{FF2B5EF4-FFF2-40B4-BE49-F238E27FC236}">
                <a16:creationId xmlns:a16="http://schemas.microsoft.com/office/drawing/2014/main" id="{9FB85A57-AF49-344B-37C6-7EFC489A80CC}"/>
              </a:ext>
            </a:extLst>
          </p:cNvPr>
          <p:cNvSpPr>
            <a:spLocks noGrp="1"/>
          </p:cNvSpPr>
          <p:nvPr>
            <p:ph type="title" hasCustomPrompt="1"/>
          </p:nvPr>
        </p:nvSpPr>
        <p:spPr>
          <a:xfrm>
            <a:off x="546100" y="2425700"/>
            <a:ext cx="8267700" cy="2860221"/>
          </a:xfrm>
          <a:prstGeom prst="rect">
            <a:avLst/>
          </a:prstGeom>
        </p:spPr>
        <p:txBody>
          <a:bodyPr anchor="b"/>
          <a:lstStyle>
            <a:lvl1pPr marL="0" indent="0" algn="l">
              <a:lnSpc>
                <a:spcPct val="100000"/>
              </a:lnSpc>
              <a:tabLst/>
              <a:defRPr sz="4800">
                <a:solidFill>
                  <a:schemeClr val="tx1"/>
                </a:solidFill>
              </a:defRPr>
            </a:lvl1pPr>
          </a:lstStyle>
          <a:p>
            <a:r>
              <a:rPr lang="en-US"/>
              <a:t>Use this divider if your headline is long, or is equal to or greater than a total of three lines</a:t>
            </a:r>
          </a:p>
        </p:txBody>
      </p:sp>
    </p:spTree>
    <p:extLst>
      <p:ext uri="{BB962C8B-B14F-4D97-AF65-F5344CB8AC3E}">
        <p14:creationId xmlns:p14="http://schemas.microsoft.com/office/powerpoint/2010/main" val="377134497"/>
      </p:ext>
    </p:extLst>
  </p:cSld>
  <p:clrMapOvr>
    <a:overrideClrMapping bg1="dk1" tx1="lt1" bg2="dk2" tx2="lt2" accent1="accent1" accent2="accent2" accent3="accent3" accent4="accent4" accent5="accent5" accent6="accent6" hlink="hlink" folHlink="folHlink"/>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Quote 1 - General">
    <p:bg>
      <p:bgPr>
        <a:solidFill>
          <a:schemeClr val="bg2"/>
        </a:solidFill>
        <a:effectLst/>
      </p:bgPr>
    </p:bg>
    <p:spTree>
      <p:nvGrpSpPr>
        <p:cNvPr id="1" name=""/>
        <p:cNvGrpSpPr/>
        <p:nvPr/>
      </p:nvGrpSpPr>
      <p:grpSpPr>
        <a:xfrm>
          <a:off x="0" y="0"/>
          <a:ext cx="0" cy="0"/>
          <a:chOff x="0" y="0"/>
          <a:chExt cx="0" cy="0"/>
        </a:xfrm>
      </p:grpSpPr>
      <p:pic>
        <p:nvPicPr>
          <p:cNvPr id="7" name="Picture 6" descr="A blue wavy lines on a black background&#10;&#10;Description automatically generated">
            <a:extLst>
              <a:ext uri="{FF2B5EF4-FFF2-40B4-BE49-F238E27FC236}">
                <a16:creationId xmlns:a16="http://schemas.microsoft.com/office/drawing/2014/main" id="{ABB7ED4C-416B-722A-BF88-042E3CA9DC4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hidden">
          <a:xfrm>
            <a:off x="6350" y="-1"/>
            <a:ext cx="12179302" cy="6858000"/>
          </a:xfrm>
          <a:prstGeom prst="rect">
            <a:avLst/>
          </a:prstGeom>
        </p:spPr>
      </p:pic>
      <p:sp>
        <p:nvSpPr>
          <p:cNvPr id="20" name="Freeform 19">
            <a:extLst>
              <a:ext uri="{FF2B5EF4-FFF2-40B4-BE49-F238E27FC236}">
                <a16:creationId xmlns:a16="http://schemas.microsoft.com/office/drawing/2014/main" id="{6732315D-1057-6521-C359-22C1DAF4964C}"/>
              </a:ext>
            </a:extLst>
          </p:cNvPr>
          <p:cNvSpPr/>
          <p:nvPr/>
        </p:nvSpPr>
        <p:spPr bwMode="black">
          <a:xfrm>
            <a:off x="546100" y="552450"/>
            <a:ext cx="830637" cy="570456"/>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tx1"/>
          </a:solidFill>
          <a:ln w="0" cap="flat">
            <a:noFill/>
            <a:prstDash val="solid"/>
            <a:miter/>
          </a:ln>
        </p:spPr>
        <p:txBody>
          <a:bodyPr rtlCol="0" anchor="ctr"/>
          <a:lstStyle/>
          <a:p>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12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8" name="Text Placeholder 7">
            <a:extLst>
              <a:ext uri="{FF2B5EF4-FFF2-40B4-BE49-F238E27FC236}">
                <a16:creationId xmlns:a16="http://schemas.microsoft.com/office/drawing/2014/main" id="{7708F947-658B-4354-AB87-AEB000F1AA54}"/>
              </a:ext>
            </a:extLst>
          </p:cNvPr>
          <p:cNvSpPr>
            <a:spLocks noGrp="1"/>
          </p:cNvSpPr>
          <p:nvPr>
            <p:ph type="body" sz="quarter" idx="15"/>
          </p:nvPr>
        </p:nvSpPr>
        <p:spPr>
          <a:xfrm>
            <a:off x="3367087" y="1415038"/>
            <a:ext cx="8270876" cy="4171375"/>
          </a:xfrm>
        </p:spPr>
        <p:txBody>
          <a:bodyPr anchor="b"/>
          <a:lstStyle>
            <a:lvl1pPr>
              <a:lnSpc>
                <a:spcPts val="4600"/>
              </a:lnSpc>
              <a:defRPr sz="4200">
                <a:solidFill>
                  <a:schemeClr val="tx1"/>
                </a:solidFill>
                <a:latin typeface="+mj-lt"/>
              </a:defRPr>
            </a:lvl1pPr>
            <a:lvl2pPr marL="0" indent="0">
              <a:spcAft>
                <a:spcPts val="0"/>
              </a:spcAft>
              <a:buNone/>
              <a:defRPr sz="2400">
                <a:solidFill>
                  <a:schemeClr val="tx1"/>
                </a:solidFill>
                <a:latin typeface="+mn-lt"/>
              </a:defRPr>
            </a:lvl2pPr>
            <a:lvl3pPr marL="0" indent="0">
              <a:spcAft>
                <a:spcPts val="0"/>
              </a:spcAft>
              <a:buNone/>
              <a:defRPr sz="2400">
                <a:solidFill>
                  <a:schemeClr val="tx1"/>
                </a:solidFill>
              </a:defRPr>
            </a:lvl3pPr>
            <a:lvl4pPr marL="0" indent="0">
              <a:spcAft>
                <a:spcPts val="0"/>
              </a:spcAft>
              <a:buNone/>
              <a:defRPr sz="2400">
                <a:solidFill>
                  <a:schemeClr val="tx1"/>
                </a:solidFill>
              </a:defRPr>
            </a:lvl4pPr>
            <a:lvl5pPr marL="0" indent="0">
              <a:spcAft>
                <a:spcPts val="0"/>
              </a:spcAft>
              <a:buNone/>
              <a:defRPr sz="2400">
                <a:solidFill>
                  <a:schemeClr val="tx1"/>
                </a:solidFill>
              </a:defRPr>
            </a:lvl5pPr>
            <a:lvl6pPr marL="0" indent="0">
              <a:spcAft>
                <a:spcPts val="0"/>
              </a:spcAft>
              <a:buNone/>
              <a:defRPr sz="2400">
                <a:solidFill>
                  <a:schemeClr val="tx1"/>
                </a:solidFill>
              </a:defRPr>
            </a:lvl6pPr>
            <a:lvl7pPr marL="0" indent="0">
              <a:spcAft>
                <a:spcPts val="0"/>
              </a:spcAft>
              <a:buNone/>
              <a:defRPr sz="2400">
                <a:solidFill>
                  <a:schemeClr val="tx1"/>
                </a:solidFill>
              </a:defRPr>
            </a:lvl7pPr>
            <a:lvl8pPr marL="0" indent="0">
              <a:spcAft>
                <a:spcPts val="0"/>
              </a:spcAft>
              <a:buNone/>
              <a:defRPr sz="2400">
                <a:solidFill>
                  <a:schemeClr val="tx1"/>
                </a:solidFill>
              </a:defRPr>
            </a:lvl8pPr>
            <a:lvl9pPr marL="0" indent="0">
              <a:spcAft>
                <a:spcPts val="0"/>
              </a:spcAft>
              <a:buNone/>
              <a:defRPr sz="2400">
                <a:solidFill>
                  <a:schemeClr val="tx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556354382"/>
      </p:ext>
    </p:extLst>
  </p:cSld>
  <p:clrMapOvr>
    <a:overrideClrMapping bg1="dk1" tx1="lt1" bg2="dk2" tx2="lt2" accent1="accent1" accent2="accent2" accent3="accent3" accent4="accent4" accent5="accent5" accent6="accent6" hlink="hlink" folHlink="folHlink"/>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Quote - Employee portrait">
    <p:bg>
      <p:bgPr>
        <a:solidFill>
          <a:schemeClr val="bg2"/>
        </a:solidFill>
        <a:effectLst/>
      </p:bgPr>
    </p:bg>
    <p:spTree>
      <p:nvGrpSpPr>
        <p:cNvPr id="1" name=""/>
        <p:cNvGrpSpPr/>
        <p:nvPr/>
      </p:nvGrpSpPr>
      <p:grpSpPr>
        <a:xfrm>
          <a:off x="0" y="0"/>
          <a:ext cx="0" cy="0"/>
          <a:chOff x="0" y="0"/>
          <a:chExt cx="0" cy="0"/>
        </a:xfrm>
      </p:grpSpPr>
      <p:sp>
        <p:nvSpPr>
          <p:cNvPr id="20" name="Freeform 19">
            <a:extLst>
              <a:ext uri="{FF2B5EF4-FFF2-40B4-BE49-F238E27FC236}">
                <a16:creationId xmlns:a16="http://schemas.microsoft.com/office/drawing/2014/main" id="{6732315D-1057-6521-C359-22C1DAF4964C}"/>
              </a:ext>
            </a:extLst>
          </p:cNvPr>
          <p:cNvSpPr/>
          <p:nvPr/>
        </p:nvSpPr>
        <p:spPr bwMode="black">
          <a:xfrm>
            <a:off x="546100" y="552450"/>
            <a:ext cx="830637" cy="570456"/>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tx1"/>
          </a:solidFill>
          <a:ln w="0" cap="flat">
            <a:noFill/>
            <a:prstDash val="solid"/>
            <a:miter/>
          </a:ln>
        </p:spPr>
        <p:txBody>
          <a:bodyPr rtlCol="0" anchor="ctr"/>
          <a:lstStyle/>
          <a:p>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12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6" name="Picture Placeholder 9">
            <a:extLst>
              <a:ext uri="{FF2B5EF4-FFF2-40B4-BE49-F238E27FC236}">
                <a16:creationId xmlns:a16="http://schemas.microsoft.com/office/drawing/2014/main" id="{A9E39174-6051-6D2E-2D81-DADF3A2208E1}"/>
              </a:ext>
            </a:extLst>
          </p:cNvPr>
          <p:cNvSpPr>
            <a:spLocks noGrp="1"/>
          </p:cNvSpPr>
          <p:nvPr>
            <p:ph type="pic" sz="quarter" idx="29" hasCustomPrompt="1"/>
          </p:nvPr>
        </p:nvSpPr>
        <p:spPr>
          <a:xfrm>
            <a:off x="554039" y="2847976"/>
            <a:ext cx="1198562" cy="1276349"/>
          </a:xfrm>
          <a:solidFill>
            <a:schemeClr val="accent1"/>
          </a:solidFill>
          <a:ln>
            <a:noFill/>
          </a:ln>
        </p:spPr>
        <p:txBody>
          <a:bodyPr anchor="ctr"/>
          <a:lstStyle>
            <a:lvl1pPr algn="ctr">
              <a:defRPr>
                <a:solidFill>
                  <a:schemeClr val="bg1"/>
                </a:solidFill>
                <a:latin typeface="Arial" panose="020B0604020202020204" pitchFamily="34" charset="0"/>
              </a:defRPr>
            </a:lvl1pPr>
          </a:lstStyle>
          <a:p>
            <a:r>
              <a:rPr lang="en-US"/>
              <a:t>Silhouette</a:t>
            </a:r>
            <a:br>
              <a:rPr lang="en-US"/>
            </a:br>
            <a:r>
              <a:rPr lang="en-US"/>
              <a:t>portrait</a:t>
            </a:r>
          </a:p>
        </p:txBody>
      </p:sp>
      <p:sp>
        <p:nvSpPr>
          <p:cNvPr id="7" name="Text Placeholder 3">
            <a:extLst>
              <a:ext uri="{FF2B5EF4-FFF2-40B4-BE49-F238E27FC236}">
                <a16:creationId xmlns:a16="http://schemas.microsoft.com/office/drawing/2014/main" id="{AB040204-E782-1C0F-4B3A-B9C7FF0AEEB7}"/>
              </a:ext>
            </a:extLst>
          </p:cNvPr>
          <p:cNvSpPr>
            <a:spLocks noGrp="1"/>
          </p:cNvSpPr>
          <p:nvPr>
            <p:ph type="body" sz="quarter" idx="42" hasCustomPrompt="1"/>
          </p:nvPr>
        </p:nvSpPr>
        <p:spPr>
          <a:xfrm>
            <a:off x="554038" y="4273550"/>
            <a:ext cx="2611437" cy="1458913"/>
          </a:xfrm>
        </p:spPr>
        <p:txBody>
          <a:bodyPr>
            <a:normAutofit/>
          </a:bodyPr>
          <a:lstStyle>
            <a:lvl1pPr>
              <a:spcAft>
                <a:spcPts val="200"/>
              </a:spcAft>
              <a:defRPr sz="1200" b="1">
                <a:solidFill>
                  <a:schemeClr val="tx1"/>
                </a:solidFill>
                <a:latin typeface="+mn-lt"/>
                <a:ea typeface="GT America Medium" panose="020B0604020202020204" charset="0"/>
                <a:cs typeface="GT America Medium" panose="020B0604020202020204" charset="0"/>
              </a:defRPr>
            </a:lvl1pPr>
            <a:lvl2pPr marL="0" indent="0">
              <a:buNone/>
              <a:defRPr sz="1200">
                <a:solidFill>
                  <a:schemeClr val="tx1"/>
                </a:solidFill>
              </a:defRPr>
            </a:lvl2pPr>
            <a:lvl3pPr marL="0" indent="0">
              <a:buFontTx/>
              <a:buNone/>
              <a:defRPr sz="1200">
                <a:solidFill>
                  <a:schemeClr val="tx1"/>
                </a:solidFill>
              </a:defRPr>
            </a:lvl3pPr>
            <a:lvl4pPr marL="0" indent="0">
              <a:buNone/>
              <a:defRPr sz="1200">
                <a:solidFill>
                  <a:schemeClr val="tx1"/>
                </a:solidFill>
              </a:defRPr>
            </a:lvl4pPr>
            <a:lvl5pPr marL="0" indent="0">
              <a:buNone/>
              <a:defRPr sz="1200">
                <a:solidFill>
                  <a:schemeClr val="tx1"/>
                </a:solidFill>
              </a:defRPr>
            </a:lvl5pPr>
            <a:lvl6pPr marL="0" indent="0">
              <a:buNone/>
              <a:defRPr sz="1200">
                <a:solidFill>
                  <a:schemeClr val="tx1"/>
                </a:solidFill>
              </a:defRPr>
            </a:lvl6pPr>
            <a:lvl7pPr marL="0" indent="0">
              <a:buNone/>
              <a:defRPr>
                <a:solidFill>
                  <a:schemeClr val="tx1"/>
                </a:solidFill>
              </a:defRPr>
            </a:lvl7pPr>
            <a:lvl8pPr marL="0" indent="0">
              <a:buNone/>
              <a:defRPr>
                <a:solidFill>
                  <a:schemeClr val="tx1"/>
                </a:solidFill>
              </a:defRPr>
            </a:lvl8pPr>
            <a:lvl9pPr marL="0" indent="0">
              <a:buNone/>
              <a:defRPr>
                <a:solidFill>
                  <a:schemeClr val="tx1"/>
                </a:solidFill>
              </a:defRPr>
            </a:lvl9pPr>
          </a:lstStyle>
          <a:p>
            <a:pPr lvl="0"/>
            <a:r>
              <a:rPr lang="en-US" err="1"/>
              <a:t>Firstname</a:t>
            </a:r>
            <a:r>
              <a:rPr lang="en-US"/>
              <a:t> </a:t>
            </a:r>
            <a:r>
              <a:rPr lang="en-US" err="1"/>
              <a:t>Lastname</a:t>
            </a:r>
            <a:r>
              <a:rPr lang="en-US"/>
              <a:t>, L1</a:t>
            </a:r>
          </a:p>
          <a:p>
            <a:pPr lvl="1"/>
            <a:r>
              <a:rPr lang="en-US"/>
              <a:t>Title/department, L2</a:t>
            </a:r>
          </a:p>
        </p:txBody>
      </p:sp>
      <p:sp>
        <p:nvSpPr>
          <p:cNvPr id="5" name="Text Placeholder 7">
            <a:extLst>
              <a:ext uri="{FF2B5EF4-FFF2-40B4-BE49-F238E27FC236}">
                <a16:creationId xmlns:a16="http://schemas.microsoft.com/office/drawing/2014/main" id="{C55CD7FE-FD96-5B7D-EB24-69E1A8EF9D81}"/>
              </a:ext>
            </a:extLst>
          </p:cNvPr>
          <p:cNvSpPr>
            <a:spLocks noGrp="1"/>
          </p:cNvSpPr>
          <p:nvPr>
            <p:ph type="body" sz="quarter" idx="15"/>
          </p:nvPr>
        </p:nvSpPr>
        <p:spPr>
          <a:xfrm>
            <a:off x="3367087" y="1415038"/>
            <a:ext cx="8270876" cy="4171375"/>
          </a:xfrm>
        </p:spPr>
        <p:txBody>
          <a:bodyPr anchor="b"/>
          <a:lstStyle>
            <a:lvl1pPr>
              <a:lnSpc>
                <a:spcPts val="4600"/>
              </a:lnSpc>
              <a:defRPr sz="4200">
                <a:solidFill>
                  <a:schemeClr val="tx1"/>
                </a:solidFill>
                <a:latin typeface="+mj-lt"/>
              </a:defRPr>
            </a:lvl1pPr>
            <a:lvl2pPr marL="0" indent="0">
              <a:spcAft>
                <a:spcPts val="0"/>
              </a:spcAft>
              <a:buNone/>
              <a:defRPr sz="2400">
                <a:solidFill>
                  <a:schemeClr val="tx1"/>
                </a:solidFill>
                <a:latin typeface="GT America Regular" panose="00000500000000000000" pitchFamily="50" charset="0"/>
              </a:defRPr>
            </a:lvl2pPr>
            <a:lvl3pPr marL="0" indent="0">
              <a:spcAft>
                <a:spcPts val="0"/>
              </a:spcAft>
              <a:buNone/>
              <a:defRPr sz="2400">
                <a:solidFill>
                  <a:schemeClr val="tx1"/>
                </a:solidFill>
              </a:defRPr>
            </a:lvl3pPr>
            <a:lvl4pPr marL="0" indent="0">
              <a:spcAft>
                <a:spcPts val="0"/>
              </a:spcAft>
              <a:buNone/>
              <a:defRPr sz="2400">
                <a:solidFill>
                  <a:schemeClr val="tx1"/>
                </a:solidFill>
              </a:defRPr>
            </a:lvl4pPr>
            <a:lvl5pPr marL="0" indent="0">
              <a:spcAft>
                <a:spcPts val="0"/>
              </a:spcAft>
              <a:buNone/>
              <a:defRPr sz="2400">
                <a:solidFill>
                  <a:schemeClr val="tx1"/>
                </a:solidFill>
              </a:defRPr>
            </a:lvl5pPr>
            <a:lvl6pPr marL="0" indent="0">
              <a:spcAft>
                <a:spcPts val="0"/>
              </a:spcAft>
              <a:buNone/>
              <a:defRPr sz="2400">
                <a:solidFill>
                  <a:schemeClr val="tx1"/>
                </a:solidFill>
              </a:defRPr>
            </a:lvl6pPr>
            <a:lvl7pPr marL="0" indent="0">
              <a:spcAft>
                <a:spcPts val="0"/>
              </a:spcAft>
              <a:buNone/>
              <a:defRPr sz="2400">
                <a:solidFill>
                  <a:schemeClr val="tx1"/>
                </a:solidFill>
              </a:defRPr>
            </a:lvl7pPr>
            <a:lvl8pPr marL="0" indent="0">
              <a:spcAft>
                <a:spcPts val="0"/>
              </a:spcAft>
              <a:buNone/>
              <a:defRPr sz="2400">
                <a:solidFill>
                  <a:schemeClr val="tx1"/>
                </a:solidFill>
              </a:defRPr>
            </a:lvl8pPr>
            <a:lvl9pPr marL="0" indent="0">
              <a:spcAft>
                <a:spcPts val="0"/>
              </a:spcAft>
              <a:buNone/>
              <a:defRPr sz="2400">
                <a:solidFill>
                  <a:schemeClr val="tx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045433882"/>
      </p:ext>
    </p:extLst>
  </p:cSld>
  <p:clrMapOvr>
    <a:overrideClrMapping bg1="dk1" tx1="lt1" bg2="dk2" tx2="lt2" accent1="accent1" accent2="accent2" accent3="accent3" accent4="accent4" accent5="accent5" accent6="accent6" hlink="hlink" folHlink="folHlink"/>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Quote - Photo">
    <p:bg>
      <p:bgPr>
        <a:solidFill>
          <a:schemeClr val="tx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23F68FBE-251E-31B8-904E-1E16C461B772}"/>
              </a:ext>
            </a:extLst>
          </p:cNvPr>
          <p:cNvSpPr>
            <a:spLocks noGrp="1"/>
          </p:cNvSpPr>
          <p:nvPr>
            <p:ph type="pic" sz="quarter" idx="15"/>
          </p:nvPr>
        </p:nvSpPr>
        <p:spPr>
          <a:xfrm>
            <a:off x="0" y="0"/>
            <a:ext cx="12192000" cy="6858000"/>
          </a:xfrm>
          <a:custGeom>
            <a:avLst/>
            <a:gdLst>
              <a:gd name="connsiteX0" fmla="*/ 1221554 w 12192000"/>
              <a:gd name="connsiteY0" fmla="*/ 552450 h 6858000"/>
              <a:gd name="connsiteX1" fmla="*/ 1221554 w 12192000"/>
              <a:gd name="connsiteY1" fmla="*/ 707287 h 6858000"/>
              <a:gd name="connsiteX2" fmla="*/ 1287710 w 12192000"/>
              <a:gd name="connsiteY2" fmla="*/ 707287 h 6858000"/>
              <a:gd name="connsiteX3" fmla="*/ 1243606 w 12192000"/>
              <a:gd name="connsiteY3" fmla="*/ 828714 h 6858000"/>
              <a:gd name="connsiteX4" fmla="*/ 1277094 w 12192000"/>
              <a:gd name="connsiteY4" fmla="*/ 828714 h 6858000"/>
              <a:gd name="connsiteX5" fmla="*/ 1376737 w 12192000"/>
              <a:gd name="connsiteY5" fmla="*/ 695063 h 6858000"/>
              <a:gd name="connsiteX6" fmla="*/ 1376737 w 12192000"/>
              <a:gd name="connsiteY6" fmla="*/ 552450 h 6858000"/>
              <a:gd name="connsiteX7" fmla="*/ 546100 w 12192000"/>
              <a:gd name="connsiteY7" fmla="*/ 552450 h 6858000"/>
              <a:gd name="connsiteX8" fmla="*/ 546100 w 12192000"/>
              <a:gd name="connsiteY8" fmla="*/ 1122906 h 6858000"/>
              <a:gd name="connsiteX9" fmla="*/ 689033 w 12192000"/>
              <a:gd name="connsiteY9" fmla="*/ 1122906 h 6858000"/>
              <a:gd name="connsiteX10" fmla="*/ 689033 w 12192000"/>
              <a:gd name="connsiteY10" fmla="*/ 752925 h 6858000"/>
              <a:gd name="connsiteX11" fmla="*/ 709451 w 12192000"/>
              <a:gd name="connsiteY11" fmla="*/ 837678 h 6858000"/>
              <a:gd name="connsiteX12" fmla="*/ 785410 w 12192000"/>
              <a:gd name="connsiteY12" fmla="*/ 1122906 h 6858000"/>
              <a:gd name="connsiteX13" fmla="*/ 935693 w 12192000"/>
              <a:gd name="connsiteY13" fmla="*/ 1122906 h 6858000"/>
              <a:gd name="connsiteX14" fmla="*/ 1011652 w 12192000"/>
              <a:gd name="connsiteY14" fmla="*/ 837678 h 6858000"/>
              <a:gd name="connsiteX15" fmla="*/ 1032070 w 12192000"/>
              <a:gd name="connsiteY15" fmla="*/ 752925 h 6858000"/>
              <a:gd name="connsiteX16" fmla="*/ 1032070 w 12192000"/>
              <a:gd name="connsiteY16" fmla="*/ 1122906 h 6858000"/>
              <a:gd name="connsiteX17" fmla="*/ 1178270 w 12192000"/>
              <a:gd name="connsiteY17" fmla="*/ 1122906 h 6858000"/>
              <a:gd name="connsiteX18" fmla="*/ 1178270 w 12192000"/>
              <a:gd name="connsiteY18" fmla="*/ 552450 h 6858000"/>
              <a:gd name="connsiteX19" fmla="*/ 950395 w 12192000"/>
              <a:gd name="connsiteY19" fmla="*/ 552450 h 6858000"/>
              <a:gd name="connsiteX20" fmla="*/ 879337 w 12192000"/>
              <a:gd name="connsiteY20" fmla="*/ 845827 h 6858000"/>
              <a:gd name="connsiteX21" fmla="*/ 862185 w 12192000"/>
              <a:gd name="connsiteY21" fmla="*/ 927321 h 6858000"/>
              <a:gd name="connsiteX22" fmla="*/ 845033 w 12192000"/>
              <a:gd name="connsiteY22" fmla="*/ 845827 h 6858000"/>
              <a:gd name="connsiteX23" fmla="*/ 773976 w 12192000"/>
              <a:gd name="connsiteY23" fmla="*/ 552450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221554" y="552450"/>
                </a:moveTo>
                <a:lnTo>
                  <a:pt x="1221554" y="707287"/>
                </a:lnTo>
                <a:lnTo>
                  <a:pt x="1287710" y="707287"/>
                </a:lnTo>
                <a:lnTo>
                  <a:pt x="1243606" y="828714"/>
                </a:lnTo>
                <a:lnTo>
                  <a:pt x="1277094" y="828714"/>
                </a:lnTo>
                <a:lnTo>
                  <a:pt x="1376737" y="695063"/>
                </a:lnTo>
                <a:lnTo>
                  <a:pt x="1376737" y="552450"/>
                </a:lnTo>
                <a:close/>
                <a:moveTo>
                  <a:pt x="546100" y="552450"/>
                </a:moveTo>
                <a:lnTo>
                  <a:pt x="546100" y="1122906"/>
                </a:lnTo>
                <a:lnTo>
                  <a:pt x="689033" y="1122906"/>
                </a:lnTo>
                <a:lnTo>
                  <a:pt x="689033" y="752925"/>
                </a:lnTo>
                <a:lnTo>
                  <a:pt x="709451" y="837678"/>
                </a:lnTo>
                <a:lnTo>
                  <a:pt x="785410" y="1122906"/>
                </a:lnTo>
                <a:lnTo>
                  <a:pt x="935693" y="1122906"/>
                </a:lnTo>
                <a:lnTo>
                  <a:pt x="1011652" y="837678"/>
                </a:lnTo>
                <a:lnTo>
                  <a:pt x="1032070" y="752925"/>
                </a:lnTo>
                <a:lnTo>
                  <a:pt x="1032070" y="1122906"/>
                </a:lnTo>
                <a:lnTo>
                  <a:pt x="1178270" y="1122906"/>
                </a:lnTo>
                <a:lnTo>
                  <a:pt x="1178270" y="552450"/>
                </a:lnTo>
                <a:lnTo>
                  <a:pt x="950395" y="552450"/>
                </a:lnTo>
                <a:lnTo>
                  <a:pt x="879337" y="845827"/>
                </a:lnTo>
                <a:lnTo>
                  <a:pt x="862185" y="927321"/>
                </a:lnTo>
                <a:lnTo>
                  <a:pt x="845033" y="845827"/>
                </a:lnTo>
                <a:lnTo>
                  <a:pt x="773976" y="552450"/>
                </a:lnTo>
                <a:close/>
                <a:moveTo>
                  <a:pt x="0" y="0"/>
                </a:moveTo>
                <a:lnTo>
                  <a:pt x="12192000" y="0"/>
                </a:lnTo>
                <a:lnTo>
                  <a:pt x="12192000" y="6858000"/>
                </a:lnTo>
                <a:lnTo>
                  <a:pt x="0" y="6858000"/>
                </a:lnTo>
                <a:close/>
              </a:path>
            </a:pathLst>
          </a:custGeom>
          <a:solidFill>
            <a:srgbClr val="A6A9AA"/>
          </a:solidFill>
        </p:spPr>
        <p:txBody>
          <a:bodyPr wrap="square" lIns="548640" tIns="0" anchor="ctr" anchorCtr="0">
            <a:noAutofit/>
          </a:bodyPr>
          <a:lstStyle>
            <a:lvl1pPr algn="l">
              <a:defRPr>
                <a:solidFill>
                  <a:schemeClr val="tx1"/>
                </a:solidFill>
              </a:defRPr>
            </a:lvl1pPr>
          </a:lstStyle>
          <a:p>
            <a:r>
              <a:rPr lang="en-US"/>
              <a:t>Click icon to add picture</a:t>
            </a:r>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12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7" name="Text Placeholder 7">
            <a:extLst>
              <a:ext uri="{FF2B5EF4-FFF2-40B4-BE49-F238E27FC236}">
                <a16:creationId xmlns:a16="http://schemas.microsoft.com/office/drawing/2014/main" id="{FF0E76BC-245F-8420-594E-37916313D315}"/>
              </a:ext>
            </a:extLst>
          </p:cNvPr>
          <p:cNvSpPr>
            <a:spLocks noGrp="1"/>
          </p:cNvSpPr>
          <p:nvPr>
            <p:ph type="body" sz="quarter" idx="16"/>
          </p:nvPr>
        </p:nvSpPr>
        <p:spPr>
          <a:xfrm>
            <a:off x="3367087" y="1415038"/>
            <a:ext cx="8270876" cy="4171375"/>
          </a:xfrm>
        </p:spPr>
        <p:txBody>
          <a:bodyPr anchor="b"/>
          <a:lstStyle>
            <a:lvl1pPr>
              <a:lnSpc>
                <a:spcPts val="4600"/>
              </a:lnSpc>
              <a:defRPr sz="4200">
                <a:solidFill>
                  <a:schemeClr val="tx1"/>
                </a:solidFill>
                <a:latin typeface="+mj-lt"/>
              </a:defRPr>
            </a:lvl1pPr>
            <a:lvl2pPr marL="0" indent="0">
              <a:spcAft>
                <a:spcPts val="0"/>
              </a:spcAft>
              <a:buNone/>
              <a:defRPr sz="2400">
                <a:solidFill>
                  <a:schemeClr val="tx1"/>
                </a:solidFill>
                <a:latin typeface="GT America Regular" panose="00000500000000000000" pitchFamily="50" charset="0"/>
              </a:defRPr>
            </a:lvl2pPr>
            <a:lvl3pPr marL="0" indent="0">
              <a:spcAft>
                <a:spcPts val="0"/>
              </a:spcAft>
              <a:buNone/>
              <a:defRPr sz="2400">
                <a:solidFill>
                  <a:schemeClr val="tx1"/>
                </a:solidFill>
              </a:defRPr>
            </a:lvl3pPr>
            <a:lvl4pPr marL="0" indent="0">
              <a:spcAft>
                <a:spcPts val="0"/>
              </a:spcAft>
              <a:buNone/>
              <a:defRPr sz="2400">
                <a:solidFill>
                  <a:schemeClr val="tx1"/>
                </a:solidFill>
              </a:defRPr>
            </a:lvl4pPr>
            <a:lvl5pPr marL="0" indent="0">
              <a:spcAft>
                <a:spcPts val="0"/>
              </a:spcAft>
              <a:buNone/>
              <a:defRPr sz="2400">
                <a:solidFill>
                  <a:schemeClr val="tx1"/>
                </a:solidFill>
              </a:defRPr>
            </a:lvl5pPr>
            <a:lvl6pPr marL="0" indent="0">
              <a:spcAft>
                <a:spcPts val="0"/>
              </a:spcAft>
              <a:buNone/>
              <a:defRPr sz="2400">
                <a:solidFill>
                  <a:schemeClr val="tx1"/>
                </a:solidFill>
              </a:defRPr>
            </a:lvl6pPr>
            <a:lvl7pPr marL="0" indent="0">
              <a:spcAft>
                <a:spcPts val="0"/>
              </a:spcAft>
              <a:buNone/>
              <a:defRPr sz="2400">
                <a:solidFill>
                  <a:schemeClr val="tx1"/>
                </a:solidFill>
              </a:defRPr>
            </a:lvl7pPr>
            <a:lvl8pPr marL="0" indent="0">
              <a:spcAft>
                <a:spcPts val="0"/>
              </a:spcAft>
              <a:buNone/>
              <a:defRPr sz="2400">
                <a:solidFill>
                  <a:schemeClr val="tx1"/>
                </a:solidFill>
              </a:defRPr>
            </a:lvl8pPr>
            <a:lvl9pPr marL="0" indent="0">
              <a:spcAft>
                <a:spcPts val="0"/>
              </a:spcAft>
              <a:buNone/>
              <a:defRPr sz="2400">
                <a:solidFill>
                  <a:schemeClr val="tx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97472588"/>
      </p:ext>
    </p:extLst>
  </p:cSld>
  <p:clrMapOvr>
    <a:overrideClrMapping bg1="dk1" tx1="lt1" bg2="dk2" tx2="lt2" accent1="accent1" accent2="accent2" accent3="accent3" accent4="accent4" accent5="accent5" accent6="accent6" hlink="hlink" folHlink="folHlink"/>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Executive Summary/Key Takeaways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blue and black background&#10;&#10;Description automatically generated">
            <a:extLst>
              <a:ext uri="{FF2B5EF4-FFF2-40B4-BE49-F238E27FC236}">
                <a16:creationId xmlns:a16="http://schemas.microsoft.com/office/drawing/2014/main" id="{97914066-9D48-E454-16D9-2005965187F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5254" t="8024" r="-1" b="-8024"/>
          <a:stretch/>
        </p:blipFill>
        <p:spPr bwMode="hidden">
          <a:xfrm>
            <a:off x="0" y="1"/>
            <a:ext cx="4060556" cy="6861174"/>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12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t>‹#›</a:t>
            </a:fld>
            <a:endParaRPr lang="en-US"/>
          </a:p>
        </p:txBody>
      </p:sp>
      <p:sp>
        <p:nvSpPr>
          <p:cNvPr id="6" name="Freeform 5">
            <a:extLst>
              <a:ext uri="{FF2B5EF4-FFF2-40B4-BE49-F238E27FC236}">
                <a16:creationId xmlns:a16="http://schemas.microsoft.com/office/drawing/2014/main" id="{5BCC6303-B8A8-E0F3-1B26-45B29EE4DC62}"/>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12" name="Freeform 5">
            <a:extLst>
              <a:ext uri="{FF2B5EF4-FFF2-40B4-BE49-F238E27FC236}">
                <a16:creationId xmlns:a16="http://schemas.microsoft.com/office/drawing/2014/main" id="{B2BF897B-C4FE-7F0C-FE2C-6956C830B315}"/>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11" name="Title 10">
            <a:extLst>
              <a:ext uri="{FF2B5EF4-FFF2-40B4-BE49-F238E27FC236}">
                <a16:creationId xmlns:a16="http://schemas.microsoft.com/office/drawing/2014/main" id="{B916CF33-A497-0AD3-3B6A-557E34121E76}"/>
              </a:ext>
            </a:extLst>
          </p:cNvPr>
          <p:cNvSpPr>
            <a:spLocks noGrp="1"/>
          </p:cNvSpPr>
          <p:nvPr>
            <p:ph type="title"/>
          </p:nvPr>
        </p:nvSpPr>
        <p:spPr>
          <a:xfrm>
            <a:off x="546100" y="552450"/>
            <a:ext cx="3300984" cy="869950"/>
          </a:xfrm>
        </p:spPr>
        <p:txBody>
          <a:bodyPr rIns="182880"/>
          <a:lstStyle>
            <a:lvl1pPr>
              <a:defRPr>
                <a:solidFill>
                  <a:schemeClr val="bg1"/>
                </a:solidFill>
              </a:defRPr>
            </a:lvl1pPr>
          </a:lstStyle>
          <a:p>
            <a:r>
              <a:rPr lang="en-US"/>
              <a:t>Click to edit Master title style</a:t>
            </a:r>
          </a:p>
        </p:txBody>
      </p:sp>
      <p:sp>
        <p:nvSpPr>
          <p:cNvPr id="5" name="Text Placeholder 5">
            <a:extLst>
              <a:ext uri="{FF2B5EF4-FFF2-40B4-BE49-F238E27FC236}">
                <a16:creationId xmlns:a16="http://schemas.microsoft.com/office/drawing/2014/main" id="{DAB1020F-2330-5C4C-014E-9A0A4D6C7B46}"/>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0"/>
            <a:r>
              <a:rPr lang="en-US"/>
              <a:t>Click to add footnotes or disclaimer information</a:t>
            </a:r>
          </a:p>
        </p:txBody>
      </p:sp>
      <p:sp>
        <p:nvSpPr>
          <p:cNvPr id="8" name="Content Placeholder 14">
            <a:extLst>
              <a:ext uri="{FF2B5EF4-FFF2-40B4-BE49-F238E27FC236}">
                <a16:creationId xmlns:a16="http://schemas.microsoft.com/office/drawing/2014/main" id="{A1DFA430-6288-90D6-63A5-55E9803EDA48}"/>
              </a:ext>
            </a:extLst>
          </p:cNvPr>
          <p:cNvSpPr>
            <a:spLocks noGrp="1"/>
          </p:cNvSpPr>
          <p:nvPr>
            <p:ph sz="quarter" idx="18"/>
          </p:nvPr>
        </p:nvSpPr>
        <p:spPr>
          <a:xfrm>
            <a:off x="4794909" y="550862"/>
            <a:ext cx="6843053" cy="5616576"/>
          </a:xfrm>
        </p:spPr>
        <p:txBody>
          <a:bodyPr/>
          <a:lstStyle>
            <a:lvl1pPr>
              <a:defRPr sz="1800"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5FD3F13F-3407-E665-485F-994A6707FD73}"/>
              </a:ext>
            </a:extLst>
          </p:cNvPr>
          <p:cNvSpPr>
            <a:spLocks noGrp="1"/>
          </p:cNvSpPr>
          <p:nvPr>
            <p:ph type="body" sz="quarter" idx="15"/>
          </p:nvPr>
        </p:nvSpPr>
        <p:spPr>
          <a:xfrm>
            <a:off x="546099" y="1849439"/>
            <a:ext cx="3300984" cy="3443286"/>
          </a:xfrm>
        </p:spPr>
        <p:txBody>
          <a:bodyPr>
            <a:normAutofit/>
          </a:bodyPr>
          <a:lstStyle>
            <a:lvl1pPr>
              <a:spcBef>
                <a:spcPts val="2400"/>
              </a:spcBef>
              <a:defRPr b="0" i="0">
                <a:solidFill>
                  <a:schemeClr val="bg1"/>
                </a:solidFill>
                <a:latin typeface="Arial" panose="020B0604020202020204" pitchFamily="34" charset="0"/>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Tree>
    <p:extLst>
      <p:ext uri="{BB962C8B-B14F-4D97-AF65-F5344CB8AC3E}">
        <p14:creationId xmlns:p14="http://schemas.microsoft.com/office/powerpoint/2010/main" val="20409240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Executive Summary/Key Takeaways 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12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t>‹#›</a:t>
            </a:fld>
            <a:endParaRPr lang="en-US"/>
          </a:p>
        </p:txBody>
      </p:sp>
      <p:sp>
        <p:nvSpPr>
          <p:cNvPr id="6" name="Freeform 5">
            <a:extLst>
              <a:ext uri="{FF2B5EF4-FFF2-40B4-BE49-F238E27FC236}">
                <a16:creationId xmlns:a16="http://schemas.microsoft.com/office/drawing/2014/main" id="{5BCC6303-B8A8-E0F3-1B26-45B29EE4DC62}"/>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12" name="Freeform 5">
            <a:extLst>
              <a:ext uri="{FF2B5EF4-FFF2-40B4-BE49-F238E27FC236}">
                <a16:creationId xmlns:a16="http://schemas.microsoft.com/office/drawing/2014/main" id="{B2BF897B-C4FE-7F0C-FE2C-6956C830B315}"/>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7" name="Title 6">
            <a:extLst>
              <a:ext uri="{FF2B5EF4-FFF2-40B4-BE49-F238E27FC236}">
                <a16:creationId xmlns:a16="http://schemas.microsoft.com/office/drawing/2014/main" id="{B276AB9C-7568-C5F8-9325-202B3FE1D2DB}"/>
              </a:ext>
            </a:extLst>
          </p:cNvPr>
          <p:cNvSpPr>
            <a:spLocks noGrp="1"/>
          </p:cNvSpPr>
          <p:nvPr>
            <p:ph type="title"/>
          </p:nvPr>
        </p:nvSpPr>
        <p:spPr>
          <a:xfrm>
            <a:off x="546100" y="552450"/>
            <a:ext cx="3300984" cy="869950"/>
          </a:xfrm>
        </p:spPr>
        <p:txBody>
          <a:bodyPr rIns="182880"/>
          <a:lstStyle>
            <a:lvl1pPr>
              <a:defRPr>
                <a:solidFill>
                  <a:schemeClr val="bg1"/>
                </a:solidFill>
              </a:defRPr>
            </a:lvl1pPr>
          </a:lstStyle>
          <a:p>
            <a:r>
              <a:rPr lang="en-US"/>
              <a:t>Click to edit Master title style</a:t>
            </a:r>
          </a:p>
        </p:txBody>
      </p:sp>
      <p:sp>
        <p:nvSpPr>
          <p:cNvPr id="5" name="Text Placeholder 5">
            <a:extLst>
              <a:ext uri="{FF2B5EF4-FFF2-40B4-BE49-F238E27FC236}">
                <a16:creationId xmlns:a16="http://schemas.microsoft.com/office/drawing/2014/main" id="{F220F211-F00A-3592-8474-A66D511E9505}"/>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0"/>
            <a:r>
              <a:rPr lang="en-US"/>
              <a:t>Click to add footnotes or disclaimer information</a:t>
            </a:r>
          </a:p>
        </p:txBody>
      </p:sp>
      <p:sp>
        <p:nvSpPr>
          <p:cNvPr id="8" name="Content Placeholder 14">
            <a:extLst>
              <a:ext uri="{FF2B5EF4-FFF2-40B4-BE49-F238E27FC236}">
                <a16:creationId xmlns:a16="http://schemas.microsoft.com/office/drawing/2014/main" id="{F09DC10E-18F7-F606-AA7D-1F193D692076}"/>
              </a:ext>
            </a:extLst>
          </p:cNvPr>
          <p:cNvSpPr>
            <a:spLocks noGrp="1"/>
          </p:cNvSpPr>
          <p:nvPr>
            <p:ph sz="quarter" idx="18"/>
          </p:nvPr>
        </p:nvSpPr>
        <p:spPr>
          <a:xfrm>
            <a:off x="4794909" y="550862"/>
            <a:ext cx="6843053" cy="5616576"/>
          </a:xfrm>
        </p:spPr>
        <p:txBody>
          <a:bodyPr/>
          <a:lstStyle>
            <a:lvl1pPr>
              <a:defRPr sz="1800" b="1">
                <a:solidFill>
                  <a:schemeClr val="tx2"/>
                </a:solidFill>
              </a:defRPr>
            </a:lvl1pPr>
            <a:lvl5pPr>
              <a:defRPr/>
            </a:lvl5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B9FF1161-F7B1-9563-3A3E-4823B2DEDED6}"/>
              </a:ext>
            </a:extLst>
          </p:cNvPr>
          <p:cNvSpPr>
            <a:spLocks noGrp="1"/>
          </p:cNvSpPr>
          <p:nvPr>
            <p:ph type="body" sz="quarter" idx="15"/>
          </p:nvPr>
        </p:nvSpPr>
        <p:spPr>
          <a:xfrm>
            <a:off x="546099" y="1849439"/>
            <a:ext cx="3300984" cy="3443286"/>
          </a:xfrm>
        </p:spPr>
        <p:txBody>
          <a:bodyPr>
            <a:normAutofit/>
          </a:bodyPr>
          <a:lstStyle>
            <a:lvl1pPr>
              <a:spcBef>
                <a:spcPts val="2400"/>
              </a:spcBef>
              <a:defRPr b="0" i="0">
                <a:solidFill>
                  <a:schemeClr val="bg1"/>
                </a:solidFill>
                <a:latin typeface="Arial" panose="020B0604020202020204" pitchFamily="34" charset="0"/>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Tree>
    <p:extLst>
      <p:ext uri="{BB962C8B-B14F-4D97-AF65-F5344CB8AC3E}">
        <p14:creationId xmlns:p14="http://schemas.microsoft.com/office/powerpoint/2010/main" val="911306280"/>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Executive Summary/Key Takeaways 3">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12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t>‹#›</a:t>
            </a:fld>
            <a:endParaRPr lang="en-US"/>
          </a:p>
        </p:txBody>
      </p:sp>
      <p:sp>
        <p:nvSpPr>
          <p:cNvPr id="6" name="Freeform 5">
            <a:extLst>
              <a:ext uri="{FF2B5EF4-FFF2-40B4-BE49-F238E27FC236}">
                <a16:creationId xmlns:a16="http://schemas.microsoft.com/office/drawing/2014/main" id="{5BCC6303-B8A8-E0F3-1B26-45B29EE4DC62}"/>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12" name="Freeform 5">
            <a:extLst>
              <a:ext uri="{FF2B5EF4-FFF2-40B4-BE49-F238E27FC236}">
                <a16:creationId xmlns:a16="http://schemas.microsoft.com/office/drawing/2014/main" id="{B2BF897B-C4FE-7F0C-FE2C-6956C830B315}"/>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8" name="Title 7">
            <a:extLst>
              <a:ext uri="{FF2B5EF4-FFF2-40B4-BE49-F238E27FC236}">
                <a16:creationId xmlns:a16="http://schemas.microsoft.com/office/drawing/2014/main" id="{52C52A17-5F09-5FCF-A0E2-C9D9ECF06226}"/>
              </a:ext>
            </a:extLst>
          </p:cNvPr>
          <p:cNvSpPr>
            <a:spLocks noGrp="1"/>
          </p:cNvSpPr>
          <p:nvPr>
            <p:ph type="title"/>
          </p:nvPr>
        </p:nvSpPr>
        <p:spPr>
          <a:xfrm>
            <a:off x="546100" y="552450"/>
            <a:ext cx="3300984" cy="873760"/>
          </a:xfrm>
        </p:spPr>
        <p:txBody>
          <a:bodyPr rIns="182880"/>
          <a:lstStyle>
            <a:lvl1pPr>
              <a:defRPr>
                <a:solidFill>
                  <a:schemeClr val="bg1"/>
                </a:solidFill>
              </a:defRPr>
            </a:lvl1pPr>
          </a:lstStyle>
          <a:p>
            <a:r>
              <a:rPr lang="en-US"/>
              <a:t>Click to edit Master title style</a:t>
            </a:r>
          </a:p>
        </p:txBody>
      </p:sp>
      <p:sp>
        <p:nvSpPr>
          <p:cNvPr id="5" name="Text Placeholder 5">
            <a:extLst>
              <a:ext uri="{FF2B5EF4-FFF2-40B4-BE49-F238E27FC236}">
                <a16:creationId xmlns:a16="http://schemas.microsoft.com/office/drawing/2014/main" id="{287913A0-E5F8-8CDA-9C09-B31372EAF985}"/>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0"/>
            <a:r>
              <a:rPr lang="en-US"/>
              <a:t>Click to add footnotes or disclaimer information</a:t>
            </a:r>
          </a:p>
        </p:txBody>
      </p:sp>
      <p:sp>
        <p:nvSpPr>
          <p:cNvPr id="10" name="Text Placeholder 9">
            <a:extLst>
              <a:ext uri="{FF2B5EF4-FFF2-40B4-BE49-F238E27FC236}">
                <a16:creationId xmlns:a16="http://schemas.microsoft.com/office/drawing/2014/main" id="{98FAD3A1-95EF-57C4-18DC-C6F6870DB482}"/>
              </a:ext>
            </a:extLst>
          </p:cNvPr>
          <p:cNvSpPr>
            <a:spLocks noGrp="1"/>
          </p:cNvSpPr>
          <p:nvPr>
            <p:ph type="body" sz="quarter" idx="15"/>
          </p:nvPr>
        </p:nvSpPr>
        <p:spPr>
          <a:xfrm>
            <a:off x="546099" y="1849439"/>
            <a:ext cx="3300984" cy="3443286"/>
          </a:xfrm>
        </p:spPr>
        <p:txBody>
          <a:bodyPr>
            <a:normAutofit/>
          </a:bodyPr>
          <a:lstStyle>
            <a:lvl1pPr>
              <a:spcBef>
                <a:spcPts val="2400"/>
              </a:spcBef>
              <a:defRPr b="0" i="0">
                <a:solidFill>
                  <a:schemeClr val="bg1"/>
                </a:solidFill>
                <a:latin typeface="Arial" panose="020B0604020202020204" pitchFamily="34" charset="0"/>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2" name="Content Placeholder 30">
            <a:extLst>
              <a:ext uri="{FF2B5EF4-FFF2-40B4-BE49-F238E27FC236}">
                <a16:creationId xmlns:a16="http://schemas.microsoft.com/office/drawing/2014/main" id="{F0F02397-A9A7-9451-4B86-0093DE0C5DAC}"/>
              </a:ext>
            </a:extLst>
          </p:cNvPr>
          <p:cNvSpPr>
            <a:spLocks noGrp="1"/>
          </p:cNvSpPr>
          <p:nvPr>
            <p:ph sz="quarter" idx="49" hasCustomPrompt="1"/>
          </p:nvPr>
        </p:nvSpPr>
        <p:spPr>
          <a:xfrm>
            <a:off x="4781550" y="552448"/>
            <a:ext cx="2103120" cy="2057400"/>
          </a:xfrm>
        </p:spPr>
        <p:txBody>
          <a:bodyPr/>
          <a:lstStyle>
            <a:lvl1pPr>
              <a:defRPr sz="4800">
                <a:solidFill>
                  <a:schemeClr val="accent1"/>
                </a:solidFill>
                <a:latin typeface="+mj-lt"/>
              </a:defRPr>
            </a:lvl1pPr>
            <a:lvl2pPr>
              <a:defRPr>
                <a:solidFill>
                  <a:schemeClr val="tx1"/>
                </a:solidFill>
              </a:defRPr>
            </a:lvl2pPr>
            <a:lvl3pPr>
              <a:buClr>
                <a:schemeClr val="accent1"/>
              </a:buClr>
              <a:defRPr>
                <a:solidFill>
                  <a:schemeClr val="tx1"/>
                </a:solidFill>
              </a:defRPr>
            </a:lvl3pPr>
            <a:lvl4pPr marL="457200" indent="0">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1" name="Content Placeholder 33">
            <a:extLst>
              <a:ext uri="{FF2B5EF4-FFF2-40B4-BE49-F238E27FC236}">
                <a16:creationId xmlns:a16="http://schemas.microsoft.com/office/drawing/2014/main" id="{E08A6D02-5787-2EA8-5353-86CF167EE5C0}"/>
              </a:ext>
            </a:extLst>
          </p:cNvPr>
          <p:cNvSpPr>
            <a:spLocks noGrp="1"/>
          </p:cNvSpPr>
          <p:nvPr>
            <p:ph sz="quarter" idx="50" hasCustomPrompt="1"/>
          </p:nvPr>
        </p:nvSpPr>
        <p:spPr>
          <a:xfrm>
            <a:off x="7157707" y="552449"/>
            <a:ext cx="2103120" cy="2057400"/>
          </a:xfrm>
        </p:spPr>
        <p:txBody>
          <a:bodyPr/>
          <a:lstStyle>
            <a:lvl1pPr>
              <a:defRPr lang="en-US" sz="4800" b="0"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3" name="Content Placeholder 35">
            <a:extLst>
              <a:ext uri="{FF2B5EF4-FFF2-40B4-BE49-F238E27FC236}">
                <a16:creationId xmlns:a16="http://schemas.microsoft.com/office/drawing/2014/main" id="{F25358D4-61D4-B82A-AA95-040B8023E1BF}"/>
              </a:ext>
            </a:extLst>
          </p:cNvPr>
          <p:cNvSpPr>
            <a:spLocks noGrp="1"/>
          </p:cNvSpPr>
          <p:nvPr>
            <p:ph sz="quarter" idx="51" hasCustomPrompt="1"/>
          </p:nvPr>
        </p:nvSpPr>
        <p:spPr>
          <a:xfrm>
            <a:off x="9533864" y="552449"/>
            <a:ext cx="2103120" cy="2057400"/>
          </a:xfrm>
        </p:spPr>
        <p:txBody>
          <a:bodyPr/>
          <a:lstStyle>
            <a:lvl1pPr>
              <a:defRPr lang="en-US" sz="4800" b="0"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5" name="Content Placeholder 37">
            <a:extLst>
              <a:ext uri="{FF2B5EF4-FFF2-40B4-BE49-F238E27FC236}">
                <a16:creationId xmlns:a16="http://schemas.microsoft.com/office/drawing/2014/main" id="{28D07FDD-A130-72D7-5662-2F5893A2F61C}"/>
              </a:ext>
            </a:extLst>
          </p:cNvPr>
          <p:cNvSpPr>
            <a:spLocks noGrp="1"/>
          </p:cNvSpPr>
          <p:nvPr>
            <p:ph sz="quarter" idx="52" hasCustomPrompt="1"/>
          </p:nvPr>
        </p:nvSpPr>
        <p:spPr>
          <a:xfrm>
            <a:off x="4768285" y="3013075"/>
            <a:ext cx="2103120" cy="2057400"/>
          </a:xfrm>
        </p:spPr>
        <p:txBody>
          <a:bodyPr/>
          <a:lstStyle>
            <a:lvl1pPr>
              <a:buClr>
                <a:schemeClr val="accent1"/>
              </a:buClr>
              <a:defRPr lang="en-US" sz="4800" b="0"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a:buClrTx/>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a:t>
            </a:r>
            <a:r>
              <a:rPr lang="en-US" err="1"/>
              <a:t>leve</a:t>
            </a:r>
            <a:endParaRPr lang="en-US"/>
          </a:p>
        </p:txBody>
      </p:sp>
      <p:sp>
        <p:nvSpPr>
          <p:cNvPr id="17" name="Content Placeholder 39">
            <a:extLst>
              <a:ext uri="{FF2B5EF4-FFF2-40B4-BE49-F238E27FC236}">
                <a16:creationId xmlns:a16="http://schemas.microsoft.com/office/drawing/2014/main" id="{A58291F8-7E75-1EB3-64FC-0B3465A92BFE}"/>
              </a:ext>
            </a:extLst>
          </p:cNvPr>
          <p:cNvSpPr>
            <a:spLocks noGrp="1"/>
          </p:cNvSpPr>
          <p:nvPr>
            <p:ph sz="quarter" idx="53" hasCustomPrompt="1"/>
          </p:nvPr>
        </p:nvSpPr>
        <p:spPr>
          <a:xfrm>
            <a:off x="7138252" y="3013074"/>
            <a:ext cx="2103120" cy="2057400"/>
          </a:xfrm>
        </p:spPr>
        <p:txBody>
          <a:bodyPr/>
          <a:lstStyle>
            <a:lvl1pPr>
              <a:buClr>
                <a:schemeClr val="accent1"/>
              </a:buClr>
              <a:defRPr lang="en-US" sz="4800" b="0"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8" name="Content Placeholder 41">
            <a:extLst>
              <a:ext uri="{FF2B5EF4-FFF2-40B4-BE49-F238E27FC236}">
                <a16:creationId xmlns:a16="http://schemas.microsoft.com/office/drawing/2014/main" id="{2C124D70-1F9D-DF72-C740-7D33E7E919BB}"/>
              </a:ext>
            </a:extLst>
          </p:cNvPr>
          <p:cNvSpPr>
            <a:spLocks noGrp="1"/>
          </p:cNvSpPr>
          <p:nvPr>
            <p:ph sz="quarter" idx="54" hasCustomPrompt="1"/>
          </p:nvPr>
        </p:nvSpPr>
        <p:spPr>
          <a:xfrm>
            <a:off x="9520599" y="3013074"/>
            <a:ext cx="2116385" cy="2057400"/>
          </a:xfrm>
        </p:spPr>
        <p:txBody>
          <a:bodyPr/>
          <a:lstStyle>
            <a:lvl1pPr>
              <a:defRPr lang="en-US" sz="4800" b="0"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Tree>
    <p:extLst>
      <p:ext uri="{BB962C8B-B14F-4D97-AF65-F5344CB8AC3E}">
        <p14:creationId xmlns:p14="http://schemas.microsoft.com/office/powerpoint/2010/main" val="824691339"/>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Executive Summary/Key Takeaways 4">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12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t>‹#›</a:t>
            </a:fld>
            <a:endParaRPr lang="en-US"/>
          </a:p>
        </p:txBody>
      </p:sp>
      <p:sp>
        <p:nvSpPr>
          <p:cNvPr id="6" name="Freeform 5">
            <a:extLst>
              <a:ext uri="{FF2B5EF4-FFF2-40B4-BE49-F238E27FC236}">
                <a16:creationId xmlns:a16="http://schemas.microsoft.com/office/drawing/2014/main" id="{5BCC6303-B8A8-E0F3-1B26-45B29EE4DC62}"/>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12" name="Freeform 5">
            <a:extLst>
              <a:ext uri="{FF2B5EF4-FFF2-40B4-BE49-F238E27FC236}">
                <a16:creationId xmlns:a16="http://schemas.microsoft.com/office/drawing/2014/main" id="{B2BF897B-C4FE-7F0C-FE2C-6956C830B315}"/>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7" name="Title 6">
            <a:extLst>
              <a:ext uri="{FF2B5EF4-FFF2-40B4-BE49-F238E27FC236}">
                <a16:creationId xmlns:a16="http://schemas.microsoft.com/office/drawing/2014/main" id="{4B503A39-567B-2C37-49D9-E2E6B92AB503}"/>
              </a:ext>
            </a:extLst>
          </p:cNvPr>
          <p:cNvSpPr>
            <a:spLocks noGrp="1"/>
          </p:cNvSpPr>
          <p:nvPr>
            <p:ph type="title"/>
          </p:nvPr>
        </p:nvSpPr>
        <p:spPr>
          <a:xfrm>
            <a:off x="546100" y="552450"/>
            <a:ext cx="3300984" cy="869950"/>
          </a:xfrm>
        </p:spPr>
        <p:txBody>
          <a:bodyPr rIns="182880"/>
          <a:lstStyle>
            <a:lvl1pPr>
              <a:defRPr>
                <a:solidFill>
                  <a:schemeClr val="bg1"/>
                </a:solidFill>
              </a:defRPr>
            </a:lvl1pPr>
          </a:lstStyle>
          <a:p>
            <a:r>
              <a:rPr lang="en-US"/>
              <a:t>Click to edit Master title style</a:t>
            </a:r>
          </a:p>
        </p:txBody>
      </p:sp>
      <p:sp>
        <p:nvSpPr>
          <p:cNvPr id="5" name="Text Placeholder 5">
            <a:extLst>
              <a:ext uri="{FF2B5EF4-FFF2-40B4-BE49-F238E27FC236}">
                <a16:creationId xmlns:a16="http://schemas.microsoft.com/office/drawing/2014/main" id="{52482AC7-FB54-E014-C3C0-45AEDF0A6AF6}"/>
              </a:ext>
            </a:extLst>
          </p:cNvPr>
          <p:cNvSpPr>
            <a:spLocks noGrp="1"/>
          </p:cNvSpPr>
          <p:nvPr>
            <p:ph type="body" sz="quarter" idx="13" hasCustomPrompt="1"/>
          </p:nvPr>
        </p:nvSpPr>
        <p:spPr>
          <a:xfrm>
            <a:off x="546102"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5"/>
            <a:r>
              <a:rPr lang="en-US"/>
              <a:t>Click to add footnotes or disclaimer information</a:t>
            </a:r>
          </a:p>
        </p:txBody>
      </p:sp>
      <p:sp>
        <p:nvSpPr>
          <p:cNvPr id="8" name="Content Placeholder 14">
            <a:extLst>
              <a:ext uri="{FF2B5EF4-FFF2-40B4-BE49-F238E27FC236}">
                <a16:creationId xmlns:a16="http://schemas.microsoft.com/office/drawing/2014/main" id="{236722AC-0E89-9D63-9FAE-23FD3FEFCEE5}"/>
              </a:ext>
            </a:extLst>
          </p:cNvPr>
          <p:cNvSpPr>
            <a:spLocks noGrp="1"/>
          </p:cNvSpPr>
          <p:nvPr>
            <p:ph sz="quarter" idx="19"/>
          </p:nvPr>
        </p:nvSpPr>
        <p:spPr>
          <a:xfrm>
            <a:off x="4794909" y="2714625"/>
            <a:ext cx="6843053" cy="3452813"/>
          </a:xfrm>
        </p:spPr>
        <p:txBody>
          <a:bodyPr/>
          <a:lstStyle>
            <a:lvl1pPr>
              <a:defRPr sz="1800"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4">
            <a:extLst>
              <a:ext uri="{FF2B5EF4-FFF2-40B4-BE49-F238E27FC236}">
                <a16:creationId xmlns:a16="http://schemas.microsoft.com/office/drawing/2014/main" id="{A30EF87B-5A48-3E5D-B7D1-5EC1FEC7DE51}"/>
              </a:ext>
            </a:extLst>
          </p:cNvPr>
          <p:cNvSpPr>
            <a:spLocks noGrp="1"/>
          </p:cNvSpPr>
          <p:nvPr>
            <p:ph sz="quarter" idx="20"/>
          </p:nvPr>
        </p:nvSpPr>
        <p:spPr>
          <a:xfrm>
            <a:off x="4060556" y="0"/>
            <a:ext cx="8131443" cy="2425700"/>
          </a:xfrm>
          <a:solidFill>
            <a:schemeClr val="accent1"/>
          </a:solidFill>
        </p:spPr>
        <p:txBody>
          <a:bodyPr lIns="731520" tIns="548640" rIns="548640"/>
          <a:lstStyle>
            <a:lvl1pPr>
              <a:defRPr sz="1800" b="1">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
                <a:srgbClr val="FEFEFE"/>
              </a:buCl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89AAFAA9-5AFB-6E67-56FB-1590A25DCD7E}"/>
              </a:ext>
            </a:extLst>
          </p:cNvPr>
          <p:cNvSpPr>
            <a:spLocks noGrp="1"/>
          </p:cNvSpPr>
          <p:nvPr>
            <p:ph type="body" sz="quarter" idx="15"/>
          </p:nvPr>
        </p:nvSpPr>
        <p:spPr>
          <a:xfrm>
            <a:off x="546099" y="1849439"/>
            <a:ext cx="3300984" cy="3443286"/>
          </a:xfrm>
        </p:spPr>
        <p:txBody>
          <a:bodyPr>
            <a:normAutofit/>
          </a:bodyPr>
          <a:lstStyle>
            <a:lvl1pPr>
              <a:spcBef>
                <a:spcPts val="2400"/>
              </a:spcBef>
              <a:defRPr b="0" i="0">
                <a:solidFill>
                  <a:schemeClr val="bg1"/>
                </a:solidFill>
                <a:latin typeface="Arial" panose="020B0604020202020204" pitchFamily="34" charset="0"/>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Tree>
    <p:extLst>
      <p:ext uri="{BB962C8B-B14F-4D97-AF65-F5344CB8AC3E}">
        <p14:creationId xmlns:p14="http://schemas.microsoft.com/office/powerpoint/2010/main" val="1042578442"/>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Executive Summary/Key Takeaways 5">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4060556" cy="6861175"/>
          </a:xfrm>
          <a:prstGeom prst="rect">
            <a:avLst/>
          </a:prstGeom>
          <a:solidFill>
            <a:srgbClr val="F0F0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12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t>‹#›</a:t>
            </a:fld>
            <a:endParaRPr lang="en-US"/>
          </a:p>
        </p:txBody>
      </p:sp>
      <p:sp>
        <p:nvSpPr>
          <p:cNvPr id="6" name="Freeform 5">
            <a:extLst>
              <a:ext uri="{FF2B5EF4-FFF2-40B4-BE49-F238E27FC236}">
                <a16:creationId xmlns:a16="http://schemas.microsoft.com/office/drawing/2014/main" id="{5BCC6303-B8A8-E0F3-1B26-45B29EE4DC62}"/>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12" name="Freeform 5">
            <a:extLst>
              <a:ext uri="{FF2B5EF4-FFF2-40B4-BE49-F238E27FC236}">
                <a16:creationId xmlns:a16="http://schemas.microsoft.com/office/drawing/2014/main" id="{B2BF897B-C4FE-7F0C-FE2C-6956C830B315}"/>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1" name="Title 10">
            <a:extLst>
              <a:ext uri="{FF2B5EF4-FFF2-40B4-BE49-F238E27FC236}">
                <a16:creationId xmlns:a16="http://schemas.microsoft.com/office/drawing/2014/main" id="{39BB85B3-5F62-677A-7B5A-1B952D90B3A6}"/>
              </a:ext>
            </a:extLst>
          </p:cNvPr>
          <p:cNvSpPr>
            <a:spLocks noGrp="1"/>
          </p:cNvSpPr>
          <p:nvPr>
            <p:ph type="title"/>
          </p:nvPr>
        </p:nvSpPr>
        <p:spPr>
          <a:xfrm>
            <a:off x="546100" y="552450"/>
            <a:ext cx="3300984" cy="869950"/>
          </a:xfrm>
        </p:spPr>
        <p:txBody>
          <a:bodyPr rIns="182880"/>
          <a:lstStyle/>
          <a:p>
            <a:r>
              <a:rPr lang="en-US"/>
              <a:t>Click to edit Master title style</a:t>
            </a:r>
          </a:p>
        </p:txBody>
      </p:sp>
      <p:sp>
        <p:nvSpPr>
          <p:cNvPr id="5" name="Text Placeholder 5">
            <a:extLst>
              <a:ext uri="{FF2B5EF4-FFF2-40B4-BE49-F238E27FC236}">
                <a16:creationId xmlns:a16="http://schemas.microsoft.com/office/drawing/2014/main" id="{0DBC71B0-EDFA-73E1-2685-8B96936EB6D6}"/>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rgbClr val="75787B"/>
                </a:solidFill>
              </a:defRPr>
            </a:lvl1pPr>
            <a:lvl2pPr marL="0" indent="0">
              <a:buNone/>
              <a:defRPr sz="600">
                <a:solidFill>
                  <a:srgbClr val="75787B"/>
                </a:solidFill>
              </a:defRPr>
            </a:lvl2pPr>
            <a:lvl3pPr marL="0" indent="0">
              <a:buNone/>
              <a:defRPr sz="600">
                <a:solidFill>
                  <a:srgbClr val="75787B"/>
                </a:solidFill>
              </a:defRPr>
            </a:lvl3pPr>
            <a:lvl4pPr marL="0" indent="0">
              <a:buNone/>
              <a:defRPr sz="600">
                <a:solidFill>
                  <a:srgbClr val="75787B"/>
                </a:solidFill>
              </a:defRPr>
            </a:lvl4pPr>
            <a:lvl5pPr marL="0" indent="0">
              <a:buNone/>
              <a:defRPr sz="600">
                <a:solidFill>
                  <a:srgbClr val="75787B"/>
                </a:solidFill>
              </a:defRPr>
            </a:lvl5pPr>
            <a:lvl6pPr marL="0" indent="0">
              <a:buNone/>
              <a:defRPr sz="600">
                <a:solidFill>
                  <a:srgbClr val="75787B"/>
                </a:solidFill>
              </a:defRPr>
            </a:lvl6pPr>
            <a:lvl7pPr marL="0" indent="0">
              <a:buNone/>
              <a:defRPr sz="600">
                <a:solidFill>
                  <a:srgbClr val="75787B"/>
                </a:solidFill>
              </a:defRPr>
            </a:lvl7pPr>
            <a:lvl8pPr marL="0" indent="0">
              <a:buNone/>
              <a:defRPr sz="600">
                <a:solidFill>
                  <a:srgbClr val="75787B"/>
                </a:solidFill>
              </a:defRPr>
            </a:lvl8pPr>
            <a:lvl9pPr marL="0" indent="0">
              <a:buNone/>
              <a:defRPr sz="600">
                <a:solidFill>
                  <a:srgbClr val="75787B"/>
                </a:solidFill>
              </a:defRPr>
            </a:lvl9pPr>
          </a:lstStyle>
          <a:p>
            <a:pPr lvl="8"/>
            <a:r>
              <a:rPr lang="en-US"/>
              <a:t>Click to add footnotes or disclaimer information</a:t>
            </a:r>
          </a:p>
        </p:txBody>
      </p:sp>
      <p:sp>
        <p:nvSpPr>
          <p:cNvPr id="7" name="Content Placeholder 14">
            <a:extLst>
              <a:ext uri="{FF2B5EF4-FFF2-40B4-BE49-F238E27FC236}">
                <a16:creationId xmlns:a16="http://schemas.microsoft.com/office/drawing/2014/main" id="{8BE58806-493A-43A7-588A-8383D4BFD9E2}"/>
              </a:ext>
            </a:extLst>
          </p:cNvPr>
          <p:cNvSpPr>
            <a:spLocks noGrp="1"/>
          </p:cNvSpPr>
          <p:nvPr>
            <p:ph sz="quarter" idx="18"/>
          </p:nvPr>
        </p:nvSpPr>
        <p:spPr>
          <a:xfrm>
            <a:off x="4781551" y="552450"/>
            <a:ext cx="6856412" cy="5614988"/>
          </a:xfrm>
        </p:spPr>
        <p:txBody>
          <a:bodyPr/>
          <a:lstStyle>
            <a:lvl1pPr>
              <a:defRPr sz="1800"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10CFFF09-1B4E-AF15-7727-AEE05D2B9337}"/>
              </a:ext>
            </a:extLst>
          </p:cNvPr>
          <p:cNvSpPr>
            <a:spLocks noGrp="1"/>
          </p:cNvSpPr>
          <p:nvPr>
            <p:ph type="body" sz="quarter" idx="19"/>
          </p:nvPr>
        </p:nvSpPr>
        <p:spPr>
          <a:xfrm>
            <a:off x="554037" y="1849437"/>
            <a:ext cx="3300984" cy="3443288"/>
          </a:xfrm>
        </p:spPr>
        <p:txBody>
          <a:bodyPr r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91083944"/>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0" name="Title 9">
            <a:extLst>
              <a:ext uri="{FF2B5EF4-FFF2-40B4-BE49-F238E27FC236}">
                <a16:creationId xmlns:a16="http://schemas.microsoft.com/office/drawing/2014/main" id="{8E2B9BA9-73F8-28A2-869E-838E80997668}"/>
              </a:ext>
            </a:extLst>
          </p:cNvPr>
          <p:cNvSpPr>
            <a:spLocks noGrp="1"/>
          </p:cNvSpPr>
          <p:nvPr>
            <p:ph type="title"/>
          </p:nvPr>
        </p:nvSpPr>
        <p:spPr>
          <a:xfrm>
            <a:off x="546100" y="552450"/>
            <a:ext cx="11091862" cy="434975"/>
          </a:xfrm>
        </p:spPr>
        <p:txBody>
          <a:bodyPr/>
          <a:lstStyle/>
          <a:p>
            <a:r>
              <a:rPr lang="en-US"/>
              <a:t>Click to edit Master title style</a:t>
            </a:r>
          </a:p>
        </p:txBody>
      </p:sp>
      <p:sp>
        <p:nvSpPr>
          <p:cNvPr id="3" name="Content Placeholder 3">
            <a:extLst>
              <a:ext uri="{FF2B5EF4-FFF2-40B4-BE49-F238E27FC236}">
                <a16:creationId xmlns:a16="http://schemas.microsoft.com/office/drawing/2014/main" id="{506B7D9A-8BD0-5502-C579-8561F103F261}"/>
              </a:ext>
            </a:extLst>
          </p:cNvPr>
          <p:cNvSpPr>
            <a:spLocks noGrp="1"/>
          </p:cNvSpPr>
          <p:nvPr>
            <p:ph sz="half" idx="2"/>
          </p:nvPr>
        </p:nvSpPr>
        <p:spPr>
          <a:xfrm>
            <a:off x="546100" y="1849438"/>
            <a:ext cx="9672637"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reeform 5">
            <a:extLst>
              <a:ext uri="{FF2B5EF4-FFF2-40B4-BE49-F238E27FC236}">
                <a16:creationId xmlns:a16="http://schemas.microsoft.com/office/drawing/2014/main" id="{2C85CF37-61E7-96B9-82FD-13B91452A340}"/>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6" name="Text Placeholder 15">
            <a:extLst>
              <a:ext uri="{FF2B5EF4-FFF2-40B4-BE49-F238E27FC236}">
                <a16:creationId xmlns:a16="http://schemas.microsoft.com/office/drawing/2014/main" id="{AFC29369-935E-1E53-CDD2-12BC112FBFB4}"/>
              </a:ext>
            </a:extLst>
          </p:cNvPr>
          <p:cNvSpPr>
            <a:spLocks noGrp="1"/>
          </p:cNvSpPr>
          <p:nvPr>
            <p:ph type="body" sz="quarter" idx="17"/>
          </p:nvPr>
        </p:nvSpPr>
        <p:spPr>
          <a:xfrm>
            <a:off x="546101" y="1127125"/>
            <a:ext cx="11091862" cy="292101"/>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8" name="Text Placeholder 17">
            <a:extLst>
              <a:ext uri="{FF2B5EF4-FFF2-40B4-BE49-F238E27FC236}">
                <a16:creationId xmlns:a16="http://schemas.microsoft.com/office/drawing/2014/main" id="{E78755CC-4D8C-AEDB-963F-10EFA240ED6E}"/>
              </a:ext>
            </a:extLst>
          </p:cNvPr>
          <p:cNvSpPr>
            <a:spLocks noGrp="1"/>
          </p:cNvSpPr>
          <p:nvPr>
            <p:ph type="body" sz="quarter" idx="18"/>
          </p:nvPr>
        </p:nvSpPr>
        <p:spPr>
          <a:xfrm>
            <a:off x="546100" y="6019800"/>
            <a:ext cx="6851649" cy="29210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Arial" panose="020B0604020202020204" pitchFamily="34"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3996132924"/>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1 Column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1" name="Title 10">
            <a:extLst>
              <a:ext uri="{FF2B5EF4-FFF2-40B4-BE49-F238E27FC236}">
                <a16:creationId xmlns:a16="http://schemas.microsoft.com/office/drawing/2014/main" id="{DE7DA74E-D875-C25E-3313-FF110AB47A00}"/>
              </a:ext>
            </a:extLst>
          </p:cNvPr>
          <p:cNvSpPr>
            <a:spLocks noGrp="1"/>
          </p:cNvSpPr>
          <p:nvPr>
            <p:ph type="title"/>
          </p:nvPr>
        </p:nvSpPr>
        <p:spPr>
          <a:xfrm>
            <a:off x="546100" y="552450"/>
            <a:ext cx="11091861" cy="434975"/>
          </a:xfrm>
        </p:spPr>
        <p:txBody>
          <a:bodyPr/>
          <a:lstStyle/>
          <a:p>
            <a:r>
              <a:rPr lang="en-US"/>
              <a:t>Click to edit Master title style</a:t>
            </a:r>
          </a:p>
        </p:txBody>
      </p:sp>
      <p:sp>
        <p:nvSpPr>
          <p:cNvPr id="2" name="Freeform 5">
            <a:extLst>
              <a:ext uri="{FF2B5EF4-FFF2-40B4-BE49-F238E27FC236}">
                <a16:creationId xmlns:a16="http://schemas.microsoft.com/office/drawing/2014/main" id="{350075EE-B234-372B-92E8-BAF5D3459DD6}"/>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2" name="Text Placeholder 11">
            <a:extLst>
              <a:ext uri="{FF2B5EF4-FFF2-40B4-BE49-F238E27FC236}">
                <a16:creationId xmlns:a16="http://schemas.microsoft.com/office/drawing/2014/main" id="{B8003664-EBF7-AE05-456F-9D95210B1FB2}"/>
              </a:ext>
            </a:extLst>
          </p:cNvPr>
          <p:cNvSpPr>
            <a:spLocks noGrp="1"/>
          </p:cNvSpPr>
          <p:nvPr>
            <p:ph type="body" sz="quarter" idx="18"/>
          </p:nvPr>
        </p:nvSpPr>
        <p:spPr>
          <a:xfrm>
            <a:off x="546100" y="1127125"/>
            <a:ext cx="11094211"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6" name="Text Placeholder 15">
            <a:extLst>
              <a:ext uri="{FF2B5EF4-FFF2-40B4-BE49-F238E27FC236}">
                <a16:creationId xmlns:a16="http://schemas.microsoft.com/office/drawing/2014/main" id="{16D968B0-C3F6-E6DA-D6B9-30DDABFEC5AE}"/>
              </a:ext>
            </a:extLst>
          </p:cNvPr>
          <p:cNvSpPr>
            <a:spLocks noGrp="1"/>
          </p:cNvSpPr>
          <p:nvPr>
            <p:ph type="body" sz="quarter" idx="19" hasCustomPrompt="1"/>
          </p:nvPr>
        </p:nvSpPr>
        <p:spPr>
          <a:xfrm>
            <a:off x="546100" y="6019800"/>
            <a:ext cx="6851650"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Arial" panose="020B0604020202020204" pitchFamily="34"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26" name="Content Placeholder 25">
            <a:extLst>
              <a:ext uri="{FF2B5EF4-FFF2-40B4-BE49-F238E27FC236}">
                <a16:creationId xmlns:a16="http://schemas.microsoft.com/office/drawing/2014/main" id="{8063A536-29D2-B27C-39FB-210C8061D1E6}"/>
              </a:ext>
            </a:extLst>
          </p:cNvPr>
          <p:cNvSpPr>
            <a:spLocks noGrp="1"/>
          </p:cNvSpPr>
          <p:nvPr>
            <p:ph sz="quarter" idx="22"/>
          </p:nvPr>
        </p:nvSpPr>
        <p:spPr>
          <a:xfrm>
            <a:off x="546100" y="2425700"/>
            <a:ext cx="9683750"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27">
            <a:extLst>
              <a:ext uri="{FF2B5EF4-FFF2-40B4-BE49-F238E27FC236}">
                <a16:creationId xmlns:a16="http://schemas.microsoft.com/office/drawing/2014/main" id="{DCA392B0-4552-D763-C268-BDEFD5644B54}"/>
              </a:ext>
            </a:extLst>
          </p:cNvPr>
          <p:cNvSpPr>
            <a:spLocks noGrp="1"/>
          </p:cNvSpPr>
          <p:nvPr>
            <p:ph type="body" sz="quarter" idx="23"/>
          </p:nvPr>
        </p:nvSpPr>
        <p:spPr>
          <a:xfrm>
            <a:off x="546100" y="1849438"/>
            <a:ext cx="9683750" cy="296862"/>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655281674"/>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 Column - 2 lines Title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1" name="Title 10">
            <a:extLst>
              <a:ext uri="{FF2B5EF4-FFF2-40B4-BE49-F238E27FC236}">
                <a16:creationId xmlns:a16="http://schemas.microsoft.com/office/drawing/2014/main" id="{DE7DA74E-D875-C25E-3313-FF110AB47A00}"/>
              </a:ext>
            </a:extLst>
          </p:cNvPr>
          <p:cNvSpPr>
            <a:spLocks noGrp="1"/>
          </p:cNvSpPr>
          <p:nvPr>
            <p:ph type="title" hasCustomPrompt="1"/>
          </p:nvPr>
        </p:nvSpPr>
        <p:spPr>
          <a:xfrm>
            <a:off x="546100" y="552450"/>
            <a:ext cx="11091861" cy="928909"/>
          </a:xfrm>
        </p:spPr>
        <p:txBody>
          <a:bodyPr>
            <a:spAutoFit/>
          </a:bodyPr>
          <a:lstStyle/>
          <a:p>
            <a:r>
              <a:rPr lang="en-US"/>
              <a:t>2 line title</a:t>
            </a:r>
            <a:br>
              <a:rPr lang="en-US"/>
            </a:br>
            <a:r>
              <a:rPr lang="en-US"/>
              <a:t>Click to edit Master title style</a:t>
            </a:r>
          </a:p>
        </p:txBody>
      </p:sp>
      <p:sp>
        <p:nvSpPr>
          <p:cNvPr id="2" name="Freeform 5">
            <a:extLst>
              <a:ext uri="{FF2B5EF4-FFF2-40B4-BE49-F238E27FC236}">
                <a16:creationId xmlns:a16="http://schemas.microsoft.com/office/drawing/2014/main" id="{350075EE-B234-372B-92E8-BAF5D3459DD6}"/>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6" name="Text Placeholder 15">
            <a:extLst>
              <a:ext uri="{FF2B5EF4-FFF2-40B4-BE49-F238E27FC236}">
                <a16:creationId xmlns:a16="http://schemas.microsoft.com/office/drawing/2014/main" id="{16D968B0-C3F6-E6DA-D6B9-30DDABFEC5AE}"/>
              </a:ext>
            </a:extLst>
          </p:cNvPr>
          <p:cNvSpPr>
            <a:spLocks noGrp="1"/>
          </p:cNvSpPr>
          <p:nvPr>
            <p:ph type="body" sz="quarter" idx="19" hasCustomPrompt="1"/>
          </p:nvPr>
        </p:nvSpPr>
        <p:spPr>
          <a:xfrm>
            <a:off x="546100" y="6019800"/>
            <a:ext cx="6851650"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Arial" panose="020B0604020202020204" pitchFamily="34"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26" name="Content Placeholder 25">
            <a:extLst>
              <a:ext uri="{FF2B5EF4-FFF2-40B4-BE49-F238E27FC236}">
                <a16:creationId xmlns:a16="http://schemas.microsoft.com/office/drawing/2014/main" id="{8063A536-29D2-B27C-39FB-210C8061D1E6}"/>
              </a:ext>
            </a:extLst>
          </p:cNvPr>
          <p:cNvSpPr>
            <a:spLocks noGrp="1"/>
          </p:cNvSpPr>
          <p:nvPr>
            <p:ph sz="quarter" idx="22"/>
          </p:nvPr>
        </p:nvSpPr>
        <p:spPr>
          <a:xfrm>
            <a:off x="546100" y="2425700"/>
            <a:ext cx="9683750"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27">
            <a:extLst>
              <a:ext uri="{FF2B5EF4-FFF2-40B4-BE49-F238E27FC236}">
                <a16:creationId xmlns:a16="http://schemas.microsoft.com/office/drawing/2014/main" id="{DCA392B0-4552-D763-C268-BDEFD5644B54}"/>
              </a:ext>
            </a:extLst>
          </p:cNvPr>
          <p:cNvSpPr>
            <a:spLocks noGrp="1"/>
          </p:cNvSpPr>
          <p:nvPr>
            <p:ph type="body" sz="quarter" idx="23"/>
          </p:nvPr>
        </p:nvSpPr>
        <p:spPr>
          <a:xfrm>
            <a:off x="546100" y="1849438"/>
            <a:ext cx="9683750" cy="296862"/>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231715186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2 Column, Equal">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2" name="Title 11">
            <a:extLst>
              <a:ext uri="{FF2B5EF4-FFF2-40B4-BE49-F238E27FC236}">
                <a16:creationId xmlns:a16="http://schemas.microsoft.com/office/drawing/2014/main" id="{E91C9FC0-5A4D-B663-9FBA-261AA765C0A6}"/>
              </a:ext>
            </a:extLst>
          </p:cNvPr>
          <p:cNvSpPr>
            <a:spLocks noGrp="1"/>
          </p:cNvSpPr>
          <p:nvPr>
            <p:ph type="title"/>
          </p:nvPr>
        </p:nvSpPr>
        <p:spPr>
          <a:xfrm>
            <a:off x="546100" y="552449"/>
            <a:ext cx="11091861" cy="434975"/>
          </a:xfrm>
        </p:spPr>
        <p:txBody>
          <a:bodyPr/>
          <a:lstStyle/>
          <a:p>
            <a:r>
              <a:rPr lang="en-US"/>
              <a:t>Click to edit Master title style</a:t>
            </a:r>
          </a:p>
        </p:txBody>
      </p:sp>
      <p:sp>
        <p:nvSpPr>
          <p:cNvPr id="4" name="Freeform 5">
            <a:extLst>
              <a:ext uri="{FF2B5EF4-FFF2-40B4-BE49-F238E27FC236}">
                <a16:creationId xmlns:a16="http://schemas.microsoft.com/office/drawing/2014/main" id="{87E865E7-C3CB-8EB7-5B8A-C0FE32443EA1}"/>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1" name="Text Placeholder 10">
            <a:extLst>
              <a:ext uri="{FF2B5EF4-FFF2-40B4-BE49-F238E27FC236}">
                <a16:creationId xmlns:a16="http://schemas.microsoft.com/office/drawing/2014/main" id="{89FE669B-9179-2192-FE7E-E7F257EFD40C}"/>
              </a:ext>
            </a:extLst>
          </p:cNvPr>
          <p:cNvSpPr>
            <a:spLocks noGrp="1"/>
          </p:cNvSpPr>
          <p:nvPr>
            <p:ph type="body" sz="quarter" idx="21"/>
          </p:nvPr>
        </p:nvSpPr>
        <p:spPr>
          <a:xfrm>
            <a:off x="546100" y="1127125"/>
            <a:ext cx="11094211"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6" name="Text Placeholder 15">
            <a:extLst>
              <a:ext uri="{FF2B5EF4-FFF2-40B4-BE49-F238E27FC236}">
                <a16:creationId xmlns:a16="http://schemas.microsoft.com/office/drawing/2014/main" id="{799DC228-25E7-A515-7C6E-578A7287752D}"/>
              </a:ext>
            </a:extLst>
          </p:cNvPr>
          <p:cNvSpPr>
            <a:spLocks noGrp="1"/>
          </p:cNvSpPr>
          <p:nvPr>
            <p:ph type="body" sz="quarter" idx="22"/>
          </p:nvPr>
        </p:nvSpPr>
        <p:spPr>
          <a:xfrm>
            <a:off x="546100" y="6019800"/>
            <a:ext cx="6851650"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Arial" panose="020B0604020202020204" pitchFamily="34"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23" name="Content Placeholder 22">
            <a:extLst>
              <a:ext uri="{FF2B5EF4-FFF2-40B4-BE49-F238E27FC236}">
                <a16:creationId xmlns:a16="http://schemas.microsoft.com/office/drawing/2014/main" id="{ADE7A618-3F91-D576-7D4B-F03CA5E408BF}"/>
              </a:ext>
            </a:extLst>
          </p:cNvPr>
          <p:cNvSpPr>
            <a:spLocks noGrp="1"/>
          </p:cNvSpPr>
          <p:nvPr>
            <p:ph sz="quarter" idx="23"/>
          </p:nvPr>
        </p:nvSpPr>
        <p:spPr>
          <a:xfrm>
            <a:off x="546100" y="1849438"/>
            <a:ext cx="5443537"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Content Placeholder 24">
            <a:extLst>
              <a:ext uri="{FF2B5EF4-FFF2-40B4-BE49-F238E27FC236}">
                <a16:creationId xmlns:a16="http://schemas.microsoft.com/office/drawing/2014/main" id="{F2FCD4E4-D365-CC7E-80F7-3790352FE369}"/>
              </a:ext>
            </a:extLst>
          </p:cNvPr>
          <p:cNvSpPr>
            <a:spLocks noGrp="1"/>
          </p:cNvSpPr>
          <p:nvPr>
            <p:ph sz="quarter" idx="24"/>
          </p:nvPr>
        </p:nvSpPr>
        <p:spPr>
          <a:xfrm>
            <a:off x="6194425" y="1849438"/>
            <a:ext cx="5443537"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95134222"/>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2 Column, Equal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8" name="Title 17">
            <a:extLst>
              <a:ext uri="{FF2B5EF4-FFF2-40B4-BE49-F238E27FC236}">
                <a16:creationId xmlns:a16="http://schemas.microsoft.com/office/drawing/2014/main" id="{EC9D0933-64E3-BFA1-9514-B7DF150292A4}"/>
              </a:ext>
            </a:extLst>
          </p:cNvPr>
          <p:cNvSpPr>
            <a:spLocks noGrp="1"/>
          </p:cNvSpPr>
          <p:nvPr>
            <p:ph type="title"/>
          </p:nvPr>
        </p:nvSpPr>
        <p:spPr>
          <a:xfrm>
            <a:off x="546100" y="552450"/>
            <a:ext cx="11091861" cy="434975"/>
          </a:xfrm>
        </p:spPr>
        <p:txBody>
          <a:bodyPr/>
          <a:lstStyle/>
          <a:p>
            <a:r>
              <a:rPr lang="en-US"/>
              <a:t>Click to edit Master title style</a:t>
            </a:r>
          </a:p>
        </p:txBody>
      </p:sp>
      <p:sp>
        <p:nvSpPr>
          <p:cNvPr id="5" name="Freeform 5">
            <a:extLst>
              <a:ext uri="{FF2B5EF4-FFF2-40B4-BE49-F238E27FC236}">
                <a16:creationId xmlns:a16="http://schemas.microsoft.com/office/drawing/2014/main" id="{815BB915-D4A3-4B77-441D-189B31261836}"/>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2" name="Text Placeholder 11">
            <a:extLst>
              <a:ext uri="{FF2B5EF4-FFF2-40B4-BE49-F238E27FC236}">
                <a16:creationId xmlns:a16="http://schemas.microsoft.com/office/drawing/2014/main" id="{5D9301CB-D124-C2F5-CEF2-1087073EEC8A}"/>
              </a:ext>
            </a:extLst>
          </p:cNvPr>
          <p:cNvSpPr>
            <a:spLocks noGrp="1"/>
          </p:cNvSpPr>
          <p:nvPr>
            <p:ph type="body" sz="quarter" idx="21"/>
          </p:nvPr>
        </p:nvSpPr>
        <p:spPr>
          <a:xfrm>
            <a:off x="546100" y="1127125"/>
            <a:ext cx="11097578" cy="292608"/>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4" name="Text Placeholder 13">
            <a:extLst>
              <a:ext uri="{FF2B5EF4-FFF2-40B4-BE49-F238E27FC236}">
                <a16:creationId xmlns:a16="http://schemas.microsoft.com/office/drawing/2014/main" id="{927E5978-3DC9-2522-00F6-781CF3B6DBE0}"/>
              </a:ext>
            </a:extLst>
          </p:cNvPr>
          <p:cNvSpPr>
            <a:spLocks noGrp="1"/>
          </p:cNvSpPr>
          <p:nvPr>
            <p:ph type="body" sz="quarter" idx="22"/>
          </p:nvPr>
        </p:nvSpPr>
        <p:spPr>
          <a:xfrm>
            <a:off x="546100" y="6019801"/>
            <a:ext cx="6851650"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Arial" panose="020B0604020202020204" pitchFamily="34"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30" name="Content Placeholder 29">
            <a:extLst>
              <a:ext uri="{FF2B5EF4-FFF2-40B4-BE49-F238E27FC236}">
                <a16:creationId xmlns:a16="http://schemas.microsoft.com/office/drawing/2014/main" id="{0BDF59AF-B2BA-5A83-3E07-990E126292C1}"/>
              </a:ext>
            </a:extLst>
          </p:cNvPr>
          <p:cNvSpPr>
            <a:spLocks noGrp="1"/>
          </p:cNvSpPr>
          <p:nvPr>
            <p:ph sz="quarter" idx="27"/>
          </p:nvPr>
        </p:nvSpPr>
        <p:spPr>
          <a:xfrm>
            <a:off x="546101" y="2425700"/>
            <a:ext cx="5445124"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6F691F75-1851-7040-01A9-AB8C9E4CA60B}"/>
              </a:ext>
            </a:extLst>
          </p:cNvPr>
          <p:cNvSpPr>
            <a:spLocks noGrp="1"/>
          </p:cNvSpPr>
          <p:nvPr>
            <p:ph sz="quarter" idx="28"/>
          </p:nvPr>
        </p:nvSpPr>
        <p:spPr>
          <a:xfrm>
            <a:off x="6194425" y="2425700"/>
            <a:ext cx="5443538"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Text Placeholder 33">
            <a:extLst>
              <a:ext uri="{FF2B5EF4-FFF2-40B4-BE49-F238E27FC236}">
                <a16:creationId xmlns:a16="http://schemas.microsoft.com/office/drawing/2014/main" id="{5FE0CD66-027F-AA7D-2F1F-385DF569B800}"/>
              </a:ext>
            </a:extLst>
          </p:cNvPr>
          <p:cNvSpPr>
            <a:spLocks noGrp="1"/>
          </p:cNvSpPr>
          <p:nvPr>
            <p:ph type="body" sz="quarter" idx="29"/>
          </p:nvPr>
        </p:nvSpPr>
        <p:spPr>
          <a:xfrm>
            <a:off x="546100" y="1849436"/>
            <a:ext cx="5445125" cy="296864"/>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6" name="Text Placeholder 35">
            <a:extLst>
              <a:ext uri="{FF2B5EF4-FFF2-40B4-BE49-F238E27FC236}">
                <a16:creationId xmlns:a16="http://schemas.microsoft.com/office/drawing/2014/main" id="{3A72DFFD-6972-74A3-175B-07193979F2E8}"/>
              </a:ext>
            </a:extLst>
          </p:cNvPr>
          <p:cNvSpPr>
            <a:spLocks noGrp="1"/>
          </p:cNvSpPr>
          <p:nvPr>
            <p:ph type="body" sz="quarter" idx="30"/>
          </p:nvPr>
        </p:nvSpPr>
        <p:spPr>
          <a:xfrm>
            <a:off x="6194425" y="1849434"/>
            <a:ext cx="5443537" cy="296866"/>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grpSp>
        <p:nvGrpSpPr>
          <p:cNvPr id="2" name="Group 1">
            <a:extLst>
              <a:ext uri="{FF2B5EF4-FFF2-40B4-BE49-F238E27FC236}">
                <a16:creationId xmlns:a16="http://schemas.microsoft.com/office/drawing/2014/main" id="{226CEDAE-9F07-1C0C-6E9E-BB7BCDF8D27F}"/>
              </a:ext>
            </a:extLst>
          </p:cNvPr>
          <p:cNvGrpSpPr/>
          <p:nvPr userDrawn="1"/>
        </p:nvGrpSpPr>
        <p:grpSpPr>
          <a:xfrm>
            <a:off x="12356815" y="0"/>
            <a:ext cx="756833" cy="6872642"/>
            <a:chOff x="12356815" y="0"/>
            <a:chExt cx="756833" cy="6872642"/>
          </a:xfrm>
        </p:grpSpPr>
        <p:sp>
          <p:nvSpPr>
            <p:cNvPr id="3" name="Rectangle 2">
              <a:extLst>
                <a:ext uri="{FF2B5EF4-FFF2-40B4-BE49-F238E27FC236}">
                  <a16:creationId xmlns:a16="http://schemas.microsoft.com/office/drawing/2014/main" id="{0F4816D7-3A80-BA68-F59C-705E7C62ED0D}"/>
                </a:ext>
              </a:extLst>
            </p:cNvPr>
            <p:cNvSpPr/>
            <p:nvPr userDrawn="1"/>
          </p:nvSpPr>
          <p:spPr>
            <a:xfrm>
              <a:off x="12356815" y="0"/>
              <a:ext cx="553069" cy="3279913"/>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4" name="TextBox 3">
              <a:extLst>
                <a:ext uri="{FF2B5EF4-FFF2-40B4-BE49-F238E27FC236}">
                  <a16:creationId xmlns:a16="http://schemas.microsoft.com/office/drawing/2014/main" id="{F7DD9259-F243-5A0B-900C-8570402A0E20}"/>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ON LIGHT AND EXTRA LIGHT</a:t>
              </a:r>
            </a:p>
          </p:txBody>
        </p:sp>
        <p:sp>
          <p:nvSpPr>
            <p:cNvPr id="6" name="Rectangle 5">
              <a:extLst>
                <a:ext uri="{FF2B5EF4-FFF2-40B4-BE49-F238E27FC236}">
                  <a16:creationId xmlns:a16="http://schemas.microsoft.com/office/drawing/2014/main" id="{EA432BCD-E93E-2098-89BC-BE0C8316F127}"/>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7" name="Group 6">
              <a:extLst>
                <a:ext uri="{FF2B5EF4-FFF2-40B4-BE49-F238E27FC236}">
                  <a16:creationId xmlns:a16="http://schemas.microsoft.com/office/drawing/2014/main" id="{1E629B40-79D5-42A5-F4DF-A2D85453151B}"/>
                </a:ext>
              </a:extLst>
            </p:cNvPr>
            <p:cNvGrpSpPr/>
            <p:nvPr userDrawn="1"/>
          </p:nvGrpSpPr>
          <p:grpSpPr>
            <a:xfrm>
              <a:off x="12442019" y="3791214"/>
              <a:ext cx="382660" cy="2882942"/>
              <a:chOff x="14001569" y="3716048"/>
              <a:chExt cx="316248" cy="3171236"/>
            </a:xfrm>
          </p:grpSpPr>
          <p:sp>
            <p:nvSpPr>
              <p:cNvPr id="25" name="Rectangle 24">
                <a:extLst>
                  <a:ext uri="{FF2B5EF4-FFF2-40B4-BE49-F238E27FC236}">
                    <a16:creationId xmlns:a16="http://schemas.microsoft.com/office/drawing/2014/main" id="{327DB983-63A8-7968-776C-03D3D6A0F7EE}"/>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50F7BE36-0B29-EE5B-61B9-A0FF40A6BC27}"/>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7484EA5A-B6CD-0FB4-9655-3BC1956850AB}"/>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ADAD8DDB-2C3E-1BD5-03C4-40975BA7E3EA}"/>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BF29BF7F-B872-0224-E924-83CEF4709DB9}"/>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E9C73C3F-19E1-AF5F-C1F4-7A353837016B}"/>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5CBD3428-3E1F-90DC-48EF-B4461E243C6F}"/>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EA2C0D84-EBEC-CE46-8ED4-BDC84A1C8F10}"/>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AD302B7E-2F55-2E93-4C55-C61E276D41B8}"/>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8" name="Rectangle 37">
                <a:extLst>
                  <a:ext uri="{FF2B5EF4-FFF2-40B4-BE49-F238E27FC236}">
                    <a16:creationId xmlns:a16="http://schemas.microsoft.com/office/drawing/2014/main" id="{21CA36AA-154F-7C31-F63A-F7C298ACB6B8}"/>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0" name="Group 9">
              <a:extLst>
                <a:ext uri="{FF2B5EF4-FFF2-40B4-BE49-F238E27FC236}">
                  <a16:creationId xmlns:a16="http://schemas.microsoft.com/office/drawing/2014/main" id="{BDF25B36-B389-C624-36F6-31FBBDAA85A5}"/>
                </a:ext>
              </a:extLst>
            </p:cNvPr>
            <p:cNvGrpSpPr/>
            <p:nvPr userDrawn="1"/>
          </p:nvGrpSpPr>
          <p:grpSpPr>
            <a:xfrm>
              <a:off x="12442019" y="198485"/>
              <a:ext cx="382660" cy="2882942"/>
              <a:chOff x="12742785" y="3716048"/>
              <a:chExt cx="316248" cy="3171236"/>
            </a:xfrm>
          </p:grpSpPr>
          <p:sp>
            <p:nvSpPr>
              <p:cNvPr id="13" name="Rectangle 12">
                <a:extLst>
                  <a:ext uri="{FF2B5EF4-FFF2-40B4-BE49-F238E27FC236}">
                    <a16:creationId xmlns:a16="http://schemas.microsoft.com/office/drawing/2014/main" id="{981D1DC1-3714-928B-019E-83A6011DB055}"/>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5" name="Rectangle 14">
                <a:extLst>
                  <a:ext uri="{FF2B5EF4-FFF2-40B4-BE49-F238E27FC236}">
                    <a16:creationId xmlns:a16="http://schemas.microsoft.com/office/drawing/2014/main" id="{794C91FB-65A7-2437-1274-3E59976BB6ED}"/>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6" name="Rectangle 15">
                <a:extLst>
                  <a:ext uri="{FF2B5EF4-FFF2-40B4-BE49-F238E27FC236}">
                    <a16:creationId xmlns:a16="http://schemas.microsoft.com/office/drawing/2014/main" id="{F16C61FC-3F15-281F-9978-400FC0D68F53}"/>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7" name="Rectangle 16">
                <a:extLst>
                  <a:ext uri="{FF2B5EF4-FFF2-40B4-BE49-F238E27FC236}">
                    <a16:creationId xmlns:a16="http://schemas.microsoft.com/office/drawing/2014/main" id="{D2A1053B-3B83-B37F-2393-7450A6C149DC}"/>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9" name="Rectangle 18">
                <a:extLst>
                  <a:ext uri="{FF2B5EF4-FFF2-40B4-BE49-F238E27FC236}">
                    <a16:creationId xmlns:a16="http://schemas.microsoft.com/office/drawing/2014/main" id="{285A330D-07DD-9B07-1F4A-F7E80D627A22}"/>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0" name="Rectangle 19">
                <a:extLst>
                  <a:ext uri="{FF2B5EF4-FFF2-40B4-BE49-F238E27FC236}">
                    <a16:creationId xmlns:a16="http://schemas.microsoft.com/office/drawing/2014/main" id="{41A3E40B-587E-4951-7DEE-C96547B21EA4}"/>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B57FF93C-3CDA-5048-FEB5-2D02864A570D}"/>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C77A0EA5-2768-9B24-17A4-F7D9F496BA3D}"/>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E5D32CC4-C1AF-C546-6A35-7A60F7E4D85D}"/>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C712FAB3-7A5B-1236-3B7F-0EB28F02E9AB}"/>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1" name="TextBox 10">
              <a:extLst>
                <a:ext uri="{FF2B5EF4-FFF2-40B4-BE49-F238E27FC236}">
                  <a16:creationId xmlns:a16="http://schemas.microsoft.com/office/drawing/2014/main" id="{064AEEC9-1233-11A6-08E9-4906E4D0257A}"/>
                </a:ext>
              </a:extLst>
            </p:cNvPr>
            <p:cNvSpPr txBox="1"/>
            <p:nvPr userDrawn="1"/>
          </p:nvSpPr>
          <p:spPr>
            <a:xfrm rot="16200000">
              <a:off x="12562248" y="5173598"/>
              <a:ext cx="984244" cy="118174"/>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Arial" panose="020B0604020202020204" pitchFamily="34" charset="0"/>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Arial" panose="020B0604020202020204" pitchFamily="34" charset="0"/>
                <a:ea typeface="GT America Regular" charset="0"/>
                <a:cs typeface="GT America Regular" charset="0"/>
              </a:endParaRPr>
            </a:p>
          </p:txBody>
        </p:sp>
      </p:grpSp>
      <p:sp>
        <p:nvSpPr>
          <p:cNvPr id="39" name="TextBox 38">
            <a:extLst>
              <a:ext uri="{FF2B5EF4-FFF2-40B4-BE49-F238E27FC236}">
                <a16:creationId xmlns:a16="http://schemas.microsoft.com/office/drawing/2014/main" id="{C307FF3D-E53A-3D7B-8D5E-F25BB610B952}"/>
              </a:ext>
            </a:extLst>
          </p:cNvPr>
          <p:cNvSpPr txBox="1"/>
          <p:nvPr userDrawn="1"/>
        </p:nvSpPr>
        <p:spPr>
          <a:xfrm>
            <a:off x="12356815" y="3377042"/>
            <a:ext cx="817531" cy="116635"/>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endParaRPr>
          </a:p>
        </p:txBody>
      </p:sp>
    </p:spTree>
    <p:extLst>
      <p:ext uri="{BB962C8B-B14F-4D97-AF65-F5344CB8AC3E}">
        <p14:creationId xmlns:p14="http://schemas.microsoft.com/office/powerpoint/2010/main" val="555584067"/>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2 Column - 2 line title - Equal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8" name="Title 17">
            <a:extLst>
              <a:ext uri="{FF2B5EF4-FFF2-40B4-BE49-F238E27FC236}">
                <a16:creationId xmlns:a16="http://schemas.microsoft.com/office/drawing/2014/main" id="{EC9D0933-64E3-BFA1-9514-B7DF150292A4}"/>
              </a:ext>
            </a:extLst>
          </p:cNvPr>
          <p:cNvSpPr>
            <a:spLocks noGrp="1"/>
          </p:cNvSpPr>
          <p:nvPr>
            <p:ph type="title" hasCustomPrompt="1"/>
          </p:nvPr>
        </p:nvSpPr>
        <p:spPr>
          <a:xfrm>
            <a:off x="546100" y="552450"/>
            <a:ext cx="11091861" cy="928909"/>
          </a:xfrm>
        </p:spPr>
        <p:txBody>
          <a:bodyPr>
            <a:spAutoFit/>
          </a:bodyPr>
          <a:lstStyle/>
          <a:p>
            <a:r>
              <a:rPr lang="en-US"/>
              <a:t>2 line title</a:t>
            </a:r>
            <a:br>
              <a:rPr lang="en-US"/>
            </a:br>
            <a:r>
              <a:rPr lang="en-US"/>
              <a:t>Click to edit Master title style</a:t>
            </a:r>
          </a:p>
        </p:txBody>
      </p:sp>
      <p:sp>
        <p:nvSpPr>
          <p:cNvPr id="5" name="Freeform 5">
            <a:extLst>
              <a:ext uri="{FF2B5EF4-FFF2-40B4-BE49-F238E27FC236}">
                <a16:creationId xmlns:a16="http://schemas.microsoft.com/office/drawing/2014/main" id="{815BB915-D4A3-4B77-441D-189B31261836}"/>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4" name="Text Placeholder 13">
            <a:extLst>
              <a:ext uri="{FF2B5EF4-FFF2-40B4-BE49-F238E27FC236}">
                <a16:creationId xmlns:a16="http://schemas.microsoft.com/office/drawing/2014/main" id="{927E5978-3DC9-2522-00F6-781CF3B6DBE0}"/>
              </a:ext>
            </a:extLst>
          </p:cNvPr>
          <p:cNvSpPr>
            <a:spLocks noGrp="1"/>
          </p:cNvSpPr>
          <p:nvPr>
            <p:ph type="body" sz="quarter" idx="22"/>
          </p:nvPr>
        </p:nvSpPr>
        <p:spPr>
          <a:xfrm>
            <a:off x="546100" y="6019801"/>
            <a:ext cx="6851650"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Arial" panose="020B0604020202020204" pitchFamily="34"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30" name="Content Placeholder 29">
            <a:extLst>
              <a:ext uri="{FF2B5EF4-FFF2-40B4-BE49-F238E27FC236}">
                <a16:creationId xmlns:a16="http://schemas.microsoft.com/office/drawing/2014/main" id="{0BDF59AF-B2BA-5A83-3E07-990E126292C1}"/>
              </a:ext>
            </a:extLst>
          </p:cNvPr>
          <p:cNvSpPr>
            <a:spLocks noGrp="1"/>
          </p:cNvSpPr>
          <p:nvPr>
            <p:ph sz="quarter" idx="27"/>
          </p:nvPr>
        </p:nvSpPr>
        <p:spPr>
          <a:xfrm>
            <a:off x="546101" y="2425700"/>
            <a:ext cx="5445124"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6F691F75-1851-7040-01A9-AB8C9E4CA60B}"/>
              </a:ext>
            </a:extLst>
          </p:cNvPr>
          <p:cNvSpPr>
            <a:spLocks noGrp="1"/>
          </p:cNvSpPr>
          <p:nvPr>
            <p:ph sz="quarter" idx="28"/>
          </p:nvPr>
        </p:nvSpPr>
        <p:spPr>
          <a:xfrm>
            <a:off x="6194425" y="2425700"/>
            <a:ext cx="5443538"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Text Placeholder 33">
            <a:extLst>
              <a:ext uri="{FF2B5EF4-FFF2-40B4-BE49-F238E27FC236}">
                <a16:creationId xmlns:a16="http://schemas.microsoft.com/office/drawing/2014/main" id="{5FE0CD66-027F-AA7D-2F1F-385DF569B800}"/>
              </a:ext>
            </a:extLst>
          </p:cNvPr>
          <p:cNvSpPr>
            <a:spLocks noGrp="1"/>
          </p:cNvSpPr>
          <p:nvPr>
            <p:ph type="body" sz="quarter" idx="29"/>
          </p:nvPr>
        </p:nvSpPr>
        <p:spPr>
          <a:xfrm>
            <a:off x="546100" y="1849436"/>
            <a:ext cx="5445125" cy="296864"/>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6" name="Text Placeholder 35">
            <a:extLst>
              <a:ext uri="{FF2B5EF4-FFF2-40B4-BE49-F238E27FC236}">
                <a16:creationId xmlns:a16="http://schemas.microsoft.com/office/drawing/2014/main" id="{3A72DFFD-6972-74A3-175B-07193979F2E8}"/>
              </a:ext>
            </a:extLst>
          </p:cNvPr>
          <p:cNvSpPr>
            <a:spLocks noGrp="1"/>
          </p:cNvSpPr>
          <p:nvPr>
            <p:ph type="body" sz="quarter" idx="30"/>
          </p:nvPr>
        </p:nvSpPr>
        <p:spPr>
          <a:xfrm>
            <a:off x="6194425" y="1849434"/>
            <a:ext cx="5443537" cy="296866"/>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grpSp>
        <p:nvGrpSpPr>
          <p:cNvPr id="2" name="Group 1">
            <a:extLst>
              <a:ext uri="{FF2B5EF4-FFF2-40B4-BE49-F238E27FC236}">
                <a16:creationId xmlns:a16="http://schemas.microsoft.com/office/drawing/2014/main" id="{A023A96B-1BF9-D309-E58D-66F0C9D8471A}"/>
              </a:ext>
            </a:extLst>
          </p:cNvPr>
          <p:cNvGrpSpPr/>
          <p:nvPr userDrawn="1"/>
        </p:nvGrpSpPr>
        <p:grpSpPr>
          <a:xfrm>
            <a:off x="12356815" y="0"/>
            <a:ext cx="756833" cy="6872642"/>
            <a:chOff x="12356815" y="0"/>
            <a:chExt cx="756833" cy="6872642"/>
          </a:xfrm>
        </p:grpSpPr>
        <p:sp>
          <p:nvSpPr>
            <p:cNvPr id="3" name="Rectangle 2">
              <a:extLst>
                <a:ext uri="{FF2B5EF4-FFF2-40B4-BE49-F238E27FC236}">
                  <a16:creationId xmlns:a16="http://schemas.microsoft.com/office/drawing/2014/main" id="{49F1DF92-ECAD-BF68-FDE6-F709D0D951C9}"/>
                </a:ext>
              </a:extLst>
            </p:cNvPr>
            <p:cNvSpPr/>
            <p:nvPr userDrawn="1"/>
          </p:nvSpPr>
          <p:spPr>
            <a:xfrm>
              <a:off x="12356815" y="0"/>
              <a:ext cx="553069" cy="3279913"/>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4" name="TextBox 3">
              <a:extLst>
                <a:ext uri="{FF2B5EF4-FFF2-40B4-BE49-F238E27FC236}">
                  <a16:creationId xmlns:a16="http://schemas.microsoft.com/office/drawing/2014/main" id="{8CAD21AF-032B-2021-CF3D-A8022FEFD066}"/>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ON LIGHT AND EXTRA LIGHT</a:t>
              </a:r>
            </a:p>
          </p:txBody>
        </p:sp>
        <p:sp>
          <p:nvSpPr>
            <p:cNvPr id="6" name="Rectangle 5">
              <a:extLst>
                <a:ext uri="{FF2B5EF4-FFF2-40B4-BE49-F238E27FC236}">
                  <a16:creationId xmlns:a16="http://schemas.microsoft.com/office/drawing/2014/main" id="{DE1CC72B-1C70-C379-5BAC-324B2303E7E6}"/>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7" name="Group 6">
              <a:extLst>
                <a:ext uri="{FF2B5EF4-FFF2-40B4-BE49-F238E27FC236}">
                  <a16:creationId xmlns:a16="http://schemas.microsoft.com/office/drawing/2014/main" id="{4E016C1E-66F1-891D-C460-E3A494D5AC4B}"/>
                </a:ext>
              </a:extLst>
            </p:cNvPr>
            <p:cNvGrpSpPr/>
            <p:nvPr userDrawn="1"/>
          </p:nvGrpSpPr>
          <p:grpSpPr>
            <a:xfrm>
              <a:off x="12442019" y="3791214"/>
              <a:ext cx="382660" cy="2882942"/>
              <a:chOff x="14001569" y="3716048"/>
              <a:chExt cx="316248" cy="3171236"/>
            </a:xfrm>
          </p:grpSpPr>
          <p:sp>
            <p:nvSpPr>
              <p:cNvPr id="24" name="Rectangle 23">
                <a:extLst>
                  <a:ext uri="{FF2B5EF4-FFF2-40B4-BE49-F238E27FC236}">
                    <a16:creationId xmlns:a16="http://schemas.microsoft.com/office/drawing/2014/main" id="{6294FCDF-4C95-2DF7-5353-CF43A0D6245C}"/>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45039E83-2F04-9BF9-0AAF-78BEBBC57262}"/>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C61E2DB1-347C-45D4-D662-3F654090B1E1}"/>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DE37020C-FC52-7B58-E013-312618231BDE}"/>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8FBC011C-29E5-03E6-5922-E83E606487E2}"/>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DADCD13E-DDF9-8015-E925-442F05A55D06}"/>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2AEF6E34-9A35-831C-45ED-3CD3E771E1D3}"/>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6292540D-4027-22CE-24C3-E22C48CAA5B7}"/>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4C7C7F4F-49FB-643A-E32B-0B1C57A4A45F}"/>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4EF246E9-2FEC-2BF8-4982-874565B7C1C5}"/>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0" name="Group 9">
              <a:extLst>
                <a:ext uri="{FF2B5EF4-FFF2-40B4-BE49-F238E27FC236}">
                  <a16:creationId xmlns:a16="http://schemas.microsoft.com/office/drawing/2014/main" id="{D6465557-DFA5-6E9F-B2CA-0CC78F2E42FF}"/>
                </a:ext>
              </a:extLst>
            </p:cNvPr>
            <p:cNvGrpSpPr/>
            <p:nvPr userDrawn="1"/>
          </p:nvGrpSpPr>
          <p:grpSpPr>
            <a:xfrm>
              <a:off x="12442019" y="198485"/>
              <a:ext cx="382660" cy="2882942"/>
              <a:chOff x="12742785" y="3716048"/>
              <a:chExt cx="316248" cy="3171236"/>
            </a:xfrm>
          </p:grpSpPr>
          <p:sp>
            <p:nvSpPr>
              <p:cNvPr id="12" name="Rectangle 11">
                <a:extLst>
                  <a:ext uri="{FF2B5EF4-FFF2-40B4-BE49-F238E27FC236}">
                    <a16:creationId xmlns:a16="http://schemas.microsoft.com/office/drawing/2014/main" id="{704FC328-6E6C-99D5-92BC-80D1D4DC8821}"/>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3" name="Rectangle 12">
                <a:extLst>
                  <a:ext uri="{FF2B5EF4-FFF2-40B4-BE49-F238E27FC236}">
                    <a16:creationId xmlns:a16="http://schemas.microsoft.com/office/drawing/2014/main" id="{3C74818A-0DBB-630C-61F9-E755609B224B}"/>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5" name="Rectangle 14">
                <a:extLst>
                  <a:ext uri="{FF2B5EF4-FFF2-40B4-BE49-F238E27FC236}">
                    <a16:creationId xmlns:a16="http://schemas.microsoft.com/office/drawing/2014/main" id="{71262F0D-B196-A598-1AAC-299DB6564A2C}"/>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6" name="Rectangle 15">
                <a:extLst>
                  <a:ext uri="{FF2B5EF4-FFF2-40B4-BE49-F238E27FC236}">
                    <a16:creationId xmlns:a16="http://schemas.microsoft.com/office/drawing/2014/main" id="{4AADF65C-1060-C877-6079-8694D9429E07}"/>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7" name="Rectangle 16">
                <a:extLst>
                  <a:ext uri="{FF2B5EF4-FFF2-40B4-BE49-F238E27FC236}">
                    <a16:creationId xmlns:a16="http://schemas.microsoft.com/office/drawing/2014/main" id="{5867004F-B497-7EF0-5569-32BD9DEE8904}"/>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9" name="Rectangle 18">
                <a:extLst>
                  <a:ext uri="{FF2B5EF4-FFF2-40B4-BE49-F238E27FC236}">
                    <a16:creationId xmlns:a16="http://schemas.microsoft.com/office/drawing/2014/main" id="{86D2E9B6-C2DD-6B79-F14C-BFC320B536F8}"/>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0" name="Rectangle 19">
                <a:extLst>
                  <a:ext uri="{FF2B5EF4-FFF2-40B4-BE49-F238E27FC236}">
                    <a16:creationId xmlns:a16="http://schemas.microsoft.com/office/drawing/2014/main" id="{AF7CEEBC-C377-E964-ED52-C96B2B9095F9}"/>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AC92C6F2-7DD1-C98A-4728-CE12FB81C2DA}"/>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3209BC35-6E55-B045-DA5E-FEC5B6753350}"/>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ABB164D7-396E-3DAE-51E4-054D639E919F}"/>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1" name="TextBox 10">
              <a:extLst>
                <a:ext uri="{FF2B5EF4-FFF2-40B4-BE49-F238E27FC236}">
                  <a16:creationId xmlns:a16="http://schemas.microsoft.com/office/drawing/2014/main" id="{AAC38E5C-C4E4-B487-8A97-539C88BB09E2}"/>
                </a:ext>
              </a:extLst>
            </p:cNvPr>
            <p:cNvSpPr txBox="1"/>
            <p:nvPr userDrawn="1"/>
          </p:nvSpPr>
          <p:spPr>
            <a:xfrm rot="16200000">
              <a:off x="12562248" y="5173598"/>
              <a:ext cx="984244" cy="118174"/>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Arial" panose="020B0604020202020204" pitchFamily="34" charset="0"/>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Arial" panose="020B0604020202020204" pitchFamily="34" charset="0"/>
                <a:ea typeface="GT America Regular" charset="0"/>
                <a:cs typeface="GT America Regular" charset="0"/>
              </a:endParaRPr>
            </a:p>
          </p:txBody>
        </p:sp>
      </p:grpSp>
      <p:sp>
        <p:nvSpPr>
          <p:cNvPr id="38" name="TextBox 37">
            <a:extLst>
              <a:ext uri="{FF2B5EF4-FFF2-40B4-BE49-F238E27FC236}">
                <a16:creationId xmlns:a16="http://schemas.microsoft.com/office/drawing/2014/main" id="{2D912699-8715-5EE4-551E-2A0519E39393}"/>
              </a:ext>
            </a:extLst>
          </p:cNvPr>
          <p:cNvSpPr txBox="1"/>
          <p:nvPr userDrawn="1"/>
        </p:nvSpPr>
        <p:spPr>
          <a:xfrm>
            <a:off x="12356815" y="3377042"/>
            <a:ext cx="817531" cy="116635"/>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endParaRPr>
          </a:p>
        </p:txBody>
      </p:sp>
    </p:spTree>
    <p:extLst>
      <p:ext uri="{BB962C8B-B14F-4D97-AF65-F5344CB8AC3E}">
        <p14:creationId xmlns:p14="http://schemas.microsoft.com/office/powerpoint/2010/main" val="600570173"/>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2 Column, Equal - Icons">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0" name="Picture Placeholder 9">
            <a:extLst>
              <a:ext uri="{FF2B5EF4-FFF2-40B4-BE49-F238E27FC236}">
                <a16:creationId xmlns:a16="http://schemas.microsoft.com/office/drawing/2014/main" id="{3BB3CD90-7B8A-B179-4BE0-1306245D8C1F}"/>
              </a:ext>
            </a:extLst>
          </p:cNvPr>
          <p:cNvSpPr>
            <a:spLocks noGrp="1"/>
          </p:cNvSpPr>
          <p:nvPr>
            <p:ph type="pic" sz="quarter" idx="37" hasCustomPrompt="1"/>
          </p:nvPr>
        </p:nvSpPr>
        <p:spPr>
          <a:xfrm>
            <a:off x="546100" y="1849438"/>
            <a:ext cx="731519" cy="720725"/>
          </a:xfrm>
          <a:noFill/>
          <a:ln>
            <a:noFill/>
          </a:ln>
        </p:spPr>
        <p:txBody>
          <a:bodyPr anchor="ctr"/>
          <a:lstStyle>
            <a:lvl1pPr algn="ctr">
              <a:defRPr>
                <a:solidFill>
                  <a:schemeClr val="tx1"/>
                </a:solidFill>
              </a:defRPr>
            </a:lvl1pPr>
          </a:lstStyle>
          <a:p>
            <a:r>
              <a:rPr lang="en-US"/>
              <a:t>Icon</a:t>
            </a:r>
          </a:p>
        </p:txBody>
      </p:sp>
      <p:sp>
        <p:nvSpPr>
          <p:cNvPr id="13" name="Picture Placeholder 9">
            <a:extLst>
              <a:ext uri="{FF2B5EF4-FFF2-40B4-BE49-F238E27FC236}">
                <a16:creationId xmlns:a16="http://schemas.microsoft.com/office/drawing/2014/main" id="{3759C39D-789E-C620-C4CA-F2BAB3460CEA}"/>
              </a:ext>
            </a:extLst>
          </p:cNvPr>
          <p:cNvSpPr>
            <a:spLocks noGrp="1"/>
          </p:cNvSpPr>
          <p:nvPr>
            <p:ph type="pic" sz="quarter" idx="38" hasCustomPrompt="1"/>
          </p:nvPr>
        </p:nvSpPr>
        <p:spPr>
          <a:xfrm>
            <a:off x="6194425" y="1849438"/>
            <a:ext cx="731520" cy="720725"/>
          </a:xfrm>
          <a:noFill/>
          <a:ln>
            <a:noFill/>
          </a:ln>
        </p:spPr>
        <p:txBody>
          <a:bodyPr anchor="ctr"/>
          <a:lstStyle>
            <a:lvl1pPr algn="ctr">
              <a:defRPr>
                <a:solidFill>
                  <a:schemeClr val="tx1"/>
                </a:solidFill>
              </a:defRPr>
            </a:lvl1pPr>
          </a:lstStyle>
          <a:p>
            <a:r>
              <a:rPr lang="en-US"/>
              <a:t>Icon</a:t>
            </a:r>
          </a:p>
        </p:txBody>
      </p:sp>
      <p:sp>
        <p:nvSpPr>
          <p:cNvPr id="15" name="Title 14">
            <a:extLst>
              <a:ext uri="{FF2B5EF4-FFF2-40B4-BE49-F238E27FC236}">
                <a16:creationId xmlns:a16="http://schemas.microsoft.com/office/drawing/2014/main" id="{83293C95-F2D4-1B62-3972-21D684C69D6B}"/>
              </a:ext>
            </a:extLst>
          </p:cNvPr>
          <p:cNvSpPr>
            <a:spLocks noGrp="1"/>
          </p:cNvSpPr>
          <p:nvPr>
            <p:ph type="title"/>
          </p:nvPr>
        </p:nvSpPr>
        <p:spPr>
          <a:xfrm>
            <a:off x="546100" y="552450"/>
            <a:ext cx="11091861" cy="434975"/>
          </a:xfrm>
        </p:spPr>
        <p:txBody>
          <a:bodyPr/>
          <a:lstStyle/>
          <a:p>
            <a:r>
              <a:rPr lang="en-US"/>
              <a:t>Click to edit Master title style</a:t>
            </a:r>
          </a:p>
        </p:txBody>
      </p:sp>
      <p:sp>
        <p:nvSpPr>
          <p:cNvPr id="4" name="Freeform 5">
            <a:extLst>
              <a:ext uri="{FF2B5EF4-FFF2-40B4-BE49-F238E27FC236}">
                <a16:creationId xmlns:a16="http://schemas.microsoft.com/office/drawing/2014/main" id="{BDF8D966-D4D5-8345-BCCE-83ADA78DF007}"/>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22" name="Text Placeholder 11">
            <a:extLst>
              <a:ext uri="{FF2B5EF4-FFF2-40B4-BE49-F238E27FC236}">
                <a16:creationId xmlns:a16="http://schemas.microsoft.com/office/drawing/2014/main" id="{E3714C5C-1F27-C398-E400-5C0795EDB8E8}"/>
              </a:ext>
            </a:extLst>
          </p:cNvPr>
          <p:cNvSpPr>
            <a:spLocks noGrp="1"/>
          </p:cNvSpPr>
          <p:nvPr>
            <p:ph type="body" sz="quarter" idx="21"/>
          </p:nvPr>
        </p:nvSpPr>
        <p:spPr>
          <a:xfrm>
            <a:off x="546100" y="1127125"/>
            <a:ext cx="11097578" cy="292608"/>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3" name="Text Placeholder 13">
            <a:extLst>
              <a:ext uri="{FF2B5EF4-FFF2-40B4-BE49-F238E27FC236}">
                <a16:creationId xmlns:a16="http://schemas.microsoft.com/office/drawing/2014/main" id="{7AD587B1-D6EF-264C-B2FD-D3B6CF8CC777}"/>
              </a:ext>
            </a:extLst>
          </p:cNvPr>
          <p:cNvSpPr>
            <a:spLocks noGrp="1"/>
          </p:cNvSpPr>
          <p:nvPr>
            <p:ph type="body" sz="quarter" idx="22"/>
          </p:nvPr>
        </p:nvSpPr>
        <p:spPr>
          <a:xfrm>
            <a:off x="546100" y="6019801"/>
            <a:ext cx="6851650"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Arial" panose="020B0604020202020204" pitchFamily="34"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24" name="Content Placeholder 29">
            <a:extLst>
              <a:ext uri="{FF2B5EF4-FFF2-40B4-BE49-F238E27FC236}">
                <a16:creationId xmlns:a16="http://schemas.microsoft.com/office/drawing/2014/main" id="{BC7EB0C9-FA9F-3888-8848-B5F248F576E9}"/>
              </a:ext>
            </a:extLst>
          </p:cNvPr>
          <p:cNvSpPr>
            <a:spLocks noGrp="1"/>
          </p:cNvSpPr>
          <p:nvPr>
            <p:ph sz="quarter" idx="27"/>
          </p:nvPr>
        </p:nvSpPr>
        <p:spPr>
          <a:xfrm>
            <a:off x="546101" y="2847975"/>
            <a:ext cx="5445124" cy="30194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Content Placeholder 31">
            <a:extLst>
              <a:ext uri="{FF2B5EF4-FFF2-40B4-BE49-F238E27FC236}">
                <a16:creationId xmlns:a16="http://schemas.microsoft.com/office/drawing/2014/main" id="{791D8777-C2DB-5F33-F63B-04B9C6AF8C52}"/>
              </a:ext>
            </a:extLst>
          </p:cNvPr>
          <p:cNvSpPr>
            <a:spLocks noGrp="1"/>
          </p:cNvSpPr>
          <p:nvPr>
            <p:ph sz="quarter" idx="28"/>
          </p:nvPr>
        </p:nvSpPr>
        <p:spPr>
          <a:xfrm>
            <a:off x="6194425" y="2847975"/>
            <a:ext cx="5443538" cy="30194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 name="Group 1">
            <a:extLst>
              <a:ext uri="{FF2B5EF4-FFF2-40B4-BE49-F238E27FC236}">
                <a16:creationId xmlns:a16="http://schemas.microsoft.com/office/drawing/2014/main" id="{1BC4217D-4BAA-9360-1097-8431CA9B3583}"/>
              </a:ext>
            </a:extLst>
          </p:cNvPr>
          <p:cNvGrpSpPr/>
          <p:nvPr userDrawn="1"/>
        </p:nvGrpSpPr>
        <p:grpSpPr>
          <a:xfrm>
            <a:off x="12356815" y="0"/>
            <a:ext cx="756833" cy="6872642"/>
            <a:chOff x="12356815" y="0"/>
            <a:chExt cx="756833" cy="6872642"/>
          </a:xfrm>
        </p:grpSpPr>
        <p:sp>
          <p:nvSpPr>
            <p:cNvPr id="3" name="Rectangle 2">
              <a:extLst>
                <a:ext uri="{FF2B5EF4-FFF2-40B4-BE49-F238E27FC236}">
                  <a16:creationId xmlns:a16="http://schemas.microsoft.com/office/drawing/2014/main" id="{23B738D2-9770-CA27-45BA-398391E221B4}"/>
                </a:ext>
              </a:extLst>
            </p:cNvPr>
            <p:cNvSpPr/>
            <p:nvPr userDrawn="1"/>
          </p:nvSpPr>
          <p:spPr>
            <a:xfrm>
              <a:off x="12356815" y="0"/>
              <a:ext cx="553069" cy="3279913"/>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5" name="TextBox 4">
              <a:extLst>
                <a:ext uri="{FF2B5EF4-FFF2-40B4-BE49-F238E27FC236}">
                  <a16:creationId xmlns:a16="http://schemas.microsoft.com/office/drawing/2014/main" id="{765EE3DD-2A78-3977-96CB-1F4379F4F7B2}"/>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ON LIGHT AND EXTRA LIGHT</a:t>
              </a:r>
            </a:p>
          </p:txBody>
        </p:sp>
        <p:sp>
          <p:nvSpPr>
            <p:cNvPr id="6" name="Rectangle 5">
              <a:extLst>
                <a:ext uri="{FF2B5EF4-FFF2-40B4-BE49-F238E27FC236}">
                  <a16:creationId xmlns:a16="http://schemas.microsoft.com/office/drawing/2014/main" id="{0D473BDE-269B-80AF-C2A3-A7FF07FC8C8A}"/>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7" name="Group 6">
              <a:extLst>
                <a:ext uri="{FF2B5EF4-FFF2-40B4-BE49-F238E27FC236}">
                  <a16:creationId xmlns:a16="http://schemas.microsoft.com/office/drawing/2014/main" id="{B297EE7D-B7B5-F2F1-323E-D3708819C364}"/>
                </a:ext>
              </a:extLst>
            </p:cNvPr>
            <p:cNvGrpSpPr/>
            <p:nvPr userDrawn="1"/>
          </p:nvGrpSpPr>
          <p:grpSpPr>
            <a:xfrm>
              <a:off x="12442019" y="3791214"/>
              <a:ext cx="382660" cy="2882942"/>
              <a:chOff x="14001569" y="3716048"/>
              <a:chExt cx="316248" cy="3171236"/>
            </a:xfrm>
          </p:grpSpPr>
          <p:sp>
            <p:nvSpPr>
              <p:cNvPr id="29" name="Rectangle 28">
                <a:extLst>
                  <a:ext uri="{FF2B5EF4-FFF2-40B4-BE49-F238E27FC236}">
                    <a16:creationId xmlns:a16="http://schemas.microsoft.com/office/drawing/2014/main" id="{F7C5CFC4-7BCA-2B63-78A4-16D49919F444}"/>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5D70C0FD-9524-2C30-0539-E4E8C483F5EC}"/>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A55E9539-976E-313D-7347-9A0CD199EF14}"/>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40C12AA8-5649-BC19-338A-79799798EE2E}"/>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375BA55C-DF0A-D207-FA76-5ABF56FCA1C1}"/>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01AD903F-D396-FD39-53A0-99C131EB5AD0}"/>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BF987DE3-7741-D6BC-5B16-C386D99833B9}"/>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A30D0097-5B52-066B-6132-D211D4EBCF03}"/>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8256A564-2663-1E6F-3087-4F0654732D42}"/>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8" name="Rectangle 37">
                <a:extLst>
                  <a:ext uri="{FF2B5EF4-FFF2-40B4-BE49-F238E27FC236}">
                    <a16:creationId xmlns:a16="http://schemas.microsoft.com/office/drawing/2014/main" id="{71EA7701-8240-364C-45FD-23F8090AE9E4}"/>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1" name="Group 10">
              <a:extLst>
                <a:ext uri="{FF2B5EF4-FFF2-40B4-BE49-F238E27FC236}">
                  <a16:creationId xmlns:a16="http://schemas.microsoft.com/office/drawing/2014/main" id="{F27F1958-2330-3A10-25DB-3B1994DBDFE2}"/>
                </a:ext>
              </a:extLst>
            </p:cNvPr>
            <p:cNvGrpSpPr/>
            <p:nvPr userDrawn="1"/>
          </p:nvGrpSpPr>
          <p:grpSpPr>
            <a:xfrm>
              <a:off x="12442019" y="198485"/>
              <a:ext cx="382660" cy="2882942"/>
              <a:chOff x="12742785" y="3716048"/>
              <a:chExt cx="316248" cy="3171236"/>
            </a:xfrm>
          </p:grpSpPr>
          <p:sp>
            <p:nvSpPr>
              <p:cNvPr id="14" name="Rectangle 13">
                <a:extLst>
                  <a:ext uri="{FF2B5EF4-FFF2-40B4-BE49-F238E27FC236}">
                    <a16:creationId xmlns:a16="http://schemas.microsoft.com/office/drawing/2014/main" id="{0842A728-0754-C9BD-9E4D-45B4B864EBA6}"/>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6" name="Rectangle 15">
                <a:extLst>
                  <a:ext uri="{FF2B5EF4-FFF2-40B4-BE49-F238E27FC236}">
                    <a16:creationId xmlns:a16="http://schemas.microsoft.com/office/drawing/2014/main" id="{305A6F1E-9E2F-FBAA-4EB2-F5594A1259C3}"/>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7" name="Rectangle 16">
                <a:extLst>
                  <a:ext uri="{FF2B5EF4-FFF2-40B4-BE49-F238E27FC236}">
                    <a16:creationId xmlns:a16="http://schemas.microsoft.com/office/drawing/2014/main" id="{927CCDDB-5836-8CC6-B4EC-970F1B67029C}"/>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8" name="Rectangle 17">
                <a:extLst>
                  <a:ext uri="{FF2B5EF4-FFF2-40B4-BE49-F238E27FC236}">
                    <a16:creationId xmlns:a16="http://schemas.microsoft.com/office/drawing/2014/main" id="{E8E85DD0-B05F-F711-0829-830D552C5756}"/>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9" name="Rectangle 18">
                <a:extLst>
                  <a:ext uri="{FF2B5EF4-FFF2-40B4-BE49-F238E27FC236}">
                    <a16:creationId xmlns:a16="http://schemas.microsoft.com/office/drawing/2014/main" id="{E30447AF-3E93-B4F4-2BD4-2D29DC49010A}"/>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0" name="Rectangle 19">
                <a:extLst>
                  <a:ext uri="{FF2B5EF4-FFF2-40B4-BE49-F238E27FC236}">
                    <a16:creationId xmlns:a16="http://schemas.microsoft.com/office/drawing/2014/main" id="{D0803FD3-E145-B037-4F67-5DF2DD6040E0}"/>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F8249DC2-A9E4-0CD0-0F3F-282E0C8634A2}"/>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F6CC8C32-7656-8BA3-E842-3EC24814DCCD}"/>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45AACEA3-1A29-83A1-DDD8-14DE1DA11719}"/>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E5B1B73D-F5CF-EBCE-3F9A-C836D720D50F}"/>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2" name="TextBox 11">
              <a:extLst>
                <a:ext uri="{FF2B5EF4-FFF2-40B4-BE49-F238E27FC236}">
                  <a16:creationId xmlns:a16="http://schemas.microsoft.com/office/drawing/2014/main" id="{D2C14CAE-C770-6127-8D3D-57B8E90575DC}"/>
                </a:ext>
              </a:extLst>
            </p:cNvPr>
            <p:cNvSpPr txBox="1"/>
            <p:nvPr userDrawn="1"/>
          </p:nvSpPr>
          <p:spPr>
            <a:xfrm rot="16200000">
              <a:off x="12562248" y="5173598"/>
              <a:ext cx="984244" cy="118174"/>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Arial" panose="020B0604020202020204" pitchFamily="34" charset="0"/>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Arial" panose="020B0604020202020204" pitchFamily="34" charset="0"/>
                <a:ea typeface="GT America Regular" charset="0"/>
                <a:cs typeface="GT America Regular" charset="0"/>
              </a:endParaRPr>
            </a:p>
          </p:txBody>
        </p:sp>
      </p:grpSp>
      <p:sp>
        <p:nvSpPr>
          <p:cNvPr id="39" name="TextBox 38">
            <a:extLst>
              <a:ext uri="{FF2B5EF4-FFF2-40B4-BE49-F238E27FC236}">
                <a16:creationId xmlns:a16="http://schemas.microsoft.com/office/drawing/2014/main" id="{F861FBEF-EE6E-BC1D-410E-9D965C8DDB92}"/>
              </a:ext>
            </a:extLst>
          </p:cNvPr>
          <p:cNvSpPr txBox="1"/>
          <p:nvPr userDrawn="1"/>
        </p:nvSpPr>
        <p:spPr>
          <a:xfrm>
            <a:off x="12356815" y="3377042"/>
            <a:ext cx="817531" cy="116635"/>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endParaRPr>
          </a:p>
        </p:txBody>
      </p:sp>
    </p:spTree>
    <p:extLst>
      <p:ext uri="{BB962C8B-B14F-4D97-AF65-F5344CB8AC3E}">
        <p14:creationId xmlns:p14="http://schemas.microsoft.com/office/powerpoint/2010/main" val="3660088951"/>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2 Column, Equal - Subhead/Icons">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0" name="Picture Placeholder 9">
            <a:extLst>
              <a:ext uri="{FF2B5EF4-FFF2-40B4-BE49-F238E27FC236}">
                <a16:creationId xmlns:a16="http://schemas.microsoft.com/office/drawing/2014/main" id="{3BB3CD90-7B8A-B179-4BE0-1306245D8C1F}"/>
              </a:ext>
            </a:extLst>
          </p:cNvPr>
          <p:cNvSpPr>
            <a:spLocks noGrp="1"/>
          </p:cNvSpPr>
          <p:nvPr>
            <p:ph type="pic" sz="quarter" idx="37" hasCustomPrompt="1"/>
          </p:nvPr>
        </p:nvSpPr>
        <p:spPr>
          <a:xfrm>
            <a:off x="546100" y="1849438"/>
            <a:ext cx="731520" cy="720725"/>
          </a:xfrm>
          <a:noFill/>
          <a:ln>
            <a:noFill/>
          </a:ln>
        </p:spPr>
        <p:txBody>
          <a:bodyPr anchor="ctr"/>
          <a:lstStyle>
            <a:lvl1pPr algn="ctr">
              <a:defRPr>
                <a:solidFill>
                  <a:schemeClr val="tx1"/>
                </a:solidFill>
              </a:defRPr>
            </a:lvl1pPr>
          </a:lstStyle>
          <a:p>
            <a:r>
              <a:rPr lang="en-US"/>
              <a:t>Icon</a:t>
            </a:r>
          </a:p>
        </p:txBody>
      </p:sp>
      <p:sp>
        <p:nvSpPr>
          <p:cNvPr id="13" name="Picture Placeholder 9">
            <a:extLst>
              <a:ext uri="{FF2B5EF4-FFF2-40B4-BE49-F238E27FC236}">
                <a16:creationId xmlns:a16="http://schemas.microsoft.com/office/drawing/2014/main" id="{3759C39D-789E-C620-C4CA-F2BAB3460CEA}"/>
              </a:ext>
            </a:extLst>
          </p:cNvPr>
          <p:cNvSpPr>
            <a:spLocks noGrp="1"/>
          </p:cNvSpPr>
          <p:nvPr>
            <p:ph type="pic" sz="quarter" idx="38" hasCustomPrompt="1"/>
          </p:nvPr>
        </p:nvSpPr>
        <p:spPr>
          <a:xfrm>
            <a:off x="6194425" y="1849438"/>
            <a:ext cx="731520" cy="720725"/>
          </a:xfrm>
          <a:noFill/>
          <a:ln>
            <a:noFill/>
          </a:ln>
        </p:spPr>
        <p:txBody>
          <a:bodyPr anchor="ctr"/>
          <a:lstStyle>
            <a:lvl1pPr algn="ctr">
              <a:defRPr>
                <a:solidFill>
                  <a:schemeClr val="tx1"/>
                </a:solidFill>
              </a:defRPr>
            </a:lvl1pPr>
          </a:lstStyle>
          <a:p>
            <a:r>
              <a:rPr lang="en-US"/>
              <a:t>Icon</a:t>
            </a:r>
          </a:p>
        </p:txBody>
      </p:sp>
      <p:sp>
        <p:nvSpPr>
          <p:cNvPr id="19" name="Title 18">
            <a:extLst>
              <a:ext uri="{FF2B5EF4-FFF2-40B4-BE49-F238E27FC236}">
                <a16:creationId xmlns:a16="http://schemas.microsoft.com/office/drawing/2014/main" id="{4203C809-6284-F504-FD1D-2F733D8EF672}"/>
              </a:ext>
            </a:extLst>
          </p:cNvPr>
          <p:cNvSpPr>
            <a:spLocks noGrp="1"/>
          </p:cNvSpPr>
          <p:nvPr>
            <p:ph type="title"/>
          </p:nvPr>
        </p:nvSpPr>
        <p:spPr>
          <a:xfrm>
            <a:off x="546100" y="552450"/>
            <a:ext cx="11091862" cy="434975"/>
          </a:xfrm>
        </p:spPr>
        <p:txBody>
          <a:bodyPr/>
          <a:lstStyle/>
          <a:p>
            <a:r>
              <a:rPr lang="en-US"/>
              <a:t>Click to edit Master title style</a:t>
            </a:r>
          </a:p>
        </p:txBody>
      </p:sp>
      <p:sp>
        <p:nvSpPr>
          <p:cNvPr id="4" name="Freeform 5">
            <a:extLst>
              <a:ext uri="{FF2B5EF4-FFF2-40B4-BE49-F238E27FC236}">
                <a16:creationId xmlns:a16="http://schemas.microsoft.com/office/drawing/2014/main" id="{FD35FFA2-B061-C6C6-9525-75F69775617A}"/>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2" name="Text Placeholder 11">
            <a:extLst>
              <a:ext uri="{FF2B5EF4-FFF2-40B4-BE49-F238E27FC236}">
                <a16:creationId xmlns:a16="http://schemas.microsoft.com/office/drawing/2014/main" id="{9DBD8FF5-701A-95F4-260E-E54FC660C38F}"/>
              </a:ext>
            </a:extLst>
          </p:cNvPr>
          <p:cNvSpPr>
            <a:spLocks noGrp="1"/>
          </p:cNvSpPr>
          <p:nvPr>
            <p:ph type="body" sz="quarter" idx="41"/>
          </p:nvPr>
        </p:nvSpPr>
        <p:spPr>
          <a:xfrm>
            <a:off x="546100" y="1127124"/>
            <a:ext cx="11094211" cy="295276"/>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5" name="Text Placeholder 14">
            <a:extLst>
              <a:ext uri="{FF2B5EF4-FFF2-40B4-BE49-F238E27FC236}">
                <a16:creationId xmlns:a16="http://schemas.microsoft.com/office/drawing/2014/main" id="{FC3E1B1C-BFB6-509F-0D82-C1AA2860E141}"/>
              </a:ext>
            </a:extLst>
          </p:cNvPr>
          <p:cNvSpPr>
            <a:spLocks noGrp="1"/>
          </p:cNvSpPr>
          <p:nvPr>
            <p:ph type="body" sz="quarter" idx="42"/>
          </p:nvPr>
        </p:nvSpPr>
        <p:spPr>
          <a:xfrm>
            <a:off x="539748" y="6019800"/>
            <a:ext cx="6858001" cy="292099"/>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Arial" panose="020B0604020202020204" pitchFamily="34"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17" name="Content Placeholder 16">
            <a:extLst>
              <a:ext uri="{FF2B5EF4-FFF2-40B4-BE49-F238E27FC236}">
                <a16:creationId xmlns:a16="http://schemas.microsoft.com/office/drawing/2014/main" id="{EE99AD3F-BADC-0A62-5455-2F629230E03A}"/>
              </a:ext>
            </a:extLst>
          </p:cNvPr>
          <p:cNvSpPr>
            <a:spLocks noGrp="1"/>
          </p:cNvSpPr>
          <p:nvPr>
            <p:ph sz="quarter" idx="43"/>
          </p:nvPr>
        </p:nvSpPr>
        <p:spPr>
          <a:xfrm>
            <a:off x="546100" y="3295650"/>
            <a:ext cx="5445125" cy="2437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Content Placeholder 24">
            <a:extLst>
              <a:ext uri="{FF2B5EF4-FFF2-40B4-BE49-F238E27FC236}">
                <a16:creationId xmlns:a16="http://schemas.microsoft.com/office/drawing/2014/main" id="{F13C4FDE-A81E-EF79-BD4B-61C6431C7630}"/>
              </a:ext>
            </a:extLst>
          </p:cNvPr>
          <p:cNvSpPr>
            <a:spLocks noGrp="1"/>
          </p:cNvSpPr>
          <p:nvPr>
            <p:ph sz="quarter" idx="44"/>
          </p:nvPr>
        </p:nvSpPr>
        <p:spPr>
          <a:xfrm>
            <a:off x="6194425" y="3295650"/>
            <a:ext cx="5443536" cy="2437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Text Placeholder 26">
            <a:extLst>
              <a:ext uri="{FF2B5EF4-FFF2-40B4-BE49-F238E27FC236}">
                <a16:creationId xmlns:a16="http://schemas.microsoft.com/office/drawing/2014/main" id="{79AA7307-4097-61A7-6D7C-E1E31662FD7C}"/>
              </a:ext>
            </a:extLst>
          </p:cNvPr>
          <p:cNvSpPr>
            <a:spLocks noGrp="1"/>
          </p:cNvSpPr>
          <p:nvPr>
            <p:ph type="body" sz="quarter" idx="45"/>
          </p:nvPr>
        </p:nvSpPr>
        <p:spPr>
          <a:xfrm>
            <a:off x="546100" y="2714625"/>
            <a:ext cx="5445125" cy="295276"/>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9" name="Text Placeholder 28">
            <a:extLst>
              <a:ext uri="{FF2B5EF4-FFF2-40B4-BE49-F238E27FC236}">
                <a16:creationId xmlns:a16="http://schemas.microsoft.com/office/drawing/2014/main" id="{B89766A0-7AF7-514F-D906-7F7B54DCA000}"/>
              </a:ext>
            </a:extLst>
          </p:cNvPr>
          <p:cNvSpPr>
            <a:spLocks noGrp="1"/>
          </p:cNvSpPr>
          <p:nvPr>
            <p:ph type="body" sz="quarter" idx="46"/>
          </p:nvPr>
        </p:nvSpPr>
        <p:spPr>
          <a:xfrm>
            <a:off x="6192838" y="2714625"/>
            <a:ext cx="5445125" cy="294511"/>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grpSp>
        <p:nvGrpSpPr>
          <p:cNvPr id="2" name="Group 1">
            <a:extLst>
              <a:ext uri="{FF2B5EF4-FFF2-40B4-BE49-F238E27FC236}">
                <a16:creationId xmlns:a16="http://schemas.microsoft.com/office/drawing/2014/main" id="{B2AAF679-4457-10F2-E9B5-A7FEFB97B220}"/>
              </a:ext>
            </a:extLst>
          </p:cNvPr>
          <p:cNvGrpSpPr/>
          <p:nvPr userDrawn="1"/>
        </p:nvGrpSpPr>
        <p:grpSpPr>
          <a:xfrm>
            <a:off x="12356815" y="0"/>
            <a:ext cx="756833" cy="6872642"/>
            <a:chOff x="12356815" y="0"/>
            <a:chExt cx="756833" cy="6872642"/>
          </a:xfrm>
        </p:grpSpPr>
        <p:sp>
          <p:nvSpPr>
            <p:cNvPr id="3" name="Rectangle 2">
              <a:extLst>
                <a:ext uri="{FF2B5EF4-FFF2-40B4-BE49-F238E27FC236}">
                  <a16:creationId xmlns:a16="http://schemas.microsoft.com/office/drawing/2014/main" id="{55B56AB6-E6D6-C3B5-BA76-D99E122A8E1A}"/>
                </a:ext>
              </a:extLst>
            </p:cNvPr>
            <p:cNvSpPr/>
            <p:nvPr userDrawn="1"/>
          </p:nvSpPr>
          <p:spPr>
            <a:xfrm>
              <a:off x="12356815" y="0"/>
              <a:ext cx="553069" cy="3279913"/>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5" name="TextBox 4">
              <a:extLst>
                <a:ext uri="{FF2B5EF4-FFF2-40B4-BE49-F238E27FC236}">
                  <a16:creationId xmlns:a16="http://schemas.microsoft.com/office/drawing/2014/main" id="{A26F0088-43FC-AE92-DEF1-3E3F04F249D1}"/>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ON LIGHT AND EXTRA LIGHT</a:t>
              </a:r>
            </a:p>
          </p:txBody>
        </p:sp>
        <p:sp>
          <p:nvSpPr>
            <p:cNvPr id="6" name="Rectangle 5">
              <a:extLst>
                <a:ext uri="{FF2B5EF4-FFF2-40B4-BE49-F238E27FC236}">
                  <a16:creationId xmlns:a16="http://schemas.microsoft.com/office/drawing/2014/main" id="{0DD396A0-8CCE-6537-F2EE-C146F701E26F}"/>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7" name="Group 6">
              <a:extLst>
                <a:ext uri="{FF2B5EF4-FFF2-40B4-BE49-F238E27FC236}">
                  <a16:creationId xmlns:a16="http://schemas.microsoft.com/office/drawing/2014/main" id="{C2D6B92D-3AE8-AA58-ECFA-0BC8AA3FBD75}"/>
                </a:ext>
              </a:extLst>
            </p:cNvPr>
            <p:cNvGrpSpPr/>
            <p:nvPr userDrawn="1"/>
          </p:nvGrpSpPr>
          <p:grpSpPr>
            <a:xfrm>
              <a:off x="12442019" y="3791214"/>
              <a:ext cx="382660" cy="2882942"/>
              <a:chOff x="14001569" y="3716048"/>
              <a:chExt cx="316248" cy="3171236"/>
            </a:xfrm>
          </p:grpSpPr>
          <p:sp>
            <p:nvSpPr>
              <p:cNvPr id="31" name="Rectangle 30">
                <a:extLst>
                  <a:ext uri="{FF2B5EF4-FFF2-40B4-BE49-F238E27FC236}">
                    <a16:creationId xmlns:a16="http://schemas.microsoft.com/office/drawing/2014/main" id="{0C112F11-5917-4249-B980-86239654D529}"/>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31A5D626-224F-F8FD-A2B0-F8D40C087DDB}"/>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0798FC30-BB8C-BFF1-8C51-40A55795A053}"/>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D7C10461-A3C0-8123-080D-B246D493ED94}"/>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E9AE00C3-0423-8270-5732-509DFD07A597}"/>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AEAF8904-0885-07BA-31B5-D213B163E7D0}"/>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489C82E9-7E4A-421F-6776-726E1D9B5D4A}"/>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8" name="Rectangle 37">
                <a:extLst>
                  <a:ext uri="{FF2B5EF4-FFF2-40B4-BE49-F238E27FC236}">
                    <a16:creationId xmlns:a16="http://schemas.microsoft.com/office/drawing/2014/main" id="{7DB477D9-F8E3-2E56-3CD7-9476ABA53930}"/>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9" name="Rectangle 38">
                <a:extLst>
                  <a:ext uri="{FF2B5EF4-FFF2-40B4-BE49-F238E27FC236}">
                    <a16:creationId xmlns:a16="http://schemas.microsoft.com/office/drawing/2014/main" id="{681D4E38-D098-AC8F-1CFF-B588E93B49C7}"/>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0" name="Rectangle 39">
                <a:extLst>
                  <a:ext uri="{FF2B5EF4-FFF2-40B4-BE49-F238E27FC236}">
                    <a16:creationId xmlns:a16="http://schemas.microsoft.com/office/drawing/2014/main" id="{B6799BE3-4498-74FB-994F-3A827E612705}"/>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1" name="Group 10">
              <a:extLst>
                <a:ext uri="{FF2B5EF4-FFF2-40B4-BE49-F238E27FC236}">
                  <a16:creationId xmlns:a16="http://schemas.microsoft.com/office/drawing/2014/main" id="{B300A026-ACBA-79A6-D5CC-0542DDB15C50}"/>
                </a:ext>
              </a:extLst>
            </p:cNvPr>
            <p:cNvGrpSpPr/>
            <p:nvPr userDrawn="1"/>
          </p:nvGrpSpPr>
          <p:grpSpPr>
            <a:xfrm>
              <a:off x="12442019" y="198485"/>
              <a:ext cx="382660" cy="2882942"/>
              <a:chOff x="12742785" y="3716048"/>
              <a:chExt cx="316248" cy="3171236"/>
            </a:xfrm>
          </p:grpSpPr>
          <p:sp>
            <p:nvSpPr>
              <p:cNvPr id="16" name="Rectangle 15">
                <a:extLst>
                  <a:ext uri="{FF2B5EF4-FFF2-40B4-BE49-F238E27FC236}">
                    <a16:creationId xmlns:a16="http://schemas.microsoft.com/office/drawing/2014/main" id="{FD53FBA9-4949-BEF1-4319-61DA898C0EC7}"/>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8" name="Rectangle 17">
                <a:extLst>
                  <a:ext uri="{FF2B5EF4-FFF2-40B4-BE49-F238E27FC236}">
                    <a16:creationId xmlns:a16="http://schemas.microsoft.com/office/drawing/2014/main" id="{CFCBAE7B-420A-0B72-10B6-542AD66109D8}"/>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0" name="Rectangle 19">
                <a:extLst>
                  <a:ext uri="{FF2B5EF4-FFF2-40B4-BE49-F238E27FC236}">
                    <a16:creationId xmlns:a16="http://schemas.microsoft.com/office/drawing/2014/main" id="{37B13E4E-F436-C4AF-BB9A-8B68DC948B49}"/>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332BDDDC-80C5-69C0-7AEF-30DD74FC0AD4}"/>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0468DA90-BB63-B0DF-57CF-F5DBC32BCF71}"/>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CEBF4FBC-1889-3912-81BF-420FAC973C0F}"/>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1A8B1959-56DB-7F1C-EB82-941290E08718}"/>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C37AFCF6-C2CC-101E-1AE1-7ADFD5BB0A4F}"/>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4042A1E0-78A8-C6F3-211A-FE05B7765D80}"/>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038815BF-C91C-6350-086E-8347BA4DA871}"/>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4" name="TextBox 13">
              <a:extLst>
                <a:ext uri="{FF2B5EF4-FFF2-40B4-BE49-F238E27FC236}">
                  <a16:creationId xmlns:a16="http://schemas.microsoft.com/office/drawing/2014/main" id="{1C8FDF8C-EC84-EF9E-0866-EDECE08B8270}"/>
                </a:ext>
              </a:extLst>
            </p:cNvPr>
            <p:cNvSpPr txBox="1"/>
            <p:nvPr userDrawn="1"/>
          </p:nvSpPr>
          <p:spPr>
            <a:xfrm rot="16200000">
              <a:off x="12562248" y="5173598"/>
              <a:ext cx="984244" cy="118174"/>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Arial" panose="020B0604020202020204" pitchFamily="34" charset="0"/>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Arial" panose="020B0604020202020204" pitchFamily="34" charset="0"/>
                <a:ea typeface="GT America Regular" charset="0"/>
                <a:cs typeface="GT America Regular" charset="0"/>
              </a:endParaRPr>
            </a:p>
          </p:txBody>
        </p:sp>
      </p:grpSp>
      <p:sp>
        <p:nvSpPr>
          <p:cNvPr id="41" name="TextBox 40">
            <a:extLst>
              <a:ext uri="{FF2B5EF4-FFF2-40B4-BE49-F238E27FC236}">
                <a16:creationId xmlns:a16="http://schemas.microsoft.com/office/drawing/2014/main" id="{F651CFFF-56D1-7C7D-131C-CA970CA41C82}"/>
              </a:ext>
            </a:extLst>
          </p:cNvPr>
          <p:cNvSpPr txBox="1"/>
          <p:nvPr userDrawn="1"/>
        </p:nvSpPr>
        <p:spPr>
          <a:xfrm>
            <a:off x="12356815" y="3377042"/>
            <a:ext cx="817531" cy="116635"/>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endParaRPr>
          </a:p>
        </p:txBody>
      </p:sp>
    </p:spTree>
    <p:extLst>
      <p:ext uri="{BB962C8B-B14F-4D97-AF65-F5344CB8AC3E}">
        <p14:creationId xmlns:p14="http://schemas.microsoft.com/office/powerpoint/2010/main" val="291443939"/>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2 Column, Split Right">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2" name="Title 11">
            <a:extLst>
              <a:ext uri="{FF2B5EF4-FFF2-40B4-BE49-F238E27FC236}">
                <a16:creationId xmlns:a16="http://schemas.microsoft.com/office/drawing/2014/main" id="{8D19B5F2-6756-55DC-BEE5-E7E670D49ACA}"/>
              </a:ext>
            </a:extLst>
          </p:cNvPr>
          <p:cNvSpPr>
            <a:spLocks noGrp="1"/>
          </p:cNvSpPr>
          <p:nvPr>
            <p:ph type="title"/>
          </p:nvPr>
        </p:nvSpPr>
        <p:spPr>
          <a:xfrm>
            <a:off x="546100" y="552450"/>
            <a:ext cx="11091861" cy="434975"/>
          </a:xfrm>
        </p:spPr>
        <p:txBody>
          <a:bodyPr/>
          <a:lstStyle/>
          <a:p>
            <a:r>
              <a:rPr lang="en-US"/>
              <a:t>Click to edit Master title style</a:t>
            </a:r>
          </a:p>
        </p:txBody>
      </p:sp>
      <p:sp>
        <p:nvSpPr>
          <p:cNvPr id="4" name="Freeform 5">
            <a:extLst>
              <a:ext uri="{FF2B5EF4-FFF2-40B4-BE49-F238E27FC236}">
                <a16:creationId xmlns:a16="http://schemas.microsoft.com/office/drawing/2014/main" id="{8ED44C0D-92D1-75F9-458B-D180FE9F59C8}"/>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4" name="Text Placeholder 10">
            <a:extLst>
              <a:ext uri="{FF2B5EF4-FFF2-40B4-BE49-F238E27FC236}">
                <a16:creationId xmlns:a16="http://schemas.microsoft.com/office/drawing/2014/main" id="{48414F29-27E4-4DBB-3173-E9D3EF4CC95C}"/>
              </a:ext>
            </a:extLst>
          </p:cNvPr>
          <p:cNvSpPr>
            <a:spLocks noGrp="1"/>
          </p:cNvSpPr>
          <p:nvPr>
            <p:ph type="body" sz="quarter" idx="21"/>
          </p:nvPr>
        </p:nvSpPr>
        <p:spPr>
          <a:xfrm>
            <a:off x="546100" y="1127125"/>
            <a:ext cx="11094211"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6" name="Text Placeholder 15">
            <a:extLst>
              <a:ext uri="{FF2B5EF4-FFF2-40B4-BE49-F238E27FC236}">
                <a16:creationId xmlns:a16="http://schemas.microsoft.com/office/drawing/2014/main" id="{B81373EC-AE8A-5B25-87D5-D572EA8ACE5F}"/>
              </a:ext>
            </a:extLst>
          </p:cNvPr>
          <p:cNvSpPr>
            <a:spLocks noGrp="1"/>
          </p:cNvSpPr>
          <p:nvPr>
            <p:ph type="body" sz="quarter" idx="22"/>
          </p:nvPr>
        </p:nvSpPr>
        <p:spPr>
          <a:xfrm>
            <a:off x="546100" y="6019800"/>
            <a:ext cx="6851650"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Arial" panose="020B0604020202020204" pitchFamily="34"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17" name="Content Placeholder 22">
            <a:extLst>
              <a:ext uri="{FF2B5EF4-FFF2-40B4-BE49-F238E27FC236}">
                <a16:creationId xmlns:a16="http://schemas.microsoft.com/office/drawing/2014/main" id="{6F420E2B-2A9E-7565-8D5D-70095A93099F}"/>
              </a:ext>
            </a:extLst>
          </p:cNvPr>
          <p:cNvSpPr>
            <a:spLocks noGrp="1"/>
          </p:cNvSpPr>
          <p:nvPr>
            <p:ph sz="quarter" idx="23"/>
          </p:nvPr>
        </p:nvSpPr>
        <p:spPr>
          <a:xfrm>
            <a:off x="546100" y="1849438"/>
            <a:ext cx="3524249"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24">
            <a:extLst>
              <a:ext uri="{FF2B5EF4-FFF2-40B4-BE49-F238E27FC236}">
                <a16:creationId xmlns:a16="http://schemas.microsoft.com/office/drawing/2014/main" id="{2A2549F7-6A27-1EA2-0010-4F6705CEC0FC}"/>
              </a:ext>
            </a:extLst>
          </p:cNvPr>
          <p:cNvSpPr>
            <a:spLocks noGrp="1"/>
          </p:cNvSpPr>
          <p:nvPr>
            <p:ph sz="quarter" idx="24"/>
          </p:nvPr>
        </p:nvSpPr>
        <p:spPr>
          <a:xfrm>
            <a:off x="4343400" y="1849438"/>
            <a:ext cx="7307422"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 name="Group 1">
            <a:extLst>
              <a:ext uri="{FF2B5EF4-FFF2-40B4-BE49-F238E27FC236}">
                <a16:creationId xmlns:a16="http://schemas.microsoft.com/office/drawing/2014/main" id="{7351D07B-1635-6538-A27C-A5C8A9D8706B}"/>
              </a:ext>
            </a:extLst>
          </p:cNvPr>
          <p:cNvGrpSpPr/>
          <p:nvPr userDrawn="1"/>
        </p:nvGrpSpPr>
        <p:grpSpPr>
          <a:xfrm>
            <a:off x="12356815" y="0"/>
            <a:ext cx="756833" cy="6872642"/>
            <a:chOff x="12356815" y="0"/>
            <a:chExt cx="756833" cy="6872642"/>
          </a:xfrm>
        </p:grpSpPr>
        <p:sp>
          <p:nvSpPr>
            <p:cNvPr id="3" name="Rectangle 2">
              <a:extLst>
                <a:ext uri="{FF2B5EF4-FFF2-40B4-BE49-F238E27FC236}">
                  <a16:creationId xmlns:a16="http://schemas.microsoft.com/office/drawing/2014/main" id="{2E36CFAE-90C9-03A9-4D0A-6D7576B83B09}"/>
                </a:ext>
              </a:extLst>
            </p:cNvPr>
            <p:cNvSpPr/>
            <p:nvPr userDrawn="1"/>
          </p:nvSpPr>
          <p:spPr>
            <a:xfrm>
              <a:off x="12356815" y="0"/>
              <a:ext cx="553069" cy="3279913"/>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5" name="TextBox 4">
              <a:extLst>
                <a:ext uri="{FF2B5EF4-FFF2-40B4-BE49-F238E27FC236}">
                  <a16:creationId xmlns:a16="http://schemas.microsoft.com/office/drawing/2014/main" id="{EFBBFB32-F0A1-F220-5A7D-99C0DDA3C3C4}"/>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ON LIGHT AND EXTRA LIGHT</a:t>
              </a:r>
            </a:p>
          </p:txBody>
        </p:sp>
        <p:sp>
          <p:nvSpPr>
            <p:cNvPr id="6" name="Rectangle 5">
              <a:extLst>
                <a:ext uri="{FF2B5EF4-FFF2-40B4-BE49-F238E27FC236}">
                  <a16:creationId xmlns:a16="http://schemas.microsoft.com/office/drawing/2014/main" id="{A5A1BBE7-83EF-76B6-FC51-EAE1A40E9B8E}"/>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7" name="Group 6">
              <a:extLst>
                <a:ext uri="{FF2B5EF4-FFF2-40B4-BE49-F238E27FC236}">
                  <a16:creationId xmlns:a16="http://schemas.microsoft.com/office/drawing/2014/main" id="{794757E1-940C-C7F2-E362-5F3A8CE6A03B}"/>
                </a:ext>
              </a:extLst>
            </p:cNvPr>
            <p:cNvGrpSpPr/>
            <p:nvPr userDrawn="1"/>
          </p:nvGrpSpPr>
          <p:grpSpPr>
            <a:xfrm>
              <a:off x="12442019" y="3791214"/>
              <a:ext cx="382660" cy="2882942"/>
              <a:chOff x="14001569" y="3716048"/>
              <a:chExt cx="316248" cy="3171236"/>
            </a:xfrm>
          </p:grpSpPr>
          <p:sp>
            <p:nvSpPr>
              <p:cNvPr id="27" name="Rectangle 26">
                <a:extLst>
                  <a:ext uri="{FF2B5EF4-FFF2-40B4-BE49-F238E27FC236}">
                    <a16:creationId xmlns:a16="http://schemas.microsoft.com/office/drawing/2014/main" id="{CC41E648-DC92-D1A6-3E47-1E5DCDDD4F94}"/>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06AE122C-55B4-153C-C55B-B91FCE2DEADF}"/>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6A57B54B-F94E-D856-00C8-06A6B4F5579F}"/>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9F124C08-B5DB-6FBA-71EA-9CF98E94917C}"/>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EC79635E-BB36-33E6-B293-850EBE6B1A28}"/>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AF319A9D-9492-25A8-6223-3410A7C0F6E6}"/>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5DDF6012-AC09-72B3-6B62-C7B5AF974730}"/>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71AABB3B-1E2F-FF15-E58A-3285D66168F2}"/>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E5EB815C-66EE-EFB8-96A1-DF7C3DCCF8D7}"/>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FA248117-4342-783F-6EED-2042E068BD35}"/>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0" name="Group 9">
              <a:extLst>
                <a:ext uri="{FF2B5EF4-FFF2-40B4-BE49-F238E27FC236}">
                  <a16:creationId xmlns:a16="http://schemas.microsoft.com/office/drawing/2014/main" id="{31435D5F-EC9E-9981-6048-EBD3EE62A6EB}"/>
                </a:ext>
              </a:extLst>
            </p:cNvPr>
            <p:cNvGrpSpPr/>
            <p:nvPr userDrawn="1"/>
          </p:nvGrpSpPr>
          <p:grpSpPr>
            <a:xfrm>
              <a:off x="12442019" y="198485"/>
              <a:ext cx="382660" cy="2882942"/>
              <a:chOff x="12742785" y="3716048"/>
              <a:chExt cx="316248" cy="3171236"/>
            </a:xfrm>
          </p:grpSpPr>
          <p:sp>
            <p:nvSpPr>
              <p:cNvPr id="13" name="Rectangle 12">
                <a:extLst>
                  <a:ext uri="{FF2B5EF4-FFF2-40B4-BE49-F238E27FC236}">
                    <a16:creationId xmlns:a16="http://schemas.microsoft.com/office/drawing/2014/main" id="{380E5741-2C16-0E1F-2312-24C38EFE0C73}"/>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5" name="Rectangle 14">
                <a:extLst>
                  <a:ext uri="{FF2B5EF4-FFF2-40B4-BE49-F238E27FC236}">
                    <a16:creationId xmlns:a16="http://schemas.microsoft.com/office/drawing/2014/main" id="{DE6D975F-EB67-C6B9-41E8-9DDDFDB095F7}"/>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9" name="Rectangle 18">
                <a:extLst>
                  <a:ext uri="{FF2B5EF4-FFF2-40B4-BE49-F238E27FC236}">
                    <a16:creationId xmlns:a16="http://schemas.microsoft.com/office/drawing/2014/main" id="{BE137D7B-794A-2A70-62C3-4855AAD968D4}"/>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0" name="Rectangle 19">
                <a:extLst>
                  <a:ext uri="{FF2B5EF4-FFF2-40B4-BE49-F238E27FC236}">
                    <a16:creationId xmlns:a16="http://schemas.microsoft.com/office/drawing/2014/main" id="{156AD255-546A-65C8-DA74-BEA388D8A98E}"/>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6F2EF9DF-3845-692A-0B20-0F0A17C91758}"/>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1E35968E-9D55-2931-512D-58B5D2CC7E3D}"/>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CD15D4F7-1C9C-03D7-5D11-AB4412DAB783}"/>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DF0D105A-61DA-6DCC-69AE-3E2538C97C87}"/>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2FBAD7D9-465E-B7EC-F50C-C45AA3A3A852}"/>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CE056B27-29BC-0210-E33E-5A3085529061}"/>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1" name="TextBox 10">
              <a:extLst>
                <a:ext uri="{FF2B5EF4-FFF2-40B4-BE49-F238E27FC236}">
                  <a16:creationId xmlns:a16="http://schemas.microsoft.com/office/drawing/2014/main" id="{E9C3908B-8EEB-BD6A-7DEF-7E01F46D967F}"/>
                </a:ext>
              </a:extLst>
            </p:cNvPr>
            <p:cNvSpPr txBox="1"/>
            <p:nvPr userDrawn="1"/>
          </p:nvSpPr>
          <p:spPr>
            <a:xfrm rot="16200000">
              <a:off x="12562248" y="5173598"/>
              <a:ext cx="984244" cy="118174"/>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Arial" panose="020B0604020202020204" pitchFamily="34" charset="0"/>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Arial" panose="020B0604020202020204" pitchFamily="34" charset="0"/>
                <a:ea typeface="GT America Regular" charset="0"/>
                <a:cs typeface="GT America Regular" charset="0"/>
              </a:endParaRPr>
            </a:p>
          </p:txBody>
        </p:sp>
      </p:grpSp>
      <p:sp>
        <p:nvSpPr>
          <p:cNvPr id="37" name="TextBox 36">
            <a:extLst>
              <a:ext uri="{FF2B5EF4-FFF2-40B4-BE49-F238E27FC236}">
                <a16:creationId xmlns:a16="http://schemas.microsoft.com/office/drawing/2014/main" id="{4782A991-4EF0-68D1-4C67-22B7F0B34C08}"/>
              </a:ext>
            </a:extLst>
          </p:cNvPr>
          <p:cNvSpPr txBox="1"/>
          <p:nvPr userDrawn="1"/>
        </p:nvSpPr>
        <p:spPr>
          <a:xfrm>
            <a:off x="12356815" y="3377042"/>
            <a:ext cx="817531" cy="116635"/>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endParaRPr>
          </a:p>
        </p:txBody>
      </p:sp>
    </p:spTree>
    <p:extLst>
      <p:ext uri="{BB962C8B-B14F-4D97-AF65-F5344CB8AC3E}">
        <p14:creationId xmlns:p14="http://schemas.microsoft.com/office/powerpoint/2010/main" val="1043736416"/>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2 Column, Split Right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9" name="Title 18">
            <a:extLst>
              <a:ext uri="{FF2B5EF4-FFF2-40B4-BE49-F238E27FC236}">
                <a16:creationId xmlns:a16="http://schemas.microsoft.com/office/drawing/2014/main" id="{4127724E-0B84-AA37-D926-B3D06E81CABD}"/>
              </a:ext>
            </a:extLst>
          </p:cNvPr>
          <p:cNvSpPr>
            <a:spLocks noGrp="1"/>
          </p:cNvSpPr>
          <p:nvPr>
            <p:ph type="title"/>
          </p:nvPr>
        </p:nvSpPr>
        <p:spPr>
          <a:xfrm>
            <a:off x="546100" y="552450"/>
            <a:ext cx="11091861" cy="434975"/>
          </a:xfrm>
        </p:spPr>
        <p:txBody>
          <a:bodyPr/>
          <a:lstStyle/>
          <a:p>
            <a:r>
              <a:rPr lang="en-US"/>
              <a:t>Click to edit Master title style</a:t>
            </a:r>
          </a:p>
        </p:txBody>
      </p:sp>
      <p:sp>
        <p:nvSpPr>
          <p:cNvPr id="4" name="Freeform 5">
            <a:extLst>
              <a:ext uri="{FF2B5EF4-FFF2-40B4-BE49-F238E27FC236}">
                <a16:creationId xmlns:a16="http://schemas.microsoft.com/office/drawing/2014/main" id="{076869E4-6FE8-072A-3700-20BFBA1437F6}"/>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1" name="Text Placeholder 11">
            <a:extLst>
              <a:ext uri="{FF2B5EF4-FFF2-40B4-BE49-F238E27FC236}">
                <a16:creationId xmlns:a16="http://schemas.microsoft.com/office/drawing/2014/main" id="{5C728F5B-E1E8-3C29-EDD5-AA886A74A6C3}"/>
              </a:ext>
            </a:extLst>
          </p:cNvPr>
          <p:cNvSpPr>
            <a:spLocks noGrp="1"/>
          </p:cNvSpPr>
          <p:nvPr>
            <p:ph type="body" sz="quarter" idx="21"/>
          </p:nvPr>
        </p:nvSpPr>
        <p:spPr>
          <a:xfrm>
            <a:off x="546100" y="1127125"/>
            <a:ext cx="11097578"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2" name="Text Placeholder 13">
            <a:extLst>
              <a:ext uri="{FF2B5EF4-FFF2-40B4-BE49-F238E27FC236}">
                <a16:creationId xmlns:a16="http://schemas.microsoft.com/office/drawing/2014/main" id="{D437BE9A-8A37-12FD-FF09-D132746CA34A}"/>
              </a:ext>
            </a:extLst>
          </p:cNvPr>
          <p:cNvSpPr>
            <a:spLocks noGrp="1"/>
          </p:cNvSpPr>
          <p:nvPr>
            <p:ph type="body" sz="quarter" idx="22"/>
          </p:nvPr>
        </p:nvSpPr>
        <p:spPr>
          <a:xfrm>
            <a:off x="546098" y="6019801"/>
            <a:ext cx="685165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Arial" panose="020B0604020202020204" pitchFamily="34"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13" name="Content Placeholder 29">
            <a:extLst>
              <a:ext uri="{FF2B5EF4-FFF2-40B4-BE49-F238E27FC236}">
                <a16:creationId xmlns:a16="http://schemas.microsoft.com/office/drawing/2014/main" id="{DF7192E9-18E0-4BBC-6544-BEEF161CD9BF}"/>
              </a:ext>
            </a:extLst>
          </p:cNvPr>
          <p:cNvSpPr>
            <a:spLocks noGrp="1"/>
          </p:cNvSpPr>
          <p:nvPr>
            <p:ph sz="quarter" idx="27"/>
          </p:nvPr>
        </p:nvSpPr>
        <p:spPr>
          <a:xfrm>
            <a:off x="546100" y="2425699"/>
            <a:ext cx="3524249"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31">
            <a:extLst>
              <a:ext uri="{FF2B5EF4-FFF2-40B4-BE49-F238E27FC236}">
                <a16:creationId xmlns:a16="http://schemas.microsoft.com/office/drawing/2014/main" id="{D9F0FF52-13E2-E833-F9CE-AC3FA1D713DD}"/>
              </a:ext>
            </a:extLst>
          </p:cNvPr>
          <p:cNvSpPr>
            <a:spLocks noGrp="1"/>
          </p:cNvSpPr>
          <p:nvPr>
            <p:ph sz="quarter" idx="28"/>
          </p:nvPr>
        </p:nvSpPr>
        <p:spPr>
          <a:xfrm>
            <a:off x="4343400" y="2425700"/>
            <a:ext cx="7294563"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3">
            <a:extLst>
              <a:ext uri="{FF2B5EF4-FFF2-40B4-BE49-F238E27FC236}">
                <a16:creationId xmlns:a16="http://schemas.microsoft.com/office/drawing/2014/main" id="{08AA2D12-29FA-271A-D47B-631180E59030}"/>
              </a:ext>
            </a:extLst>
          </p:cNvPr>
          <p:cNvSpPr>
            <a:spLocks noGrp="1"/>
          </p:cNvSpPr>
          <p:nvPr>
            <p:ph type="body" sz="quarter" idx="29"/>
          </p:nvPr>
        </p:nvSpPr>
        <p:spPr>
          <a:xfrm>
            <a:off x="546099" y="1849432"/>
            <a:ext cx="3514069" cy="296867"/>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16" name="Text Placeholder 35">
            <a:extLst>
              <a:ext uri="{FF2B5EF4-FFF2-40B4-BE49-F238E27FC236}">
                <a16:creationId xmlns:a16="http://schemas.microsoft.com/office/drawing/2014/main" id="{92CE57A3-BE6C-DBDE-1A82-38D8E92441DD}"/>
              </a:ext>
            </a:extLst>
          </p:cNvPr>
          <p:cNvSpPr>
            <a:spLocks noGrp="1"/>
          </p:cNvSpPr>
          <p:nvPr>
            <p:ph type="body" sz="quarter" idx="30"/>
          </p:nvPr>
        </p:nvSpPr>
        <p:spPr>
          <a:xfrm>
            <a:off x="4343400" y="1849436"/>
            <a:ext cx="7294562" cy="296864"/>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grpSp>
        <p:nvGrpSpPr>
          <p:cNvPr id="2" name="Group 1">
            <a:extLst>
              <a:ext uri="{FF2B5EF4-FFF2-40B4-BE49-F238E27FC236}">
                <a16:creationId xmlns:a16="http://schemas.microsoft.com/office/drawing/2014/main" id="{AEAAAE4F-6264-AC3D-9F24-6D97014FA83B}"/>
              </a:ext>
            </a:extLst>
          </p:cNvPr>
          <p:cNvGrpSpPr/>
          <p:nvPr userDrawn="1"/>
        </p:nvGrpSpPr>
        <p:grpSpPr>
          <a:xfrm>
            <a:off x="12356815" y="0"/>
            <a:ext cx="756833" cy="6872642"/>
            <a:chOff x="12356815" y="0"/>
            <a:chExt cx="756833" cy="6872642"/>
          </a:xfrm>
        </p:grpSpPr>
        <p:sp>
          <p:nvSpPr>
            <p:cNvPr id="3" name="Rectangle 2">
              <a:extLst>
                <a:ext uri="{FF2B5EF4-FFF2-40B4-BE49-F238E27FC236}">
                  <a16:creationId xmlns:a16="http://schemas.microsoft.com/office/drawing/2014/main" id="{8D8F7181-6579-24C0-F980-3CDA20188763}"/>
                </a:ext>
              </a:extLst>
            </p:cNvPr>
            <p:cNvSpPr/>
            <p:nvPr userDrawn="1"/>
          </p:nvSpPr>
          <p:spPr>
            <a:xfrm>
              <a:off x="12356815" y="0"/>
              <a:ext cx="553069" cy="3279913"/>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5" name="TextBox 4">
              <a:extLst>
                <a:ext uri="{FF2B5EF4-FFF2-40B4-BE49-F238E27FC236}">
                  <a16:creationId xmlns:a16="http://schemas.microsoft.com/office/drawing/2014/main" id="{FD11A2FE-1C7D-A1F2-E7B5-2FE68D7C2896}"/>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ON LIGHT AND EXTRA LIGHT</a:t>
              </a:r>
            </a:p>
          </p:txBody>
        </p:sp>
        <p:sp>
          <p:nvSpPr>
            <p:cNvPr id="6" name="Rectangle 5">
              <a:extLst>
                <a:ext uri="{FF2B5EF4-FFF2-40B4-BE49-F238E27FC236}">
                  <a16:creationId xmlns:a16="http://schemas.microsoft.com/office/drawing/2014/main" id="{A30F8247-5DD0-5B17-4E63-E5CD28C19B98}"/>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7" name="Group 6">
              <a:extLst>
                <a:ext uri="{FF2B5EF4-FFF2-40B4-BE49-F238E27FC236}">
                  <a16:creationId xmlns:a16="http://schemas.microsoft.com/office/drawing/2014/main" id="{C9A2BB14-4955-197F-1DBB-B7C64AF2C221}"/>
                </a:ext>
              </a:extLst>
            </p:cNvPr>
            <p:cNvGrpSpPr/>
            <p:nvPr userDrawn="1"/>
          </p:nvGrpSpPr>
          <p:grpSpPr>
            <a:xfrm>
              <a:off x="12442019" y="3791214"/>
              <a:ext cx="382660" cy="2882942"/>
              <a:chOff x="14001569" y="3716048"/>
              <a:chExt cx="316248" cy="3171236"/>
            </a:xfrm>
          </p:grpSpPr>
          <p:sp>
            <p:nvSpPr>
              <p:cNvPr id="29" name="Rectangle 28">
                <a:extLst>
                  <a:ext uri="{FF2B5EF4-FFF2-40B4-BE49-F238E27FC236}">
                    <a16:creationId xmlns:a16="http://schemas.microsoft.com/office/drawing/2014/main" id="{493EC766-1C97-CDA1-FD74-7CE89A706250}"/>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191157BD-4A01-11A3-CB6A-A4772D017359}"/>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58FC1321-3E4F-5F12-6D19-234CDC0A3D96}"/>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CE4B8451-4772-6C5B-CFC9-1519D89460E6}"/>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9819452C-A8BF-97D5-4FAC-057FAF58256A}"/>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9CA938B7-6ADB-1099-AF2A-FB392CCC46D6}"/>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E9932D60-F7BB-A22D-302A-619677F036A4}"/>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BEE0481A-455F-14B9-1FB6-225F3A75B8B4}"/>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5ECB2246-6F86-72BC-56D7-C97F1B9A6F3D}"/>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8" name="Rectangle 37">
                <a:extLst>
                  <a:ext uri="{FF2B5EF4-FFF2-40B4-BE49-F238E27FC236}">
                    <a16:creationId xmlns:a16="http://schemas.microsoft.com/office/drawing/2014/main" id="{CBFFA6F3-89BF-B1C5-F4A2-66896BDFFEFB}"/>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0" name="Group 9">
              <a:extLst>
                <a:ext uri="{FF2B5EF4-FFF2-40B4-BE49-F238E27FC236}">
                  <a16:creationId xmlns:a16="http://schemas.microsoft.com/office/drawing/2014/main" id="{5C984E08-FF0B-53DE-3583-845504F30EAD}"/>
                </a:ext>
              </a:extLst>
            </p:cNvPr>
            <p:cNvGrpSpPr/>
            <p:nvPr userDrawn="1"/>
          </p:nvGrpSpPr>
          <p:grpSpPr>
            <a:xfrm>
              <a:off x="12442019" y="198485"/>
              <a:ext cx="382660" cy="2882942"/>
              <a:chOff x="12742785" y="3716048"/>
              <a:chExt cx="316248" cy="3171236"/>
            </a:xfrm>
          </p:grpSpPr>
          <p:sp>
            <p:nvSpPr>
              <p:cNvPr id="18" name="Rectangle 17">
                <a:extLst>
                  <a:ext uri="{FF2B5EF4-FFF2-40B4-BE49-F238E27FC236}">
                    <a16:creationId xmlns:a16="http://schemas.microsoft.com/office/drawing/2014/main" id="{4509F314-54F1-A23C-D0AB-C37497EF8827}"/>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0" name="Rectangle 19">
                <a:extLst>
                  <a:ext uri="{FF2B5EF4-FFF2-40B4-BE49-F238E27FC236}">
                    <a16:creationId xmlns:a16="http://schemas.microsoft.com/office/drawing/2014/main" id="{99DF3C1C-1D04-A0B1-6260-171AFFFB3A52}"/>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BE4AE866-D68F-FC1A-C18C-62A6ED4D4F53}"/>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57661889-24FA-1B61-19A5-BAB41C5CA484}"/>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9E2FF30A-BAEF-554A-946D-A3BA556AFEF4}"/>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DE88CD9A-BAAB-473C-4360-48C021E9EBEE}"/>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14E796CA-67A4-EE5E-5D87-65A410ABE2CF}"/>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29E1676D-DFA8-BAD2-720E-78CF7084576A}"/>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F8279012-355D-2AA3-0528-9BD1A78DECE5}"/>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7706BE3A-4047-00C2-1AE8-854BFADC15F4}"/>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7" name="TextBox 16">
              <a:extLst>
                <a:ext uri="{FF2B5EF4-FFF2-40B4-BE49-F238E27FC236}">
                  <a16:creationId xmlns:a16="http://schemas.microsoft.com/office/drawing/2014/main" id="{55043C84-32B7-028D-B175-1AED7B65D26F}"/>
                </a:ext>
              </a:extLst>
            </p:cNvPr>
            <p:cNvSpPr txBox="1"/>
            <p:nvPr userDrawn="1"/>
          </p:nvSpPr>
          <p:spPr>
            <a:xfrm rot="16200000">
              <a:off x="12562248" y="5173598"/>
              <a:ext cx="984244" cy="118174"/>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Arial" panose="020B0604020202020204" pitchFamily="34" charset="0"/>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Arial" panose="020B0604020202020204" pitchFamily="34" charset="0"/>
                <a:ea typeface="GT America Regular" charset="0"/>
                <a:cs typeface="GT America Regular" charset="0"/>
              </a:endParaRPr>
            </a:p>
          </p:txBody>
        </p:sp>
      </p:grpSp>
      <p:sp>
        <p:nvSpPr>
          <p:cNvPr id="39" name="TextBox 38">
            <a:extLst>
              <a:ext uri="{FF2B5EF4-FFF2-40B4-BE49-F238E27FC236}">
                <a16:creationId xmlns:a16="http://schemas.microsoft.com/office/drawing/2014/main" id="{432249A4-B90C-DA28-FAC2-62E1008A02A7}"/>
              </a:ext>
            </a:extLst>
          </p:cNvPr>
          <p:cNvSpPr txBox="1"/>
          <p:nvPr userDrawn="1"/>
        </p:nvSpPr>
        <p:spPr>
          <a:xfrm>
            <a:off x="12356815" y="3377042"/>
            <a:ext cx="817531" cy="116635"/>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endParaRPr>
          </a:p>
        </p:txBody>
      </p:sp>
    </p:spTree>
    <p:extLst>
      <p:ext uri="{BB962C8B-B14F-4D97-AF65-F5344CB8AC3E}">
        <p14:creationId xmlns:p14="http://schemas.microsoft.com/office/powerpoint/2010/main" val="1055590658"/>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2 Column, Split Left">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5" name="Title 4">
            <a:extLst>
              <a:ext uri="{FF2B5EF4-FFF2-40B4-BE49-F238E27FC236}">
                <a16:creationId xmlns:a16="http://schemas.microsoft.com/office/drawing/2014/main" id="{FEDB0BC8-832D-FCF8-A69B-2C85E902AFF7}"/>
              </a:ext>
            </a:extLst>
          </p:cNvPr>
          <p:cNvSpPr>
            <a:spLocks noGrp="1"/>
          </p:cNvSpPr>
          <p:nvPr>
            <p:ph type="title"/>
          </p:nvPr>
        </p:nvSpPr>
        <p:spPr>
          <a:xfrm>
            <a:off x="546100" y="552450"/>
            <a:ext cx="11091861" cy="434975"/>
          </a:xfrm>
        </p:spPr>
        <p:txBody>
          <a:bodyPr/>
          <a:lstStyle/>
          <a:p>
            <a:r>
              <a:rPr lang="en-US"/>
              <a:t>Click to edit Master title style</a:t>
            </a:r>
          </a:p>
        </p:txBody>
      </p:sp>
      <p:sp>
        <p:nvSpPr>
          <p:cNvPr id="4" name="Freeform 5">
            <a:extLst>
              <a:ext uri="{FF2B5EF4-FFF2-40B4-BE49-F238E27FC236}">
                <a16:creationId xmlns:a16="http://schemas.microsoft.com/office/drawing/2014/main" id="{7472A942-DCD2-7E19-26F4-1DD113420ED0}"/>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4" name="Text Placeholder 10">
            <a:extLst>
              <a:ext uri="{FF2B5EF4-FFF2-40B4-BE49-F238E27FC236}">
                <a16:creationId xmlns:a16="http://schemas.microsoft.com/office/drawing/2014/main" id="{F9DE8466-9524-5260-777B-27EB7449C0BA}"/>
              </a:ext>
            </a:extLst>
          </p:cNvPr>
          <p:cNvSpPr>
            <a:spLocks noGrp="1"/>
          </p:cNvSpPr>
          <p:nvPr>
            <p:ph type="body" sz="quarter" idx="21"/>
          </p:nvPr>
        </p:nvSpPr>
        <p:spPr>
          <a:xfrm>
            <a:off x="546100" y="1127125"/>
            <a:ext cx="11094211"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6" name="Text Placeholder 15">
            <a:extLst>
              <a:ext uri="{FF2B5EF4-FFF2-40B4-BE49-F238E27FC236}">
                <a16:creationId xmlns:a16="http://schemas.microsoft.com/office/drawing/2014/main" id="{C8E82BB7-912C-BDF2-041D-1CF0F86357C0}"/>
              </a:ext>
            </a:extLst>
          </p:cNvPr>
          <p:cNvSpPr>
            <a:spLocks noGrp="1"/>
          </p:cNvSpPr>
          <p:nvPr>
            <p:ph type="body" sz="quarter" idx="22"/>
          </p:nvPr>
        </p:nvSpPr>
        <p:spPr>
          <a:xfrm>
            <a:off x="546100" y="6019800"/>
            <a:ext cx="6851650"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Arial" panose="020B0604020202020204" pitchFamily="34"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17" name="Content Placeholder 22">
            <a:extLst>
              <a:ext uri="{FF2B5EF4-FFF2-40B4-BE49-F238E27FC236}">
                <a16:creationId xmlns:a16="http://schemas.microsoft.com/office/drawing/2014/main" id="{A1943844-20A2-F090-70FC-9F445822268A}"/>
              </a:ext>
            </a:extLst>
          </p:cNvPr>
          <p:cNvSpPr>
            <a:spLocks noGrp="1"/>
          </p:cNvSpPr>
          <p:nvPr>
            <p:ph sz="quarter" idx="23"/>
          </p:nvPr>
        </p:nvSpPr>
        <p:spPr>
          <a:xfrm>
            <a:off x="546101" y="1849438"/>
            <a:ext cx="7296912"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24">
            <a:extLst>
              <a:ext uri="{FF2B5EF4-FFF2-40B4-BE49-F238E27FC236}">
                <a16:creationId xmlns:a16="http://schemas.microsoft.com/office/drawing/2014/main" id="{F46CA1E9-3B79-03D7-0EE9-A3FE6A5AF033}"/>
              </a:ext>
            </a:extLst>
          </p:cNvPr>
          <p:cNvSpPr>
            <a:spLocks noGrp="1"/>
          </p:cNvSpPr>
          <p:nvPr>
            <p:ph sz="quarter" idx="24"/>
          </p:nvPr>
        </p:nvSpPr>
        <p:spPr>
          <a:xfrm>
            <a:off x="8046214" y="1849438"/>
            <a:ext cx="3591750"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 name="Group 1">
            <a:extLst>
              <a:ext uri="{FF2B5EF4-FFF2-40B4-BE49-F238E27FC236}">
                <a16:creationId xmlns:a16="http://schemas.microsoft.com/office/drawing/2014/main" id="{69F3D7FD-60CB-52FB-9C03-76293CA22407}"/>
              </a:ext>
            </a:extLst>
          </p:cNvPr>
          <p:cNvGrpSpPr/>
          <p:nvPr userDrawn="1"/>
        </p:nvGrpSpPr>
        <p:grpSpPr>
          <a:xfrm>
            <a:off x="12356815" y="0"/>
            <a:ext cx="756833" cy="6872642"/>
            <a:chOff x="12356815" y="0"/>
            <a:chExt cx="756833" cy="6872642"/>
          </a:xfrm>
        </p:grpSpPr>
        <p:sp>
          <p:nvSpPr>
            <p:cNvPr id="3" name="Rectangle 2">
              <a:extLst>
                <a:ext uri="{FF2B5EF4-FFF2-40B4-BE49-F238E27FC236}">
                  <a16:creationId xmlns:a16="http://schemas.microsoft.com/office/drawing/2014/main" id="{72B91C10-5B3C-3BBE-D3AF-9A9D8915EC6C}"/>
                </a:ext>
              </a:extLst>
            </p:cNvPr>
            <p:cNvSpPr/>
            <p:nvPr userDrawn="1"/>
          </p:nvSpPr>
          <p:spPr>
            <a:xfrm>
              <a:off x="12356815" y="0"/>
              <a:ext cx="553069" cy="3279913"/>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6" name="TextBox 5">
              <a:extLst>
                <a:ext uri="{FF2B5EF4-FFF2-40B4-BE49-F238E27FC236}">
                  <a16:creationId xmlns:a16="http://schemas.microsoft.com/office/drawing/2014/main" id="{077961EE-9E43-F606-8BD4-9B3190DCF0E0}"/>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ON LIGHT AND EXTRA LIGHT</a:t>
              </a:r>
            </a:p>
          </p:txBody>
        </p:sp>
        <p:sp>
          <p:nvSpPr>
            <p:cNvPr id="7" name="Rectangle 6">
              <a:extLst>
                <a:ext uri="{FF2B5EF4-FFF2-40B4-BE49-F238E27FC236}">
                  <a16:creationId xmlns:a16="http://schemas.microsoft.com/office/drawing/2014/main" id="{B3704F77-40DA-27DD-4E29-D082BED4795D}"/>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0" name="Group 9">
              <a:extLst>
                <a:ext uri="{FF2B5EF4-FFF2-40B4-BE49-F238E27FC236}">
                  <a16:creationId xmlns:a16="http://schemas.microsoft.com/office/drawing/2014/main" id="{F5F8C213-6F1B-D767-55B6-854F69DEFD41}"/>
                </a:ext>
              </a:extLst>
            </p:cNvPr>
            <p:cNvGrpSpPr/>
            <p:nvPr userDrawn="1"/>
          </p:nvGrpSpPr>
          <p:grpSpPr>
            <a:xfrm>
              <a:off x="12442019" y="3791214"/>
              <a:ext cx="382660" cy="2882942"/>
              <a:chOff x="14001569" y="3716048"/>
              <a:chExt cx="316248" cy="3171236"/>
            </a:xfrm>
          </p:grpSpPr>
          <p:sp>
            <p:nvSpPr>
              <p:cNvPr id="27" name="Rectangle 26">
                <a:extLst>
                  <a:ext uri="{FF2B5EF4-FFF2-40B4-BE49-F238E27FC236}">
                    <a16:creationId xmlns:a16="http://schemas.microsoft.com/office/drawing/2014/main" id="{BC370A5B-6A7F-BCA9-D91E-3A43087D807A}"/>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AE9722DE-8A42-A956-F9D7-D644C275838D}"/>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9A3D797D-F4D7-3948-1D9F-F097135BE2FF}"/>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6322F5EE-7DFD-355E-CF50-6715051B12F0}"/>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194BA0DC-50A0-27E4-08FA-D10563F7A993}"/>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0D870966-FC39-28A5-08AF-F7646BA12D58}"/>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798FD818-64A3-3B39-5228-F954B1BB5434}"/>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2CA45D9A-D1B7-9C27-02AB-83D26ACAE923}"/>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559BBD49-3347-B146-C045-1DA1E29BD57D}"/>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C1668B1C-4F56-E61E-7B4C-8B0458C0DA70}"/>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1" name="Group 10">
              <a:extLst>
                <a:ext uri="{FF2B5EF4-FFF2-40B4-BE49-F238E27FC236}">
                  <a16:creationId xmlns:a16="http://schemas.microsoft.com/office/drawing/2014/main" id="{63B00817-CED9-63C6-5A81-1C156455C4F5}"/>
                </a:ext>
              </a:extLst>
            </p:cNvPr>
            <p:cNvGrpSpPr/>
            <p:nvPr userDrawn="1"/>
          </p:nvGrpSpPr>
          <p:grpSpPr>
            <a:xfrm>
              <a:off x="12442019" y="198485"/>
              <a:ext cx="382660" cy="2882942"/>
              <a:chOff x="12742785" y="3716048"/>
              <a:chExt cx="316248" cy="3171236"/>
            </a:xfrm>
          </p:grpSpPr>
          <p:sp>
            <p:nvSpPr>
              <p:cNvPr id="13" name="Rectangle 12">
                <a:extLst>
                  <a:ext uri="{FF2B5EF4-FFF2-40B4-BE49-F238E27FC236}">
                    <a16:creationId xmlns:a16="http://schemas.microsoft.com/office/drawing/2014/main" id="{08E38D2A-2371-25F1-961D-5B13ECB8D1A0}"/>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5" name="Rectangle 14">
                <a:extLst>
                  <a:ext uri="{FF2B5EF4-FFF2-40B4-BE49-F238E27FC236}">
                    <a16:creationId xmlns:a16="http://schemas.microsoft.com/office/drawing/2014/main" id="{080E8441-8B04-B105-BBAD-9E2CB8346583}"/>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9" name="Rectangle 18">
                <a:extLst>
                  <a:ext uri="{FF2B5EF4-FFF2-40B4-BE49-F238E27FC236}">
                    <a16:creationId xmlns:a16="http://schemas.microsoft.com/office/drawing/2014/main" id="{08334DA5-141C-E368-0D8C-4E18EDEDF311}"/>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0" name="Rectangle 19">
                <a:extLst>
                  <a:ext uri="{FF2B5EF4-FFF2-40B4-BE49-F238E27FC236}">
                    <a16:creationId xmlns:a16="http://schemas.microsoft.com/office/drawing/2014/main" id="{D4B682A3-81EE-D0CE-733D-0539DE54B750}"/>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DC6AD825-E7B2-8E6D-CE1F-7822D4685629}"/>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C3F44E15-C22A-2D33-424B-603220CEA69C}"/>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6B20C11D-BF0B-88B8-097D-3B2AEE1F018C}"/>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8375746F-A4AE-44CE-3769-8174AC9D320E}"/>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89B1D554-51B8-2842-8EC4-3CE24F61DC53}"/>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FAD1671F-23B3-73A8-7BE9-D5782F154F4B}"/>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2" name="TextBox 11">
              <a:extLst>
                <a:ext uri="{FF2B5EF4-FFF2-40B4-BE49-F238E27FC236}">
                  <a16:creationId xmlns:a16="http://schemas.microsoft.com/office/drawing/2014/main" id="{0FC668ED-CE30-584E-3DED-A8E84FA3F08E}"/>
                </a:ext>
              </a:extLst>
            </p:cNvPr>
            <p:cNvSpPr txBox="1"/>
            <p:nvPr userDrawn="1"/>
          </p:nvSpPr>
          <p:spPr>
            <a:xfrm rot="16200000">
              <a:off x="12562248" y="5173598"/>
              <a:ext cx="984244" cy="118174"/>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Arial" panose="020B0604020202020204" pitchFamily="34" charset="0"/>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Arial" panose="020B0604020202020204" pitchFamily="34" charset="0"/>
                <a:ea typeface="GT America Regular" charset="0"/>
                <a:cs typeface="GT America Regular" charset="0"/>
              </a:endParaRPr>
            </a:p>
          </p:txBody>
        </p:sp>
      </p:grpSp>
      <p:sp>
        <p:nvSpPr>
          <p:cNvPr id="37" name="TextBox 36">
            <a:extLst>
              <a:ext uri="{FF2B5EF4-FFF2-40B4-BE49-F238E27FC236}">
                <a16:creationId xmlns:a16="http://schemas.microsoft.com/office/drawing/2014/main" id="{1591443C-C95F-8831-F633-81C071166C5A}"/>
              </a:ext>
            </a:extLst>
          </p:cNvPr>
          <p:cNvSpPr txBox="1"/>
          <p:nvPr userDrawn="1"/>
        </p:nvSpPr>
        <p:spPr>
          <a:xfrm>
            <a:off x="12356815" y="3377042"/>
            <a:ext cx="817531" cy="116635"/>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endParaRPr>
          </a:p>
        </p:txBody>
      </p:sp>
    </p:spTree>
    <p:extLst>
      <p:ext uri="{BB962C8B-B14F-4D97-AF65-F5344CB8AC3E}">
        <p14:creationId xmlns:p14="http://schemas.microsoft.com/office/powerpoint/2010/main" val="1857678531"/>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2 Column, Split Left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5" name="Title 4">
            <a:extLst>
              <a:ext uri="{FF2B5EF4-FFF2-40B4-BE49-F238E27FC236}">
                <a16:creationId xmlns:a16="http://schemas.microsoft.com/office/drawing/2014/main" id="{B6E166BE-0A53-7F77-1DCC-AD1A78C2EB77}"/>
              </a:ext>
            </a:extLst>
          </p:cNvPr>
          <p:cNvSpPr>
            <a:spLocks noGrp="1"/>
          </p:cNvSpPr>
          <p:nvPr>
            <p:ph type="title"/>
          </p:nvPr>
        </p:nvSpPr>
        <p:spPr>
          <a:xfrm>
            <a:off x="546100" y="552450"/>
            <a:ext cx="11091862" cy="434975"/>
          </a:xfrm>
        </p:spPr>
        <p:txBody>
          <a:bodyPr/>
          <a:lstStyle/>
          <a:p>
            <a:r>
              <a:rPr lang="en-US"/>
              <a:t>Click to edit Master title style</a:t>
            </a:r>
          </a:p>
        </p:txBody>
      </p:sp>
      <p:sp>
        <p:nvSpPr>
          <p:cNvPr id="4" name="Freeform 5">
            <a:extLst>
              <a:ext uri="{FF2B5EF4-FFF2-40B4-BE49-F238E27FC236}">
                <a16:creationId xmlns:a16="http://schemas.microsoft.com/office/drawing/2014/main" id="{D5B0B17B-3FAA-1710-3603-FB4FC3C89648}"/>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2" name="Text Placeholder 11">
            <a:extLst>
              <a:ext uri="{FF2B5EF4-FFF2-40B4-BE49-F238E27FC236}">
                <a16:creationId xmlns:a16="http://schemas.microsoft.com/office/drawing/2014/main" id="{39956789-A368-206C-891C-9234628518A9}"/>
              </a:ext>
            </a:extLst>
          </p:cNvPr>
          <p:cNvSpPr>
            <a:spLocks noGrp="1"/>
          </p:cNvSpPr>
          <p:nvPr>
            <p:ph type="body" sz="quarter" idx="21"/>
          </p:nvPr>
        </p:nvSpPr>
        <p:spPr>
          <a:xfrm>
            <a:off x="546100" y="1127125"/>
            <a:ext cx="11097579"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3" name="Text Placeholder 13">
            <a:extLst>
              <a:ext uri="{FF2B5EF4-FFF2-40B4-BE49-F238E27FC236}">
                <a16:creationId xmlns:a16="http://schemas.microsoft.com/office/drawing/2014/main" id="{28027E45-9CB5-7484-0F70-49F140E7FA05}"/>
              </a:ext>
            </a:extLst>
          </p:cNvPr>
          <p:cNvSpPr>
            <a:spLocks noGrp="1"/>
          </p:cNvSpPr>
          <p:nvPr>
            <p:ph type="body" sz="quarter" idx="22"/>
          </p:nvPr>
        </p:nvSpPr>
        <p:spPr>
          <a:xfrm>
            <a:off x="546100" y="6019801"/>
            <a:ext cx="6851650"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Arial" panose="020B0604020202020204" pitchFamily="34"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14" name="Content Placeholder 29">
            <a:extLst>
              <a:ext uri="{FF2B5EF4-FFF2-40B4-BE49-F238E27FC236}">
                <a16:creationId xmlns:a16="http://schemas.microsoft.com/office/drawing/2014/main" id="{E8BB7705-DC57-1434-CECD-5A495C790A47}"/>
              </a:ext>
            </a:extLst>
          </p:cNvPr>
          <p:cNvSpPr>
            <a:spLocks noGrp="1"/>
          </p:cNvSpPr>
          <p:nvPr>
            <p:ph sz="quarter" idx="27"/>
          </p:nvPr>
        </p:nvSpPr>
        <p:spPr>
          <a:xfrm>
            <a:off x="546100" y="2425700"/>
            <a:ext cx="7296912"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31">
            <a:extLst>
              <a:ext uri="{FF2B5EF4-FFF2-40B4-BE49-F238E27FC236}">
                <a16:creationId xmlns:a16="http://schemas.microsoft.com/office/drawing/2014/main" id="{8B3C491F-A7C8-D685-6EB7-47ED1AE90D2A}"/>
              </a:ext>
            </a:extLst>
          </p:cNvPr>
          <p:cNvSpPr>
            <a:spLocks noGrp="1"/>
          </p:cNvSpPr>
          <p:nvPr>
            <p:ph sz="quarter" idx="28"/>
          </p:nvPr>
        </p:nvSpPr>
        <p:spPr>
          <a:xfrm>
            <a:off x="8046719" y="2425700"/>
            <a:ext cx="3591241"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33">
            <a:extLst>
              <a:ext uri="{FF2B5EF4-FFF2-40B4-BE49-F238E27FC236}">
                <a16:creationId xmlns:a16="http://schemas.microsoft.com/office/drawing/2014/main" id="{78775353-37B3-D36C-8C56-73152F79587F}"/>
              </a:ext>
            </a:extLst>
          </p:cNvPr>
          <p:cNvSpPr>
            <a:spLocks noGrp="1"/>
          </p:cNvSpPr>
          <p:nvPr>
            <p:ph type="body" sz="quarter" idx="29"/>
          </p:nvPr>
        </p:nvSpPr>
        <p:spPr>
          <a:xfrm>
            <a:off x="546100" y="1849436"/>
            <a:ext cx="7296912" cy="296861"/>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18" name="Text Placeholder 35">
            <a:extLst>
              <a:ext uri="{FF2B5EF4-FFF2-40B4-BE49-F238E27FC236}">
                <a16:creationId xmlns:a16="http://schemas.microsoft.com/office/drawing/2014/main" id="{CAD770A7-7B91-4C3E-F63A-402DD01A2466}"/>
              </a:ext>
            </a:extLst>
          </p:cNvPr>
          <p:cNvSpPr>
            <a:spLocks noGrp="1"/>
          </p:cNvSpPr>
          <p:nvPr>
            <p:ph type="body" sz="quarter" idx="30"/>
          </p:nvPr>
        </p:nvSpPr>
        <p:spPr>
          <a:xfrm>
            <a:off x="8046720" y="1849436"/>
            <a:ext cx="3591240" cy="296862"/>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grpSp>
        <p:nvGrpSpPr>
          <p:cNvPr id="2" name="Group 1">
            <a:extLst>
              <a:ext uri="{FF2B5EF4-FFF2-40B4-BE49-F238E27FC236}">
                <a16:creationId xmlns:a16="http://schemas.microsoft.com/office/drawing/2014/main" id="{6A87FB7E-38A0-36C4-3394-365358E71AC1}"/>
              </a:ext>
            </a:extLst>
          </p:cNvPr>
          <p:cNvGrpSpPr/>
          <p:nvPr userDrawn="1"/>
        </p:nvGrpSpPr>
        <p:grpSpPr>
          <a:xfrm>
            <a:off x="12356815" y="0"/>
            <a:ext cx="756833" cy="6872642"/>
            <a:chOff x="12356815" y="0"/>
            <a:chExt cx="756833" cy="6872642"/>
          </a:xfrm>
        </p:grpSpPr>
        <p:sp>
          <p:nvSpPr>
            <p:cNvPr id="3" name="Rectangle 2">
              <a:extLst>
                <a:ext uri="{FF2B5EF4-FFF2-40B4-BE49-F238E27FC236}">
                  <a16:creationId xmlns:a16="http://schemas.microsoft.com/office/drawing/2014/main" id="{667A327D-C550-E31E-957A-E9F3C257C7B6}"/>
                </a:ext>
              </a:extLst>
            </p:cNvPr>
            <p:cNvSpPr/>
            <p:nvPr userDrawn="1"/>
          </p:nvSpPr>
          <p:spPr>
            <a:xfrm>
              <a:off x="12356815" y="0"/>
              <a:ext cx="553069" cy="3279913"/>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6" name="TextBox 5">
              <a:extLst>
                <a:ext uri="{FF2B5EF4-FFF2-40B4-BE49-F238E27FC236}">
                  <a16:creationId xmlns:a16="http://schemas.microsoft.com/office/drawing/2014/main" id="{A49CB67D-35DE-1DAF-6B4B-2A140F26DB87}"/>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ON LIGHT AND EXTRA LIGHT</a:t>
              </a:r>
            </a:p>
          </p:txBody>
        </p:sp>
        <p:sp>
          <p:nvSpPr>
            <p:cNvPr id="7" name="Rectangle 6">
              <a:extLst>
                <a:ext uri="{FF2B5EF4-FFF2-40B4-BE49-F238E27FC236}">
                  <a16:creationId xmlns:a16="http://schemas.microsoft.com/office/drawing/2014/main" id="{7353BDCA-8C66-C5BF-B381-B0DFA63BC904}"/>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0" name="Group 9">
              <a:extLst>
                <a:ext uri="{FF2B5EF4-FFF2-40B4-BE49-F238E27FC236}">
                  <a16:creationId xmlns:a16="http://schemas.microsoft.com/office/drawing/2014/main" id="{DD2A7468-C375-8754-9CFF-F4A64481F148}"/>
                </a:ext>
              </a:extLst>
            </p:cNvPr>
            <p:cNvGrpSpPr/>
            <p:nvPr userDrawn="1"/>
          </p:nvGrpSpPr>
          <p:grpSpPr>
            <a:xfrm>
              <a:off x="12442019" y="3791214"/>
              <a:ext cx="382660" cy="2882942"/>
              <a:chOff x="14001569" y="3716048"/>
              <a:chExt cx="316248" cy="3171236"/>
            </a:xfrm>
          </p:grpSpPr>
          <p:sp>
            <p:nvSpPr>
              <p:cNvPr id="29" name="Rectangle 28">
                <a:extLst>
                  <a:ext uri="{FF2B5EF4-FFF2-40B4-BE49-F238E27FC236}">
                    <a16:creationId xmlns:a16="http://schemas.microsoft.com/office/drawing/2014/main" id="{FCCDA3C3-0F15-E1D3-4459-303E9B695DBB}"/>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FDE17B10-FFE3-929E-55B2-72A03E59CC14}"/>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319E6791-7D3F-7909-D591-F78FA9021056}"/>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D83EDCF4-8C88-0B9D-58AB-C0C12454D62C}"/>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96C390B5-7C9C-6912-1B63-27C833C0DD00}"/>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80F50011-9C75-5F74-1E72-303E532E5F95}"/>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C387350D-40B1-B498-88D7-608B476D276A}"/>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A46474D6-AFF1-F88C-DC70-DC82DB5C262E}"/>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3D597F18-7924-F52C-11DB-CF87E67DC671}"/>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8" name="Rectangle 37">
                <a:extLst>
                  <a:ext uri="{FF2B5EF4-FFF2-40B4-BE49-F238E27FC236}">
                    <a16:creationId xmlns:a16="http://schemas.microsoft.com/office/drawing/2014/main" id="{23694C51-399A-A6BA-4EFE-24A3A239B521}"/>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1" name="Group 10">
              <a:extLst>
                <a:ext uri="{FF2B5EF4-FFF2-40B4-BE49-F238E27FC236}">
                  <a16:creationId xmlns:a16="http://schemas.microsoft.com/office/drawing/2014/main" id="{2418CE11-F383-0884-83EB-D2DDCFA24541}"/>
                </a:ext>
              </a:extLst>
            </p:cNvPr>
            <p:cNvGrpSpPr/>
            <p:nvPr userDrawn="1"/>
          </p:nvGrpSpPr>
          <p:grpSpPr>
            <a:xfrm>
              <a:off x="12442019" y="198485"/>
              <a:ext cx="382660" cy="2882942"/>
              <a:chOff x="12742785" y="3716048"/>
              <a:chExt cx="316248" cy="3171236"/>
            </a:xfrm>
          </p:grpSpPr>
          <p:sp>
            <p:nvSpPr>
              <p:cNvPr id="19" name="Rectangle 18">
                <a:extLst>
                  <a:ext uri="{FF2B5EF4-FFF2-40B4-BE49-F238E27FC236}">
                    <a16:creationId xmlns:a16="http://schemas.microsoft.com/office/drawing/2014/main" id="{C590C66E-D6C8-2CB2-B4D2-765E163087EF}"/>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0" name="Rectangle 19">
                <a:extLst>
                  <a:ext uri="{FF2B5EF4-FFF2-40B4-BE49-F238E27FC236}">
                    <a16:creationId xmlns:a16="http://schemas.microsoft.com/office/drawing/2014/main" id="{476EF1D7-6A2F-BB7E-34AB-70E6803B1E82}"/>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7882A683-276F-A64B-DA55-37ACD2E1B0F1}"/>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FC556AD1-F346-9D4A-9962-F87250576F40}"/>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B25EF1D8-D0E4-39B1-F6D5-E21517470A2F}"/>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C8383F49-830A-16BD-C1AF-3A111DF6AEB5}"/>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D12CE47D-6685-AD18-0A7C-56AF107EEFC9}"/>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62B7293D-1B06-8B79-4A85-BD02FC1992E7}"/>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7425DD62-08A9-2F72-F263-D225D8BDDC07}"/>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09F4FEF9-EBCD-32CB-1D6F-803900CB56E4}"/>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7" name="TextBox 16">
              <a:extLst>
                <a:ext uri="{FF2B5EF4-FFF2-40B4-BE49-F238E27FC236}">
                  <a16:creationId xmlns:a16="http://schemas.microsoft.com/office/drawing/2014/main" id="{F1D06A5B-A962-2B36-D509-23171BAA53A9}"/>
                </a:ext>
              </a:extLst>
            </p:cNvPr>
            <p:cNvSpPr txBox="1"/>
            <p:nvPr userDrawn="1"/>
          </p:nvSpPr>
          <p:spPr>
            <a:xfrm rot="16200000">
              <a:off x="12562248" y="5173598"/>
              <a:ext cx="984244" cy="118174"/>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Arial" panose="020B0604020202020204" pitchFamily="34" charset="0"/>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Arial" panose="020B0604020202020204" pitchFamily="34" charset="0"/>
                <a:ea typeface="GT America Regular" charset="0"/>
                <a:cs typeface="GT America Regular" charset="0"/>
              </a:endParaRPr>
            </a:p>
          </p:txBody>
        </p:sp>
      </p:grpSp>
      <p:sp>
        <p:nvSpPr>
          <p:cNvPr id="39" name="TextBox 38">
            <a:extLst>
              <a:ext uri="{FF2B5EF4-FFF2-40B4-BE49-F238E27FC236}">
                <a16:creationId xmlns:a16="http://schemas.microsoft.com/office/drawing/2014/main" id="{F36EF224-6BCE-FDB0-239C-B9C282775CC6}"/>
              </a:ext>
            </a:extLst>
          </p:cNvPr>
          <p:cNvSpPr txBox="1"/>
          <p:nvPr userDrawn="1"/>
        </p:nvSpPr>
        <p:spPr>
          <a:xfrm>
            <a:off x="12356815" y="3377042"/>
            <a:ext cx="817531" cy="116635"/>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endParaRPr>
          </a:p>
        </p:txBody>
      </p:sp>
    </p:spTree>
    <p:extLst>
      <p:ext uri="{BB962C8B-B14F-4D97-AF65-F5344CB8AC3E}">
        <p14:creationId xmlns:p14="http://schemas.microsoft.com/office/powerpoint/2010/main" val="3300407759"/>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5" name="Title 4">
            <a:extLst>
              <a:ext uri="{FF2B5EF4-FFF2-40B4-BE49-F238E27FC236}">
                <a16:creationId xmlns:a16="http://schemas.microsoft.com/office/drawing/2014/main" id="{4AAF8DFA-0F14-8785-78EE-DD8DD1562C33}"/>
              </a:ext>
            </a:extLst>
          </p:cNvPr>
          <p:cNvSpPr>
            <a:spLocks noGrp="1"/>
          </p:cNvSpPr>
          <p:nvPr>
            <p:ph type="title"/>
          </p:nvPr>
        </p:nvSpPr>
        <p:spPr>
          <a:xfrm>
            <a:off x="546100" y="552450"/>
            <a:ext cx="11091861" cy="434975"/>
          </a:xfrm>
        </p:spPr>
        <p:txBody>
          <a:bodyPr/>
          <a:lstStyle/>
          <a:p>
            <a:r>
              <a:rPr lang="en-US"/>
              <a:t>Click to edit Master title style</a:t>
            </a:r>
          </a:p>
        </p:txBody>
      </p:sp>
      <p:sp>
        <p:nvSpPr>
          <p:cNvPr id="4" name="Freeform 5">
            <a:extLst>
              <a:ext uri="{FF2B5EF4-FFF2-40B4-BE49-F238E27FC236}">
                <a16:creationId xmlns:a16="http://schemas.microsoft.com/office/drawing/2014/main" id="{EECD8680-6F2A-3CCE-4560-C8BE364FA7D1}"/>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6" name="Text Placeholder 10">
            <a:extLst>
              <a:ext uri="{FF2B5EF4-FFF2-40B4-BE49-F238E27FC236}">
                <a16:creationId xmlns:a16="http://schemas.microsoft.com/office/drawing/2014/main" id="{4521AD86-38BC-F263-3ED6-1AB6299844D4}"/>
              </a:ext>
            </a:extLst>
          </p:cNvPr>
          <p:cNvSpPr>
            <a:spLocks noGrp="1"/>
          </p:cNvSpPr>
          <p:nvPr>
            <p:ph type="body" sz="quarter" idx="21"/>
          </p:nvPr>
        </p:nvSpPr>
        <p:spPr>
          <a:xfrm>
            <a:off x="546101" y="1127125"/>
            <a:ext cx="1109421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7" name="Text Placeholder 15">
            <a:extLst>
              <a:ext uri="{FF2B5EF4-FFF2-40B4-BE49-F238E27FC236}">
                <a16:creationId xmlns:a16="http://schemas.microsoft.com/office/drawing/2014/main" id="{12FE50E3-7513-9736-28AF-9A454F8B04F6}"/>
              </a:ext>
            </a:extLst>
          </p:cNvPr>
          <p:cNvSpPr>
            <a:spLocks noGrp="1"/>
          </p:cNvSpPr>
          <p:nvPr>
            <p:ph type="body" sz="quarter" idx="22"/>
          </p:nvPr>
        </p:nvSpPr>
        <p:spPr>
          <a:xfrm>
            <a:off x="546100" y="6019800"/>
            <a:ext cx="6851650"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Arial" panose="020B0604020202020204" pitchFamily="34"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18" name="Content Placeholder 22">
            <a:extLst>
              <a:ext uri="{FF2B5EF4-FFF2-40B4-BE49-F238E27FC236}">
                <a16:creationId xmlns:a16="http://schemas.microsoft.com/office/drawing/2014/main" id="{DCF97E64-8DB2-6198-B460-E350D96243ED}"/>
              </a:ext>
            </a:extLst>
          </p:cNvPr>
          <p:cNvSpPr>
            <a:spLocks noGrp="1"/>
          </p:cNvSpPr>
          <p:nvPr>
            <p:ph sz="quarter" idx="23"/>
          </p:nvPr>
        </p:nvSpPr>
        <p:spPr>
          <a:xfrm>
            <a:off x="546100" y="1849438"/>
            <a:ext cx="3524249"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4">
            <a:extLst>
              <a:ext uri="{FF2B5EF4-FFF2-40B4-BE49-F238E27FC236}">
                <a16:creationId xmlns:a16="http://schemas.microsoft.com/office/drawing/2014/main" id="{4C915BCD-3D1D-852B-25D7-EEA4860AA307}"/>
              </a:ext>
            </a:extLst>
          </p:cNvPr>
          <p:cNvSpPr>
            <a:spLocks noGrp="1"/>
          </p:cNvSpPr>
          <p:nvPr>
            <p:ph sz="quarter" idx="24"/>
          </p:nvPr>
        </p:nvSpPr>
        <p:spPr>
          <a:xfrm>
            <a:off x="4334891" y="1849438"/>
            <a:ext cx="3520440"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20">
            <a:extLst>
              <a:ext uri="{FF2B5EF4-FFF2-40B4-BE49-F238E27FC236}">
                <a16:creationId xmlns:a16="http://schemas.microsoft.com/office/drawing/2014/main" id="{EAE08981-1E40-ECE5-28D7-BC196D49B683}"/>
              </a:ext>
            </a:extLst>
          </p:cNvPr>
          <p:cNvSpPr>
            <a:spLocks noGrp="1"/>
          </p:cNvSpPr>
          <p:nvPr>
            <p:ph sz="quarter" idx="25"/>
          </p:nvPr>
        </p:nvSpPr>
        <p:spPr>
          <a:xfrm>
            <a:off x="8119873" y="1849439"/>
            <a:ext cx="3520440" cy="40179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 name="Group 1">
            <a:extLst>
              <a:ext uri="{FF2B5EF4-FFF2-40B4-BE49-F238E27FC236}">
                <a16:creationId xmlns:a16="http://schemas.microsoft.com/office/drawing/2014/main" id="{CEEFE481-4F99-4C10-2AD8-D94383CB4697}"/>
              </a:ext>
            </a:extLst>
          </p:cNvPr>
          <p:cNvGrpSpPr/>
          <p:nvPr userDrawn="1"/>
        </p:nvGrpSpPr>
        <p:grpSpPr>
          <a:xfrm>
            <a:off x="12356815" y="0"/>
            <a:ext cx="756833" cy="6872642"/>
            <a:chOff x="12356815" y="0"/>
            <a:chExt cx="756833" cy="6872642"/>
          </a:xfrm>
        </p:grpSpPr>
        <p:sp>
          <p:nvSpPr>
            <p:cNvPr id="3" name="Rectangle 2">
              <a:extLst>
                <a:ext uri="{FF2B5EF4-FFF2-40B4-BE49-F238E27FC236}">
                  <a16:creationId xmlns:a16="http://schemas.microsoft.com/office/drawing/2014/main" id="{A6680E74-7C34-C11B-17E1-D98D5D373970}"/>
                </a:ext>
              </a:extLst>
            </p:cNvPr>
            <p:cNvSpPr/>
            <p:nvPr userDrawn="1"/>
          </p:nvSpPr>
          <p:spPr>
            <a:xfrm>
              <a:off x="12356815" y="0"/>
              <a:ext cx="553069" cy="3279913"/>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6" name="TextBox 5">
              <a:extLst>
                <a:ext uri="{FF2B5EF4-FFF2-40B4-BE49-F238E27FC236}">
                  <a16:creationId xmlns:a16="http://schemas.microsoft.com/office/drawing/2014/main" id="{DD789006-6E17-789E-2348-A8D773F19D6B}"/>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ON LIGHT AND EXTRA LIGHT</a:t>
              </a:r>
            </a:p>
          </p:txBody>
        </p:sp>
        <p:sp>
          <p:nvSpPr>
            <p:cNvPr id="7" name="Rectangle 6">
              <a:extLst>
                <a:ext uri="{FF2B5EF4-FFF2-40B4-BE49-F238E27FC236}">
                  <a16:creationId xmlns:a16="http://schemas.microsoft.com/office/drawing/2014/main" id="{6A43DC20-24A4-F5B7-89C0-B1460EEF0C12}"/>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0" name="Group 9">
              <a:extLst>
                <a:ext uri="{FF2B5EF4-FFF2-40B4-BE49-F238E27FC236}">
                  <a16:creationId xmlns:a16="http://schemas.microsoft.com/office/drawing/2014/main" id="{B4515E65-18FE-12ED-590D-9335E642AFE2}"/>
                </a:ext>
              </a:extLst>
            </p:cNvPr>
            <p:cNvGrpSpPr/>
            <p:nvPr userDrawn="1"/>
          </p:nvGrpSpPr>
          <p:grpSpPr>
            <a:xfrm>
              <a:off x="12442019" y="3791214"/>
              <a:ext cx="382660" cy="2882942"/>
              <a:chOff x="14001569" y="3716048"/>
              <a:chExt cx="316248" cy="3171236"/>
            </a:xfrm>
          </p:grpSpPr>
          <p:sp>
            <p:nvSpPr>
              <p:cNvPr id="28" name="Rectangle 27">
                <a:extLst>
                  <a:ext uri="{FF2B5EF4-FFF2-40B4-BE49-F238E27FC236}">
                    <a16:creationId xmlns:a16="http://schemas.microsoft.com/office/drawing/2014/main" id="{C1A4B43F-18E2-B346-C7B0-0D200E648EC8}"/>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E825AC70-0876-74A6-BE83-B06084480AFA}"/>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D7B0E988-3B30-CD18-76DA-9CE4A3A7C330}"/>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293AD607-C075-E907-6D5A-095823F7F326}"/>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2A1E7AB9-6F50-DA30-2204-56D4FE6EB51D}"/>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148F8FB7-C28B-9226-26A1-4AB117339C6C}"/>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2994BBA4-18FE-81C6-DBF2-331FE6716758}"/>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BF355292-E77C-C9D7-CF8A-5BCC8F5D20A0}"/>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589C66AD-1F02-9DED-1726-ADD92127FAA6}"/>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AF6D3025-CA44-8A8F-9AC2-0859BCB8AA18}"/>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1" name="Group 10">
              <a:extLst>
                <a:ext uri="{FF2B5EF4-FFF2-40B4-BE49-F238E27FC236}">
                  <a16:creationId xmlns:a16="http://schemas.microsoft.com/office/drawing/2014/main" id="{3FC8EB8F-2D27-0729-BFAC-0B8C73F07584}"/>
                </a:ext>
              </a:extLst>
            </p:cNvPr>
            <p:cNvGrpSpPr/>
            <p:nvPr userDrawn="1"/>
          </p:nvGrpSpPr>
          <p:grpSpPr>
            <a:xfrm>
              <a:off x="12442019" y="198485"/>
              <a:ext cx="382660" cy="2882942"/>
              <a:chOff x="12742785" y="3716048"/>
              <a:chExt cx="316248" cy="3171236"/>
            </a:xfrm>
          </p:grpSpPr>
          <p:sp>
            <p:nvSpPr>
              <p:cNvPr id="13" name="Rectangle 12">
                <a:extLst>
                  <a:ext uri="{FF2B5EF4-FFF2-40B4-BE49-F238E27FC236}">
                    <a16:creationId xmlns:a16="http://schemas.microsoft.com/office/drawing/2014/main" id="{325D61AE-7C86-1EE4-B610-FFCE4580B5F7}"/>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4" name="Rectangle 13">
                <a:extLst>
                  <a:ext uri="{FF2B5EF4-FFF2-40B4-BE49-F238E27FC236}">
                    <a16:creationId xmlns:a16="http://schemas.microsoft.com/office/drawing/2014/main" id="{90CD2D99-9411-3B06-D002-C0CA73189CF2}"/>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5" name="Rectangle 14">
                <a:extLst>
                  <a:ext uri="{FF2B5EF4-FFF2-40B4-BE49-F238E27FC236}">
                    <a16:creationId xmlns:a16="http://schemas.microsoft.com/office/drawing/2014/main" id="{A84F3E5A-2F86-1F05-12C2-0A5EBC61A627}"/>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0" name="Rectangle 19">
                <a:extLst>
                  <a:ext uri="{FF2B5EF4-FFF2-40B4-BE49-F238E27FC236}">
                    <a16:creationId xmlns:a16="http://schemas.microsoft.com/office/drawing/2014/main" id="{8FE7E92E-80EA-A667-04D6-553608F0A3CF}"/>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A3A93D49-2753-CEEE-C7BA-F79062852C43}"/>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26B0A025-ABB9-20E5-9C6C-C4493CAEEA4A}"/>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D9D071D0-07C9-8D79-B6DD-773B0FD6FE40}"/>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DC7A7748-02EC-8693-0365-78745E3A15C4}"/>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34515124-C682-CD41-9063-58B2F85DB883}"/>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E4D093FA-17DA-C82D-2B3A-E07D6516BA3A}"/>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2" name="TextBox 11">
              <a:extLst>
                <a:ext uri="{FF2B5EF4-FFF2-40B4-BE49-F238E27FC236}">
                  <a16:creationId xmlns:a16="http://schemas.microsoft.com/office/drawing/2014/main" id="{CEFF2A09-8F49-0C89-9205-3F5C2DF3A254}"/>
                </a:ext>
              </a:extLst>
            </p:cNvPr>
            <p:cNvSpPr txBox="1"/>
            <p:nvPr userDrawn="1"/>
          </p:nvSpPr>
          <p:spPr>
            <a:xfrm rot="16200000">
              <a:off x="12562248" y="5173598"/>
              <a:ext cx="984244" cy="118174"/>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Arial" panose="020B0604020202020204" pitchFamily="34" charset="0"/>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Arial" panose="020B0604020202020204" pitchFamily="34" charset="0"/>
                <a:ea typeface="GT America Regular" charset="0"/>
                <a:cs typeface="GT America Regular" charset="0"/>
              </a:endParaRPr>
            </a:p>
          </p:txBody>
        </p:sp>
      </p:grpSp>
      <p:sp>
        <p:nvSpPr>
          <p:cNvPr id="38" name="TextBox 37">
            <a:extLst>
              <a:ext uri="{FF2B5EF4-FFF2-40B4-BE49-F238E27FC236}">
                <a16:creationId xmlns:a16="http://schemas.microsoft.com/office/drawing/2014/main" id="{CBF30BE1-26FB-BE94-58B6-05D135B775F0}"/>
              </a:ext>
            </a:extLst>
          </p:cNvPr>
          <p:cNvSpPr txBox="1"/>
          <p:nvPr userDrawn="1"/>
        </p:nvSpPr>
        <p:spPr>
          <a:xfrm>
            <a:off x="12356815" y="3377042"/>
            <a:ext cx="817531" cy="116635"/>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endParaRPr>
          </a:p>
        </p:txBody>
      </p:sp>
    </p:spTree>
    <p:extLst>
      <p:ext uri="{BB962C8B-B14F-4D97-AF65-F5344CB8AC3E}">
        <p14:creationId xmlns:p14="http://schemas.microsoft.com/office/powerpoint/2010/main" val="727750433"/>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3 Column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5" name="Title 4">
            <a:extLst>
              <a:ext uri="{FF2B5EF4-FFF2-40B4-BE49-F238E27FC236}">
                <a16:creationId xmlns:a16="http://schemas.microsoft.com/office/drawing/2014/main" id="{4D3A07AB-930B-F509-FF11-FF7EA66F18A9}"/>
              </a:ext>
            </a:extLst>
          </p:cNvPr>
          <p:cNvSpPr>
            <a:spLocks noGrp="1"/>
          </p:cNvSpPr>
          <p:nvPr>
            <p:ph type="title"/>
          </p:nvPr>
        </p:nvSpPr>
        <p:spPr>
          <a:xfrm>
            <a:off x="546100" y="552450"/>
            <a:ext cx="11091862" cy="434975"/>
          </a:xfrm>
        </p:spPr>
        <p:txBody>
          <a:bodyPr/>
          <a:lstStyle/>
          <a:p>
            <a:r>
              <a:rPr lang="en-US"/>
              <a:t>Click to edit Master title style</a:t>
            </a:r>
          </a:p>
        </p:txBody>
      </p:sp>
      <p:sp>
        <p:nvSpPr>
          <p:cNvPr id="4" name="Freeform 5">
            <a:extLst>
              <a:ext uri="{FF2B5EF4-FFF2-40B4-BE49-F238E27FC236}">
                <a16:creationId xmlns:a16="http://schemas.microsoft.com/office/drawing/2014/main" id="{8B69F93D-EF0B-4D4E-BBE4-C724E821A90D}"/>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2" name="Text Placeholder 10">
            <a:extLst>
              <a:ext uri="{FF2B5EF4-FFF2-40B4-BE49-F238E27FC236}">
                <a16:creationId xmlns:a16="http://schemas.microsoft.com/office/drawing/2014/main" id="{E7C5C99F-2E27-32AA-A2BB-FD22347F3EE1}"/>
              </a:ext>
            </a:extLst>
          </p:cNvPr>
          <p:cNvSpPr>
            <a:spLocks noGrp="1"/>
          </p:cNvSpPr>
          <p:nvPr>
            <p:ph type="body" sz="quarter" idx="21"/>
          </p:nvPr>
        </p:nvSpPr>
        <p:spPr>
          <a:xfrm>
            <a:off x="546100" y="1127125"/>
            <a:ext cx="11094211" cy="296861"/>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3" name="Text Placeholder 15">
            <a:extLst>
              <a:ext uri="{FF2B5EF4-FFF2-40B4-BE49-F238E27FC236}">
                <a16:creationId xmlns:a16="http://schemas.microsoft.com/office/drawing/2014/main" id="{D7FBEDD3-5B7A-AD55-B261-024183A617D5}"/>
              </a:ext>
            </a:extLst>
          </p:cNvPr>
          <p:cNvSpPr>
            <a:spLocks noGrp="1"/>
          </p:cNvSpPr>
          <p:nvPr>
            <p:ph type="body" sz="quarter" idx="22"/>
          </p:nvPr>
        </p:nvSpPr>
        <p:spPr>
          <a:xfrm>
            <a:off x="546100" y="6019800"/>
            <a:ext cx="6851650"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Arial" panose="020B0604020202020204" pitchFamily="34"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14" name="Content Placeholder 22">
            <a:extLst>
              <a:ext uri="{FF2B5EF4-FFF2-40B4-BE49-F238E27FC236}">
                <a16:creationId xmlns:a16="http://schemas.microsoft.com/office/drawing/2014/main" id="{C12BF8D2-A9C1-A94F-0BD2-3090AFC52369}"/>
              </a:ext>
            </a:extLst>
          </p:cNvPr>
          <p:cNvSpPr>
            <a:spLocks noGrp="1"/>
          </p:cNvSpPr>
          <p:nvPr>
            <p:ph sz="quarter" idx="23"/>
          </p:nvPr>
        </p:nvSpPr>
        <p:spPr>
          <a:xfrm>
            <a:off x="546100" y="2425700"/>
            <a:ext cx="3524249"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4">
            <a:extLst>
              <a:ext uri="{FF2B5EF4-FFF2-40B4-BE49-F238E27FC236}">
                <a16:creationId xmlns:a16="http://schemas.microsoft.com/office/drawing/2014/main" id="{9CD544D2-832B-F777-218B-C0F2BDC73B8C}"/>
              </a:ext>
            </a:extLst>
          </p:cNvPr>
          <p:cNvSpPr>
            <a:spLocks noGrp="1"/>
          </p:cNvSpPr>
          <p:nvPr>
            <p:ph sz="quarter" idx="24"/>
          </p:nvPr>
        </p:nvSpPr>
        <p:spPr>
          <a:xfrm>
            <a:off x="4333715" y="2425700"/>
            <a:ext cx="3520440"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0">
            <a:extLst>
              <a:ext uri="{FF2B5EF4-FFF2-40B4-BE49-F238E27FC236}">
                <a16:creationId xmlns:a16="http://schemas.microsoft.com/office/drawing/2014/main" id="{65B5C789-A5F1-EB2A-667A-4B57F4569728}"/>
              </a:ext>
            </a:extLst>
          </p:cNvPr>
          <p:cNvSpPr>
            <a:spLocks noGrp="1"/>
          </p:cNvSpPr>
          <p:nvPr>
            <p:ph sz="quarter" idx="25"/>
          </p:nvPr>
        </p:nvSpPr>
        <p:spPr>
          <a:xfrm>
            <a:off x="8117522" y="2425701"/>
            <a:ext cx="3520440" cy="34416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33">
            <a:extLst>
              <a:ext uri="{FF2B5EF4-FFF2-40B4-BE49-F238E27FC236}">
                <a16:creationId xmlns:a16="http://schemas.microsoft.com/office/drawing/2014/main" id="{72BCF22D-7BA9-AFDD-8C6C-56F01183A358}"/>
              </a:ext>
            </a:extLst>
          </p:cNvPr>
          <p:cNvSpPr>
            <a:spLocks noGrp="1"/>
          </p:cNvSpPr>
          <p:nvPr>
            <p:ph type="body" sz="quarter" idx="29"/>
          </p:nvPr>
        </p:nvSpPr>
        <p:spPr>
          <a:xfrm>
            <a:off x="546100" y="1849436"/>
            <a:ext cx="3524249" cy="296861"/>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18" name="Text Placeholder 35">
            <a:extLst>
              <a:ext uri="{FF2B5EF4-FFF2-40B4-BE49-F238E27FC236}">
                <a16:creationId xmlns:a16="http://schemas.microsoft.com/office/drawing/2014/main" id="{57D9938D-921A-98B4-2E9A-9625F5D4F3CA}"/>
              </a:ext>
            </a:extLst>
          </p:cNvPr>
          <p:cNvSpPr>
            <a:spLocks noGrp="1"/>
          </p:cNvSpPr>
          <p:nvPr>
            <p:ph type="body" sz="quarter" idx="30"/>
          </p:nvPr>
        </p:nvSpPr>
        <p:spPr>
          <a:xfrm>
            <a:off x="4333715" y="1849436"/>
            <a:ext cx="3520440" cy="296862"/>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7" name="Text Placeholder 26">
            <a:extLst>
              <a:ext uri="{FF2B5EF4-FFF2-40B4-BE49-F238E27FC236}">
                <a16:creationId xmlns:a16="http://schemas.microsoft.com/office/drawing/2014/main" id="{447DAA16-0F93-6662-9A40-3E39052A6110}"/>
              </a:ext>
            </a:extLst>
          </p:cNvPr>
          <p:cNvSpPr>
            <a:spLocks noGrp="1"/>
          </p:cNvSpPr>
          <p:nvPr>
            <p:ph type="body" sz="quarter" idx="31"/>
          </p:nvPr>
        </p:nvSpPr>
        <p:spPr>
          <a:xfrm>
            <a:off x="8117522" y="1849436"/>
            <a:ext cx="3520440" cy="296862"/>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grpSp>
        <p:nvGrpSpPr>
          <p:cNvPr id="2" name="Group 1">
            <a:extLst>
              <a:ext uri="{FF2B5EF4-FFF2-40B4-BE49-F238E27FC236}">
                <a16:creationId xmlns:a16="http://schemas.microsoft.com/office/drawing/2014/main" id="{07091254-58E5-444D-AD6A-1BED661A5762}"/>
              </a:ext>
            </a:extLst>
          </p:cNvPr>
          <p:cNvGrpSpPr/>
          <p:nvPr userDrawn="1"/>
        </p:nvGrpSpPr>
        <p:grpSpPr>
          <a:xfrm>
            <a:off x="12356815" y="0"/>
            <a:ext cx="756833" cy="6872642"/>
            <a:chOff x="12356815" y="0"/>
            <a:chExt cx="756833" cy="6872642"/>
          </a:xfrm>
        </p:grpSpPr>
        <p:sp>
          <p:nvSpPr>
            <p:cNvPr id="3" name="Rectangle 2">
              <a:extLst>
                <a:ext uri="{FF2B5EF4-FFF2-40B4-BE49-F238E27FC236}">
                  <a16:creationId xmlns:a16="http://schemas.microsoft.com/office/drawing/2014/main" id="{7114F508-3E37-95E3-088C-F9960DE45B47}"/>
                </a:ext>
              </a:extLst>
            </p:cNvPr>
            <p:cNvSpPr/>
            <p:nvPr userDrawn="1"/>
          </p:nvSpPr>
          <p:spPr>
            <a:xfrm>
              <a:off x="12356815" y="0"/>
              <a:ext cx="553069" cy="3279913"/>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6" name="TextBox 5">
              <a:extLst>
                <a:ext uri="{FF2B5EF4-FFF2-40B4-BE49-F238E27FC236}">
                  <a16:creationId xmlns:a16="http://schemas.microsoft.com/office/drawing/2014/main" id="{B25746CA-DA96-62C9-F0DD-081B99925AEF}"/>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ON LIGHT AND EXTRA LIGHT</a:t>
              </a:r>
            </a:p>
          </p:txBody>
        </p:sp>
        <p:sp>
          <p:nvSpPr>
            <p:cNvPr id="7" name="Rectangle 6">
              <a:extLst>
                <a:ext uri="{FF2B5EF4-FFF2-40B4-BE49-F238E27FC236}">
                  <a16:creationId xmlns:a16="http://schemas.microsoft.com/office/drawing/2014/main" id="{B2846A7A-B692-6686-652C-4AC2215BFA42}"/>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0" name="Group 9">
              <a:extLst>
                <a:ext uri="{FF2B5EF4-FFF2-40B4-BE49-F238E27FC236}">
                  <a16:creationId xmlns:a16="http://schemas.microsoft.com/office/drawing/2014/main" id="{80484757-C7C7-CD0F-A1B4-E41C54D41146}"/>
                </a:ext>
              </a:extLst>
            </p:cNvPr>
            <p:cNvGrpSpPr/>
            <p:nvPr userDrawn="1"/>
          </p:nvGrpSpPr>
          <p:grpSpPr>
            <a:xfrm>
              <a:off x="12442019" y="3791214"/>
              <a:ext cx="382660" cy="2882942"/>
              <a:chOff x="14001569" y="3716048"/>
              <a:chExt cx="316248" cy="3171236"/>
            </a:xfrm>
          </p:grpSpPr>
          <p:sp>
            <p:nvSpPr>
              <p:cNvPr id="31" name="Rectangle 30">
                <a:extLst>
                  <a:ext uri="{FF2B5EF4-FFF2-40B4-BE49-F238E27FC236}">
                    <a16:creationId xmlns:a16="http://schemas.microsoft.com/office/drawing/2014/main" id="{3335443E-130C-0412-9F38-8FEE0F200659}"/>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D5FDC3D9-955D-E0E5-F303-61EA4A9D93A3}"/>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8CF6330A-DCF5-7D96-7BE0-F3C35D58B6E3}"/>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BF83C898-F671-4DAE-7BD4-5D13B8810514}"/>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4D161A5B-8742-D3D4-B7E7-F33ED946F85A}"/>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5DF4B052-DF33-6540-EC6E-381B75F6A3D8}"/>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6CA93AE2-9A17-493A-A203-B2A2504E1F22}"/>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8" name="Rectangle 37">
                <a:extLst>
                  <a:ext uri="{FF2B5EF4-FFF2-40B4-BE49-F238E27FC236}">
                    <a16:creationId xmlns:a16="http://schemas.microsoft.com/office/drawing/2014/main" id="{E0E98AA6-46B4-42A6-E60D-01A415804FEF}"/>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9" name="Rectangle 38">
                <a:extLst>
                  <a:ext uri="{FF2B5EF4-FFF2-40B4-BE49-F238E27FC236}">
                    <a16:creationId xmlns:a16="http://schemas.microsoft.com/office/drawing/2014/main" id="{71458AF1-462A-0E1A-9713-F84E435AF6B4}"/>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0" name="Rectangle 39">
                <a:extLst>
                  <a:ext uri="{FF2B5EF4-FFF2-40B4-BE49-F238E27FC236}">
                    <a16:creationId xmlns:a16="http://schemas.microsoft.com/office/drawing/2014/main" id="{EB8AD765-A513-52FA-D49F-518A2F22DC18}"/>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1" name="Group 10">
              <a:extLst>
                <a:ext uri="{FF2B5EF4-FFF2-40B4-BE49-F238E27FC236}">
                  <a16:creationId xmlns:a16="http://schemas.microsoft.com/office/drawing/2014/main" id="{86366CE9-4F0E-496F-EBD8-0566644EBD32}"/>
                </a:ext>
              </a:extLst>
            </p:cNvPr>
            <p:cNvGrpSpPr/>
            <p:nvPr userDrawn="1"/>
          </p:nvGrpSpPr>
          <p:grpSpPr>
            <a:xfrm>
              <a:off x="12442019" y="198485"/>
              <a:ext cx="382660" cy="2882942"/>
              <a:chOff x="12742785" y="3716048"/>
              <a:chExt cx="316248" cy="3171236"/>
            </a:xfrm>
          </p:grpSpPr>
          <p:sp>
            <p:nvSpPr>
              <p:cNvPr id="20" name="Rectangle 19">
                <a:extLst>
                  <a:ext uri="{FF2B5EF4-FFF2-40B4-BE49-F238E27FC236}">
                    <a16:creationId xmlns:a16="http://schemas.microsoft.com/office/drawing/2014/main" id="{9CE7C6BA-8A25-7EC0-A2DD-27CAF44E778C}"/>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05E53B06-6AFA-D06D-4B22-F9B372721817}"/>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E46675B7-3A27-A0CC-7B0C-2332FEEE5EC0}"/>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739BCF76-4284-6FB2-8EB8-8E8266119554}"/>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B165F0A5-E61A-1092-A6DB-52E65A9AAF5B}"/>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368DD811-8188-42DB-1851-B316D7611A51}"/>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F228A597-90C0-284B-7733-ACB7CFD9A7AA}"/>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755AFCEB-8A9F-3580-E2D1-C4DFCE2E83FF}"/>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2C7C2E2D-9ECF-A243-ED07-BCBE30ECB7D1}"/>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0F667791-5B02-2699-C0A5-DE14500454E2}"/>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9" name="TextBox 18">
              <a:extLst>
                <a:ext uri="{FF2B5EF4-FFF2-40B4-BE49-F238E27FC236}">
                  <a16:creationId xmlns:a16="http://schemas.microsoft.com/office/drawing/2014/main" id="{4A5FD6BA-744A-9F52-295E-512D34E9510A}"/>
                </a:ext>
              </a:extLst>
            </p:cNvPr>
            <p:cNvSpPr txBox="1"/>
            <p:nvPr userDrawn="1"/>
          </p:nvSpPr>
          <p:spPr>
            <a:xfrm rot="16200000">
              <a:off x="12562248" y="5173598"/>
              <a:ext cx="984244" cy="118174"/>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Arial" panose="020B0604020202020204" pitchFamily="34" charset="0"/>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Arial" panose="020B0604020202020204" pitchFamily="34" charset="0"/>
                <a:ea typeface="GT America Regular" charset="0"/>
                <a:cs typeface="GT America Regular" charset="0"/>
              </a:endParaRPr>
            </a:p>
          </p:txBody>
        </p:sp>
      </p:grpSp>
      <p:sp>
        <p:nvSpPr>
          <p:cNvPr id="41" name="TextBox 40">
            <a:extLst>
              <a:ext uri="{FF2B5EF4-FFF2-40B4-BE49-F238E27FC236}">
                <a16:creationId xmlns:a16="http://schemas.microsoft.com/office/drawing/2014/main" id="{0CA064A6-689D-FD3B-4844-615968DB76D2}"/>
              </a:ext>
            </a:extLst>
          </p:cNvPr>
          <p:cNvSpPr txBox="1"/>
          <p:nvPr userDrawn="1"/>
        </p:nvSpPr>
        <p:spPr>
          <a:xfrm>
            <a:off x="12356815" y="3377042"/>
            <a:ext cx="817531" cy="116635"/>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endParaRPr>
          </a:p>
        </p:txBody>
      </p:sp>
    </p:spTree>
    <p:extLst>
      <p:ext uri="{BB962C8B-B14F-4D97-AF65-F5344CB8AC3E}">
        <p14:creationId xmlns:p14="http://schemas.microsoft.com/office/powerpoint/2010/main" val="3577580545"/>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4 Column">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5" name="Title 4">
            <a:extLst>
              <a:ext uri="{FF2B5EF4-FFF2-40B4-BE49-F238E27FC236}">
                <a16:creationId xmlns:a16="http://schemas.microsoft.com/office/drawing/2014/main" id="{85784134-256C-0D0A-56EB-9B8FA18EDBBE}"/>
              </a:ext>
            </a:extLst>
          </p:cNvPr>
          <p:cNvSpPr>
            <a:spLocks noGrp="1"/>
          </p:cNvSpPr>
          <p:nvPr>
            <p:ph type="title"/>
          </p:nvPr>
        </p:nvSpPr>
        <p:spPr>
          <a:xfrm>
            <a:off x="546100" y="552451"/>
            <a:ext cx="11091861" cy="434974"/>
          </a:xfrm>
        </p:spPr>
        <p:txBody>
          <a:bodyPr/>
          <a:lstStyle/>
          <a:p>
            <a:r>
              <a:rPr lang="en-US"/>
              <a:t>Click to edit Master title style</a:t>
            </a:r>
          </a:p>
        </p:txBody>
      </p:sp>
      <p:sp>
        <p:nvSpPr>
          <p:cNvPr id="4" name="Freeform 5">
            <a:extLst>
              <a:ext uri="{FF2B5EF4-FFF2-40B4-BE49-F238E27FC236}">
                <a16:creationId xmlns:a16="http://schemas.microsoft.com/office/drawing/2014/main" id="{A236F864-CE71-6DCB-9217-F14F9E1405A9}"/>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7" name="Text Placeholder 10">
            <a:extLst>
              <a:ext uri="{FF2B5EF4-FFF2-40B4-BE49-F238E27FC236}">
                <a16:creationId xmlns:a16="http://schemas.microsoft.com/office/drawing/2014/main" id="{FDFED583-30F4-021C-4B0E-446E8B03BA98}"/>
              </a:ext>
            </a:extLst>
          </p:cNvPr>
          <p:cNvSpPr>
            <a:spLocks noGrp="1"/>
          </p:cNvSpPr>
          <p:nvPr>
            <p:ph type="body" sz="quarter" idx="21"/>
          </p:nvPr>
        </p:nvSpPr>
        <p:spPr>
          <a:xfrm>
            <a:off x="546100" y="1127125"/>
            <a:ext cx="11094211"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8" name="Text Placeholder 15">
            <a:extLst>
              <a:ext uri="{FF2B5EF4-FFF2-40B4-BE49-F238E27FC236}">
                <a16:creationId xmlns:a16="http://schemas.microsoft.com/office/drawing/2014/main" id="{329AC388-4A5D-40CE-9F94-924EEC9F04BB}"/>
              </a:ext>
            </a:extLst>
          </p:cNvPr>
          <p:cNvSpPr>
            <a:spLocks noGrp="1"/>
          </p:cNvSpPr>
          <p:nvPr>
            <p:ph type="body" sz="quarter" idx="22"/>
          </p:nvPr>
        </p:nvSpPr>
        <p:spPr>
          <a:xfrm>
            <a:off x="546100" y="6019800"/>
            <a:ext cx="6851650"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Arial" panose="020B0604020202020204" pitchFamily="34"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19" name="Content Placeholder 22">
            <a:extLst>
              <a:ext uri="{FF2B5EF4-FFF2-40B4-BE49-F238E27FC236}">
                <a16:creationId xmlns:a16="http://schemas.microsoft.com/office/drawing/2014/main" id="{FF54BDBD-731D-CB8C-D47B-CA629E8069CD}"/>
              </a:ext>
            </a:extLst>
          </p:cNvPr>
          <p:cNvSpPr>
            <a:spLocks noGrp="1"/>
          </p:cNvSpPr>
          <p:nvPr>
            <p:ph sz="quarter" idx="23"/>
          </p:nvPr>
        </p:nvSpPr>
        <p:spPr>
          <a:xfrm>
            <a:off x="546100" y="1849438"/>
            <a:ext cx="2619375"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24">
            <a:extLst>
              <a:ext uri="{FF2B5EF4-FFF2-40B4-BE49-F238E27FC236}">
                <a16:creationId xmlns:a16="http://schemas.microsoft.com/office/drawing/2014/main" id="{C8E9ABC3-F6D2-BACA-257F-94E800767689}"/>
              </a:ext>
            </a:extLst>
          </p:cNvPr>
          <p:cNvSpPr>
            <a:spLocks noGrp="1"/>
          </p:cNvSpPr>
          <p:nvPr>
            <p:ph sz="quarter" idx="24"/>
          </p:nvPr>
        </p:nvSpPr>
        <p:spPr>
          <a:xfrm>
            <a:off x="3367088" y="1849438"/>
            <a:ext cx="2624137"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20">
            <a:extLst>
              <a:ext uri="{FF2B5EF4-FFF2-40B4-BE49-F238E27FC236}">
                <a16:creationId xmlns:a16="http://schemas.microsoft.com/office/drawing/2014/main" id="{81EFF807-BC6D-4436-06F4-FC320A023745}"/>
              </a:ext>
            </a:extLst>
          </p:cNvPr>
          <p:cNvSpPr>
            <a:spLocks noGrp="1"/>
          </p:cNvSpPr>
          <p:nvPr>
            <p:ph sz="quarter" idx="25"/>
          </p:nvPr>
        </p:nvSpPr>
        <p:spPr>
          <a:xfrm>
            <a:off x="6189664" y="1849439"/>
            <a:ext cx="2624136" cy="40179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22">
            <a:extLst>
              <a:ext uri="{FF2B5EF4-FFF2-40B4-BE49-F238E27FC236}">
                <a16:creationId xmlns:a16="http://schemas.microsoft.com/office/drawing/2014/main" id="{32FD5E28-DACE-C0A6-698B-E77424A9EBBA}"/>
              </a:ext>
            </a:extLst>
          </p:cNvPr>
          <p:cNvSpPr>
            <a:spLocks noGrp="1"/>
          </p:cNvSpPr>
          <p:nvPr>
            <p:ph sz="quarter" idx="26"/>
          </p:nvPr>
        </p:nvSpPr>
        <p:spPr>
          <a:xfrm>
            <a:off x="9015414" y="1849439"/>
            <a:ext cx="2622548" cy="4017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 name="Group 1">
            <a:extLst>
              <a:ext uri="{FF2B5EF4-FFF2-40B4-BE49-F238E27FC236}">
                <a16:creationId xmlns:a16="http://schemas.microsoft.com/office/drawing/2014/main" id="{D390DEB5-29E2-6772-5EB4-D7751337E47E}"/>
              </a:ext>
            </a:extLst>
          </p:cNvPr>
          <p:cNvGrpSpPr/>
          <p:nvPr userDrawn="1"/>
        </p:nvGrpSpPr>
        <p:grpSpPr>
          <a:xfrm>
            <a:off x="12356815" y="0"/>
            <a:ext cx="756833" cy="6872642"/>
            <a:chOff x="12356815" y="0"/>
            <a:chExt cx="756833" cy="6872642"/>
          </a:xfrm>
        </p:grpSpPr>
        <p:sp>
          <p:nvSpPr>
            <p:cNvPr id="3" name="Rectangle 2">
              <a:extLst>
                <a:ext uri="{FF2B5EF4-FFF2-40B4-BE49-F238E27FC236}">
                  <a16:creationId xmlns:a16="http://schemas.microsoft.com/office/drawing/2014/main" id="{5B9DB2D8-83A7-CFC3-E346-934BD5F48CF0}"/>
                </a:ext>
              </a:extLst>
            </p:cNvPr>
            <p:cNvSpPr/>
            <p:nvPr userDrawn="1"/>
          </p:nvSpPr>
          <p:spPr>
            <a:xfrm>
              <a:off x="12356815" y="0"/>
              <a:ext cx="553069" cy="3279913"/>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6" name="TextBox 5">
              <a:extLst>
                <a:ext uri="{FF2B5EF4-FFF2-40B4-BE49-F238E27FC236}">
                  <a16:creationId xmlns:a16="http://schemas.microsoft.com/office/drawing/2014/main" id="{C8F1536C-01B4-9650-3CA9-1D1FB64CA691}"/>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ON LIGHT AND EXTRA LIGHT</a:t>
              </a:r>
            </a:p>
          </p:txBody>
        </p:sp>
        <p:sp>
          <p:nvSpPr>
            <p:cNvPr id="7" name="Rectangle 6">
              <a:extLst>
                <a:ext uri="{FF2B5EF4-FFF2-40B4-BE49-F238E27FC236}">
                  <a16:creationId xmlns:a16="http://schemas.microsoft.com/office/drawing/2014/main" id="{E7408998-8576-7E4D-BB97-1A4C2B126753}"/>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0" name="Group 9">
              <a:extLst>
                <a:ext uri="{FF2B5EF4-FFF2-40B4-BE49-F238E27FC236}">
                  <a16:creationId xmlns:a16="http://schemas.microsoft.com/office/drawing/2014/main" id="{CE66C8DB-872E-EDEB-9A8B-83532427528C}"/>
                </a:ext>
              </a:extLst>
            </p:cNvPr>
            <p:cNvGrpSpPr/>
            <p:nvPr userDrawn="1"/>
          </p:nvGrpSpPr>
          <p:grpSpPr>
            <a:xfrm>
              <a:off x="12442019" y="3791214"/>
              <a:ext cx="382660" cy="2882942"/>
              <a:chOff x="14001569" y="3716048"/>
              <a:chExt cx="316248" cy="3171236"/>
            </a:xfrm>
          </p:grpSpPr>
          <p:sp>
            <p:nvSpPr>
              <p:cNvPr id="29" name="Rectangle 28">
                <a:extLst>
                  <a:ext uri="{FF2B5EF4-FFF2-40B4-BE49-F238E27FC236}">
                    <a16:creationId xmlns:a16="http://schemas.microsoft.com/office/drawing/2014/main" id="{4B587F64-5F3E-A3B9-E356-74A65F733A36}"/>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7BF65407-5638-E1E1-27DB-3521DEE110E2}"/>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9C708A40-472D-6862-8CB0-79F82834582E}"/>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7564FFEB-799C-2871-0C6E-A896FE7AD752}"/>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CB56E1D2-4B0D-B5EF-12CB-3FA5FF57764B}"/>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39900C34-1255-0A34-7105-92ABE5D447C9}"/>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659CC613-5F2A-1924-4E2A-318D41FE22A6}"/>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6CF15CB2-54B4-AF28-C77A-5216DFCC01AE}"/>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DAA5FBEC-4EBC-26FA-2E13-9EB80B129044}"/>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8" name="Rectangle 37">
                <a:extLst>
                  <a:ext uri="{FF2B5EF4-FFF2-40B4-BE49-F238E27FC236}">
                    <a16:creationId xmlns:a16="http://schemas.microsoft.com/office/drawing/2014/main" id="{2F4F74C9-E1BC-3F3C-67B7-4664D25D1C67}"/>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1" name="Group 10">
              <a:extLst>
                <a:ext uri="{FF2B5EF4-FFF2-40B4-BE49-F238E27FC236}">
                  <a16:creationId xmlns:a16="http://schemas.microsoft.com/office/drawing/2014/main" id="{5366610A-0723-A113-F345-5992ECF94402}"/>
                </a:ext>
              </a:extLst>
            </p:cNvPr>
            <p:cNvGrpSpPr/>
            <p:nvPr userDrawn="1"/>
          </p:nvGrpSpPr>
          <p:grpSpPr>
            <a:xfrm>
              <a:off x="12442019" y="198485"/>
              <a:ext cx="382660" cy="2882942"/>
              <a:chOff x="12742785" y="3716048"/>
              <a:chExt cx="316248" cy="3171236"/>
            </a:xfrm>
          </p:grpSpPr>
          <p:sp>
            <p:nvSpPr>
              <p:cNvPr id="13" name="Rectangle 12">
                <a:extLst>
                  <a:ext uri="{FF2B5EF4-FFF2-40B4-BE49-F238E27FC236}">
                    <a16:creationId xmlns:a16="http://schemas.microsoft.com/office/drawing/2014/main" id="{46ABB763-E47B-1306-ABF8-52CD19D9F806}"/>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4" name="Rectangle 13">
                <a:extLst>
                  <a:ext uri="{FF2B5EF4-FFF2-40B4-BE49-F238E27FC236}">
                    <a16:creationId xmlns:a16="http://schemas.microsoft.com/office/drawing/2014/main" id="{28FBEAEB-7FB9-3015-0634-813CF41429AB}"/>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5" name="Rectangle 14">
                <a:extLst>
                  <a:ext uri="{FF2B5EF4-FFF2-40B4-BE49-F238E27FC236}">
                    <a16:creationId xmlns:a16="http://schemas.microsoft.com/office/drawing/2014/main" id="{B1F10344-D8A7-FDBA-B3EA-8192047116CD}"/>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6" name="Rectangle 15">
                <a:extLst>
                  <a:ext uri="{FF2B5EF4-FFF2-40B4-BE49-F238E27FC236}">
                    <a16:creationId xmlns:a16="http://schemas.microsoft.com/office/drawing/2014/main" id="{FB11E786-B52F-313A-3710-56D58A130A4F}"/>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FB61E8D3-C57E-0E43-7100-A2E3E03BD56D}"/>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32D4900F-0805-82E7-1213-AB9F87277B14}"/>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74F74314-EC69-7712-628A-97351CC762E8}"/>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B5314C1A-9557-BE11-59E5-3A6D43C91C93}"/>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E3C7B088-D88F-02BA-2CEB-2A3E10BACC80}"/>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A5B941EE-CE1E-B122-A187-F4C8C6AF183E}"/>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2" name="TextBox 11">
              <a:extLst>
                <a:ext uri="{FF2B5EF4-FFF2-40B4-BE49-F238E27FC236}">
                  <a16:creationId xmlns:a16="http://schemas.microsoft.com/office/drawing/2014/main" id="{35EA72A1-A686-C1D9-82B6-5B69EA936135}"/>
                </a:ext>
              </a:extLst>
            </p:cNvPr>
            <p:cNvSpPr txBox="1"/>
            <p:nvPr userDrawn="1"/>
          </p:nvSpPr>
          <p:spPr>
            <a:xfrm rot="16200000">
              <a:off x="12562248" y="5173598"/>
              <a:ext cx="984244" cy="118174"/>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Arial" panose="020B0604020202020204" pitchFamily="34" charset="0"/>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Arial" panose="020B0604020202020204" pitchFamily="34" charset="0"/>
                <a:ea typeface="GT America Regular" charset="0"/>
                <a:cs typeface="GT America Regular" charset="0"/>
              </a:endParaRPr>
            </a:p>
          </p:txBody>
        </p:sp>
      </p:grpSp>
      <p:sp>
        <p:nvSpPr>
          <p:cNvPr id="39" name="TextBox 38">
            <a:extLst>
              <a:ext uri="{FF2B5EF4-FFF2-40B4-BE49-F238E27FC236}">
                <a16:creationId xmlns:a16="http://schemas.microsoft.com/office/drawing/2014/main" id="{5A55C7F0-8655-07D5-2308-2469114506DF}"/>
              </a:ext>
            </a:extLst>
          </p:cNvPr>
          <p:cNvSpPr txBox="1"/>
          <p:nvPr userDrawn="1"/>
        </p:nvSpPr>
        <p:spPr>
          <a:xfrm>
            <a:off x="12356815" y="3377042"/>
            <a:ext cx="817531" cy="116635"/>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endParaRPr>
          </a:p>
        </p:txBody>
      </p:sp>
    </p:spTree>
    <p:extLst>
      <p:ext uri="{BB962C8B-B14F-4D97-AF65-F5344CB8AC3E}">
        <p14:creationId xmlns:p14="http://schemas.microsoft.com/office/powerpoint/2010/main" val="1482235618"/>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4 Column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5" name="Title 14">
            <a:extLst>
              <a:ext uri="{FF2B5EF4-FFF2-40B4-BE49-F238E27FC236}">
                <a16:creationId xmlns:a16="http://schemas.microsoft.com/office/drawing/2014/main" id="{EAD91B94-EA98-484A-C309-7B941BD49803}"/>
              </a:ext>
            </a:extLst>
          </p:cNvPr>
          <p:cNvSpPr>
            <a:spLocks noGrp="1"/>
          </p:cNvSpPr>
          <p:nvPr>
            <p:ph type="title"/>
          </p:nvPr>
        </p:nvSpPr>
        <p:spPr>
          <a:xfrm>
            <a:off x="546101" y="552450"/>
            <a:ext cx="11091862" cy="434975"/>
          </a:xfrm>
        </p:spPr>
        <p:txBody>
          <a:bodyPr/>
          <a:lstStyle/>
          <a:p>
            <a:r>
              <a:rPr lang="en-US"/>
              <a:t>Click to edit Master title style</a:t>
            </a:r>
          </a:p>
        </p:txBody>
      </p:sp>
      <p:sp>
        <p:nvSpPr>
          <p:cNvPr id="3" name="Freeform 5">
            <a:extLst>
              <a:ext uri="{FF2B5EF4-FFF2-40B4-BE49-F238E27FC236}">
                <a16:creationId xmlns:a16="http://schemas.microsoft.com/office/drawing/2014/main" id="{5C3F480E-7787-3C79-2F28-2BD141C8A6B3}"/>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20" name="Text Placeholder 10">
            <a:extLst>
              <a:ext uri="{FF2B5EF4-FFF2-40B4-BE49-F238E27FC236}">
                <a16:creationId xmlns:a16="http://schemas.microsoft.com/office/drawing/2014/main" id="{E816675F-4CFF-1424-BC2E-EB168984C8A9}"/>
              </a:ext>
            </a:extLst>
          </p:cNvPr>
          <p:cNvSpPr>
            <a:spLocks noGrp="1"/>
          </p:cNvSpPr>
          <p:nvPr>
            <p:ph type="body" sz="quarter" idx="21"/>
          </p:nvPr>
        </p:nvSpPr>
        <p:spPr>
          <a:xfrm>
            <a:off x="546100" y="1127125"/>
            <a:ext cx="11094211"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1" name="Text Placeholder 15">
            <a:extLst>
              <a:ext uri="{FF2B5EF4-FFF2-40B4-BE49-F238E27FC236}">
                <a16:creationId xmlns:a16="http://schemas.microsoft.com/office/drawing/2014/main" id="{5ABFA4E5-EE7C-B181-6613-2BCBB984ABF8}"/>
              </a:ext>
            </a:extLst>
          </p:cNvPr>
          <p:cNvSpPr>
            <a:spLocks noGrp="1"/>
          </p:cNvSpPr>
          <p:nvPr>
            <p:ph type="body" sz="quarter" idx="22"/>
          </p:nvPr>
        </p:nvSpPr>
        <p:spPr>
          <a:xfrm>
            <a:off x="546100" y="6019800"/>
            <a:ext cx="6851650"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Arial" panose="020B0604020202020204" pitchFamily="34"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22" name="Content Placeholder 22">
            <a:extLst>
              <a:ext uri="{FF2B5EF4-FFF2-40B4-BE49-F238E27FC236}">
                <a16:creationId xmlns:a16="http://schemas.microsoft.com/office/drawing/2014/main" id="{13CECA2D-47BD-D0C9-FDDA-04E397E25899}"/>
              </a:ext>
            </a:extLst>
          </p:cNvPr>
          <p:cNvSpPr>
            <a:spLocks noGrp="1"/>
          </p:cNvSpPr>
          <p:nvPr>
            <p:ph sz="quarter" idx="23"/>
          </p:nvPr>
        </p:nvSpPr>
        <p:spPr>
          <a:xfrm>
            <a:off x="546101" y="2425700"/>
            <a:ext cx="2619374"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24">
            <a:extLst>
              <a:ext uri="{FF2B5EF4-FFF2-40B4-BE49-F238E27FC236}">
                <a16:creationId xmlns:a16="http://schemas.microsoft.com/office/drawing/2014/main" id="{662EF311-9306-5498-F3D9-6F3991FF1E09}"/>
              </a:ext>
            </a:extLst>
          </p:cNvPr>
          <p:cNvSpPr>
            <a:spLocks noGrp="1"/>
          </p:cNvSpPr>
          <p:nvPr>
            <p:ph sz="quarter" idx="24"/>
          </p:nvPr>
        </p:nvSpPr>
        <p:spPr>
          <a:xfrm>
            <a:off x="3367088" y="2425700"/>
            <a:ext cx="2625725"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0">
            <a:extLst>
              <a:ext uri="{FF2B5EF4-FFF2-40B4-BE49-F238E27FC236}">
                <a16:creationId xmlns:a16="http://schemas.microsoft.com/office/drawing/2014/main" id="{3A80FA08-2EA7-E26E-1786-7FC321C07BC6}"/>
              </a:ext>
            </a:extLst>
          </p:cNvPr>
          <p:cNvSpPr>
            <a:spLocks noGrp="1"/>
          </p:cNvSpPr>
          <p:nvPr>
            <p:ph sz="quarter" idx="25"/>
          </p:nvPr>
        </p:nvSpPr>
        <p:spPr>
          <a:xfrm>
            <a:off x="6194426" y="2425701"/>
            <a:ext cx="2619375" cy="34416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5" name="Text Placeholder 33">
            <a:extLst>
              <a:ext uri="{FF2B5EF4-FFF2-40B4-BE49-F238E27FC236}">
                <a16:creationId xmlns:a16="http://schemas.microsoft.com/office/drawing/2014/main" id="{6F3D1EEF-0D0B-1B3D-790A-E903BCE7629F}"/>
              </a:ext>
            </a:extLst>
          </p:cNvPr>
          <p:cNvSpPr>
            <a:spLocks noGrp="1"/>
          </p:cNvSpPr>
          <p:nvPr>
            <p:ph type="body" sz="quarter" idx="29"/>
          </p:nvPr>
        </p:nvSpPr>
        <p:spPr>
          <a:xfrm>
            <a:off x="546100" y="1849436"/>
            <a:ext cx="2619375" cy="296861"/>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6" name="Text Placeholder 35">
            <a:extLst>
              <a:ext uri="{FF2B5EF4-FFF2-40B4-BE49-F238E27FC236}">
                <a16:creationId xmlns:a16="http://schemas.microsoft.com/office/drawing/2014/main" id="{F3E66951-696C-1D73-0C63-711EFABB807E}"/>
              </a:ext>
            </a:extLst>
          </p:cNvPr>
          <p:cNvSpPr>
            <a:spLocks noGrp="1"/>
          </p:cNvSpPr>
          <p:nvPr>
            <p:ph type="body" sz="quarter" idx="30"/>
          </p:nvPr>
        </p:nvSpPr>
        <p:spPr>
          <a:xfrm>
            <a:off x="3367089" y="1849438"/>
            <a:ext cx="2625725" cy="2968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7" name="Text Placeholder 26">
            <a:extLst>
              <a:ext uri="{FF2B5EF4-FFF2-40B4-BE49-F238E27FC236}">
                <a16:creationId xmlns:a16="http://schemas.microsoft.com/office/drawing/2014/main" id="{22CCB024-1C7A-358D-17AA-DB143CC33E1A}"/>
              </a:ext>
            </a:extLst>
          </p:cNvPr>
          <p:cNvSpPr>
            <a:spLocks noGrp="1"/>
          </p:cNvSpPr>
          <p:nvPr>
            <p:ph type="body" sz="quarter" idx="31"/>
          </p:nvPr>
        </p:nvSpPr>
        <p:spPr>
          <a:xfrm>
            <a:off x="6194426" y="1849438"/>
            <a:ext cx="2619375" cy="2968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9" name="Content Placeholder 38">
            <a:extLst>
              <a:ext uri="{FF2B5EF4-FFF2-40B4-BE49-F238E27FC236}">
                <a16:creationId xmlns:a16="http://schemas.microsoft.com/office/drawing/2014/main" id="{4C336508-10E1-4F40-6089-6E416628EAAC}"/>
              </a:ext>
            </a:extLst>
          </p:cNvPr>
          <p:cNvSpPr>
            <a:spLocks noGrp="1"/>
          </p:cNvSpPr>
          <p:nvPr>
            <p:ph sz="quarter" idx="32"/>
          </p:nvPr>
        </p:nvSpPr>
        <p:spPr>
          <a:xfrm>
            <a:off x="9015415" y="2425700"/>
            <a:ext cx="2622548"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1" name="Text Placeholder 40">
            <a:extLst>
              <a:ext uri="{FF2B5EF4-FFF2-40B4-BE49-F238E27FC236}">
                <a16:creationId xmlns:a16="http://schemas.microsoft.com/office/drawing/2014/main" id="{53BBD7EF-C3BF-D4E8-EF2B-6BC68E04ACCA}"/>
              </a:ext>
            </a:extLst>
          </p:cNvPr>
          <p:cNvSpPr>
            <a:spLocks noGrp="1"/>
          </p:cNvSpPr>
          <p:nvPr>
            <p:ph type="body" sz="quarter" idx="33"/>
          </p:nvPr>
        </p:nvSpPr>
        <p:spPr>
          <a:xfrm>
            <a:off x="9015412" y="1849436"/>
            <a:ext cx="2622549" cy="296862"/>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grpSp>
        <p:nvGrpSpPr>
          <p:cNvPr id="2" name="Group 1">
            <a:extLst>
              <a:ext uri="{FF2B5EF4-FFF2-40B4-BE49-F238E27FC236}">
                <a16:creationId xmlns:a16="http://schemas.microsoft.com/office/drawing/2014/main" id="{31508F31-FF7C-431E-8840-F90A9D6D6BB7}"/>
              </a:ext>
            </a:extLst>
          </p:cNvPr>
          <p:cNvGrpSpPr/>
          <p:nvPr userDrawn="1"/>
        </p:nvGrpSpPr>
        <p:grpSpPr>
          <a:xfrm>
            <a:off x="12356815" y="0"/>
            <a:ext cx="756833" cy="6872642"/>
            <a:chOff x="12356815" y="0"/>
            <a:chExt cx="756833" cy="6872642"/>
          </a:xfrm>
        </p:grpSpPr>
        <p:sp>
          <p:nvSpPr>
            <p:cNvPr id="4" name="Rectangle 3">
              <a:extLst>
                <a:ext uri="{FF2B5EF4-FFF2-40B4-BE49-F238E27FC236}">
                  <a16:creationId xmlns:a16="http://schemas.microsoft.com/office/drawing/2014/main" id="{20F324AF-4604-BC68-DF52-9173D16B2F9A}"/>
                </a:ext>
              </a:extLst>
            </p:cNvPr>
            <p:cNvSpPr/>
            <p:nvPr userDrawn="1"/>
          </p:nvSpPr>
          <p:spPr>
            <a:xfrm>
              <a:off x="12356815" y="0"/>
              <a:ext cx="553069" cy="3279913"/>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5" name="TextBox 4">
              <a:extLst>
                <a:ext uri="{FF2B5EF4-FFF2-40B4-BE49-F238E27FC236}">
                  <a16:creationId xmlns:a16="http://schemas.microsoft.com/office/drawing/2014/main" id="{A195C87C-A8C1-EF0F-E54A-86C6A126B59E}"/>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ON LIGHT AND EXTRA LIGHT</a:t>
              </a:r>
            </a:p>
          </p:txBody>
        </p:sp>
        <p:sp>
          <p:nvSpPr>
            <p:cNvPr id="6" name="Rectangle 5">
              <a:extLst>
                <a:ext uri="{FF2B5EF4-FFF2-40B4-BE49-F238E27FC236}">
                  <a16:creationId xmlns:a16="http://schemas.microsoft.com/office/drawing/2014/main" id="{BB18765C-6428-8BC5-0F7F-AC227EF0A74D}"/>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7" name="Group 6">
              <a:extLst>
                <a:ext uri="{FF2B5EF4-FFF2-40B4-BE49-F238E27FC236}">
                  <a16:creationId xmlns:a16="http://schemas.microsoft.com/office/drawing/2014/main" id="{F59345F0-BAC3-4CFD-1E56-D68E766C8EA0}"/>
                </a:ext>
              </a:extLst>
            </p:cNvPr>
            <p:cNvGrpSpPr/>
            <p:nvPr userDrawn="1"/>
          </p:nvGrpSpPr>
          <p:grpSpPr>
            <a:xfrm>
              <a:off x="12442019" y="3791214"/>
              <a:ext cx="382660" cy="2882942"/>
              <a:chOff x="14001569" y="3716048"/>
              <a:chExt cx="316248" cy="3171236"/>
            </a:xfrm>
          </p:grpSpPr>
          <p:sp>
            <p:nvSpPr>
              <p:cNvPr id="28" name="Rectangle 27">
                <a:extLst>
                  <a:ext uri="{FF2B5EF4-FFF2-40B4-BE49-F238E27FC236}">
                    <a16:creationId xmlns:a16="http://schemas.microsoft.com/office/drawing/2014/main" id="{C2E13A71-D7CF-FC90-C382-E29EE484D60D}"/>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B098EA7C-4CB8-5294-0E3D-DA3DDA751D33}"/>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A598B527-9B86-D470-36F2-19EAB9D0B534}"/>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302739A8-3AB5-BAF0-AA17-65CD5083E724}"/>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67C8C171-BE38-E529-E276-F9214A4F2803}"/>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66EE2F7F-380C-FCB0-4B13-62851E0EACC8}"/>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4B435196-5675-C73C-2A26-F03E4045E2E4}"/>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8" name="Rectangle 37">
                <a:extLst>
                  <a:ext uri="{FF2B5EF4-FFF2-40B4-BE49-F238E27FC236}">
                    <a16:creationId xmlns:a16="http://schemas.microsoft.com/office/drawing/2014/main" id="{E08EB757-F7DA-269E-7344-91DC5FF92E75}"/>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0" name="Rectangle 39">
                <a:extLst>
                  <a:ext uri="{FF2B5EF4-FFF2-40B4-BE49-F238E27FC236}">
                    <a16:creationId xmlns:a16="http://schemas.microsoft.com/office/drawing/2014/main" id="{8F8526C6-1E24-7346-B993-85316AA11F34}"/>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2" name="Rectangle 41">
                <a:extLst>
                  <a:ext uri="{FF2B5EF4-FFF2-40B4-BE49-F238E27FC236}">
                    <a16:creationId xmlns:a16="http://schemas.microsoft.com/office/drawing/2014/main" id="{6057C186-2F1E-C9FF-8481-4D3BB0848054}"/>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0" name="Group 9">
              <a:extLst>
                <a:ext uri="{FF2B5EF4-FFF2-40B4-BE49-F238E27FC236}">
                  <a16:creationId xmlns:a16="http://schemas.microsoft.com/office/drawing/2014/main" id="{CEFBF9E7-13D1-9178-0D42-BC7022197A5D}"/>
                </a:ext>
              </a:extLst>
            </p:cNvPr>
            <p:cNvGrpSpPr/>
            <p:nvPr userDrawn="1"/>
          </p:nvGrpSpPr>
          <p:grpSpPr>
            <a:xfrm>
              <a:off x="12442019" y="198485"/>
              <a:ext cx="382660" cy="2882942"/>
              <a:chOff x="12742785" y="3716048"/>
              <a:chExt cx="316248" cy="3171236"/>
            </a:xfrm>
          </p:grpSpPr>
          <p:sp>
            <p:nvSpPr>
              <p:cNvPr id="12" name="Rectangle 11">
                <a:extLst>
                  <a:ext uri="{FF2B5EF4-FFF2-40B4-BE49-F238E27FC236}">
                    <a16:creationId xmlns:a16="http://schemas.microsoft.com/office/drawing/2014/main" id="{F4BEB79C-198E-4439-D590-128300F9B6F8}"/>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3" name="Rectangle 12">
                <a:extLst>
                  <a:ext uri="{FF2B5EF4-FFF2-40B4-BE49-F238E27FC236}">
                    <a16:creationId xmlns:a16="http://schemas.microsoft.com/office/drawing/2014/main" id="{5BD14EF4-3167-6143-A1AD-55A1B5CF05CE}"/>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4" name="Rectangle 13">
                <a:extLst>
                  <a:ext uri="{FF2B5EF4-FFF2-40B4-BE49-F238E27FC236}">
                    <a16:creationId xmlns:a16="http://schemas.microsoft.com/office/drawing/2014/main" id="{6CDAC170-0DCF-50A1-3DED-FB8BBB48223F}"/>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6" name="Rectangle 15">
                <a:extLst>
                  <a:ext uri="{FF2B5EF4-FFF2-40B4-BE49-F238E27FC236}">
                    <a16:creationId xmlns:a16="http://schemas.microsoft.com/office/drawing/2014/main" id="{C7DFE751-77F4-4002-6123-7EFC77236499}"/>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7" name="Rectangle 16">
                <a:extLst>
                  <a:ext uri="{FF2B5EF4-FFF2-40B4-BE49-F238E27FC236}">
                    <a16:creationId xmlns:a16="http://schemas.microsoft.com/office/drawing/2014/main" id="{A1950836-7332-C3CA-EDF9-46A3C3D727AE}"/>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8" name="Rectangle 17">
                <a:extLst>
                  <a:ext uri="{FF2B5EF4-FFF2-40B4-BE49-F238E27FC236}">
                    <a16:creationId xmlns:a16="http://schemas.microsoft.com/office/drawing/2014/main" id="{939ACAEE-003F-1B2F-661A-A7CDDA65349A}"/>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9" name="Rectangle 18">
                <a:extLst>
                  <a:ext uri="{FF2B5EF4-FFF2-40B4-BE49-F238E27FC236}">
                    <a16:creationId xmlns:a16="http://schemas.microsoft.com/office/drawing/2014/main" id="{B5FCEDCA-01D6-8229-81D8-9CA76C23E10C}"/>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0287BE0D-385C-95E3-FA57-5AD0C5117986}"/>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43F74E9E-9B57-D337-50A5-0C98A604EFB0}"/>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5698BF97-ED86-B619-27CD-2B2C652AD204}"/>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1" name="TextBox 10">
              <a:extLst>
                <a:ext uri="{FF2B5EF4-FFF2-40B4-BE49-F238E27FC236}">
                  <a16:creationId xmlns:a16="http://schemas.microsoft.com/office/drawing/2014/main" id="{F7B72D11-980B-780D-7EE9-949D721F63BE}"/>
                </a:ext>
              </a:extLst>
            </p:cNvPr>
            <p:cNvSpPr txBox="1"/>
            <p:nvPr userDrawn="1"/>
          </p:nvSpPr>
          <p:spPr>
            <a:xfrm rot="16200000">
              <a:off x="12562248" y="5173598"/>
              <a:ext cx="984244" cy="118174"/>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Arial" panose="020B0604020202020204" pitchFamily="34" charset="0"/>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Arial" panose="020B0604020202020204" pitchFamily="34" charset="0"/>
                <a:ea typeface="GT America Regular" charset="0"/>
                <a:cs typeface="GT America Regular" charset="0"/>
              </a:endParaRPr>
            </a:p>
          </p:txBody>
        </p:sp>
      </p:grpSp>
      <p:sp>
        <p:nvSpPr>
          <p:cNvPr id="43" name="TextBox 42">
            <a:extLst>
              <a:ext uri="{FF2B5EF4-FFF2-40B4-BE49-F238E27FC236}">
                <a16:creationId xmlns:a16="http://schemas.microsoft.com/office/drawing/2014/main" id="{81BEBAD7-6C04-D709-C868-28A410889007}"/>
              </a:ext>
            </a:extLst>
          </p:cNvPr>
          <p:cNvSpPr txBox="1"/>
          <p:nvPr userDrawn="1"/>
        </p:nvSpPr>
        <p:spPr>
          <a:xfrm>
            <a:off x="12356815" y="3377042"/>
            <a:ext cx="817531" cy="116635"/>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endParaRPr>
          </a:p>
        </p:txBody>
      </p:sp>
    </p:spTree>
    <p:extLst>
      <p:ext uri="{BB962C8B-B14F-4D97-AF65-F5344CB8AC3E}">
        <p14:creationId xmlns:p14="http://schemas.microsoft.com/office/powerpoint/2010/main" val="1314430909"/>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2 Column with icons / Photo">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p:nvPr>
        </p:nvSpPr>
        <p:spPr>
          <a:xfrm>
            <a:off x="6194424" y="0"/>
            <a:ext cx="5997575" cy="6858000"/>
          </a:xfrm>
          <a:solidFill>
            <a:schemeClr val="bg1">
              <a:lumMod val="65000"/>
            </a:schemeClr>
          </a:solidFill>
        </p:spPr>
        <p:txBody>
          <a:bodyPr anchor="ctr"/>
          <a:lstStyle>
            <a:lvl1pPr algn="ctr">
              <a:defRPr>
                <a:solidFill>
                  <a:schemeClr val="bg1"/>
                </a:solidFill>
              </a:defRPr>
            </a:lvl1pPr>
          </a:lstStyle>
          <a:p>
            <a:r>
              <a:rPr lang="en-US"/>
              <a:t>Click icon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bg1"/>
                </a:solidFill>
              </a:defRPr>
            </a:lvl1p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5" name="Title 4">
            <a:extLst>
              <a:ext uri="{FF2B5EF4-FFF2-40B4-BE49-F238E27FC236}">
                <a16:creationId xmlns:a16="http://schemas.microsoft.com/office/drawing/2014/main" id="{37E1B056-6E37-0195-3E1E-328A2FEFCC8B}"/>
              </a:ext>
            </a:extLst>
          </p:cNvPr>
          <p:cNvSpPr>
            <a:spLocks noGrp="1"/>
          </p:cNvSpPr>
          <p:nvPr>
            <p:ph type="title"/>
          </p:nvPr>
        </p:nvSpPr>
        <p:spPr>
          <a:xfrm>
            <a:off x="546100" y="552450"/>
            <a:ext cx="5443379" cy="434975"/>
          </a:xfrm>
        </p:spPr>
        <p:txBody>
          <a:bodyPr/>
          <a:lstStyle/>
          <a:p>
            <a:r>
              <a:rPr lang="en-US"/>
              <a:t>Click to edit Master title style</a:t>
            </a:r>
          </a:p>
        </p:txBody>
      </p:sp>
      <p:sp>
        <p:nvSpPr>
          <p:cNvPr id="3" name="Picture Placeholder 9">
            <a:extLst>
              <a:ext uri="{FF2B5EF4-FFF2-40B4-BE49-F238E27FC236}">
                <a16:creationId xmlns:a16="http://schemas.microsoft.com/office/drawing/2014/main" id="{071C30E2-10A6-5251-1FC6-8810B8777FFE}"/>
              </a:ext>
            </a:extLst>
          </p:cNvPr>
          <p:cNvSpPr>
            <a:spLocks noGrp="1"/>
          </p:cNvSpPr>
          <p:nvPr>
            <p:ph type="pic" sz="quarter" idx="37" hasCustomPrompt="1"/>
          </p:nvPr>
        </p:nvSpPr>
        <p:spPr>
          <a:xfrm>
            <a:off x="546100" y="1849438"/>
            <a:ext cx="722376" cy="720725"/>
          </a:xfrm>
          <a:noFill/>
          <a:ln>
            <a:noFill/>
          </a:ln>
        </p:spPr>
        <p:txBody>
          <a:bodyPr anchor="ctr"/>
          <a:lstStyle>
            <a:lvl1pPr algn="ctr">
              <a:defRPr>
                <a:solidFill>
                  <a:schemeClr val="tx1"/>
                </a:solidFill>
              </a:defRPr>
            </a:lvl1pPr>
          </a:lstStyle>
          <a:p>
            <a:r>
              <a:rPr lang="en-US"/>
              <a:t>Icon</a:t>
            </a:r>
          </a:p>
        </p:txBody>
      </p:sp>
      <p:sp>
        <p:nvSpPr>
          <p:cNvPr id="11" name="Picture Placeholder 9">
            <a:extLst>
              <a:ext uri="{FF2B5EF4-FFF2-40B4-BE49-F238E27FC236}">
                <a16:creationId xmlns:a16="http://schemas.microsoft.com/office/drawing/2014/main" id="{2779889F-8243-735B-D407-39B553561C4A}"/>
              </a:ext>
            </a:extLst>
          </p:cNvPr>
          <p:cNvSpPr>
            <a:spLocks noGrp="1" noChangeAspect="1"/>
          </p:cNvSpPr>
          <p:nvPr>
            <p:ph type="pic" sz="quarter" idx="38" hasCustomPrompt="1"/>
          </p:nvPr>
        </p:nvSpPr>
        <p:spPr>
          <a:xfrm>
            <a:off x="546100" y="3146426"/>
            <a:ext cx="723632" cy="692149"/>
          </a:xfrm>
          <a:noFill/>
          <a:ln>
            <a:noFill/>
          </a:ln>
        </p:spPr>
        <p:txBody>
          <a:bodyPr anchor="ctr"/>
          <a:lstStyle>
            <a:lvl1pPr algn="ctr">
              <a:defRPr>
                <a:solidFill>
                  <a:schemeClr val="tx1"/>
                </a:solidFill>
              </a:defRPr>
            </a:lvl1pPr>
          </a:lstStyle>
          <a:p>
            <a:r>
              <a:rPr lang="en-US"/>
              <a:t>Icon</a:t>
            </a:r>
          </a:p>
        </p:txBody>
      </p:sp>
      <p:sp>
        <p:nvSpPr>
          <p:cNvPr id="12" name="Picture Placeholder 9">
            <a:extLst>
              <a:ext uri="{FF2B5EF4-FFF2-40B4-BE49-F238E27FC236}">
                <a16:creationId xmlns:a16="http://schemas.microsoft.com/office/drawing/2014/main" id="{7E3BD4E3-4BCD-3C87-CEE7-D70639AB32E4}"/>
              </a:ext>
            </a:extLst>
          </p:cNvPr>
          <p:cNvSpPr>
            <a:spLocks noGrp="1"/>
          </p:cNvSpPr>
          <p:nvPr>
            <p:ph type="pic" sz="quarter" idx="39" hasCustomPrompt="1"/>
          </p:nvPr>
        </p:nvSpPr>
        <p:spPr>
          <a:xfrm>
            <a:off x="546100" y="4421188"/>
            <a:ext cx="722376" cy="730249"/>
          </a:xfrm>
          <a:noFill/>
          <a:ln>
            <a:noFill/>
          </a:ln>
        </p:spPr>
        <p:txBody>
          <a:bodyPr anchor="ctr"/>
          <a:lstStyle>
            <a:lvl1pPr algn="ctr">
              <a:defRPr>
                <a:solidFill>
                  <a:schemeClr val="tx1"/>
                </a:solidFill>
              </a:defRPr>
            </a:lvl1pPr>
          </a:lstStyle>
          <a:p>
            <a:r>
              <a:rPr lang="en-US"/>
              <a:t>Icon</a:t>
            </a:r>
          </a:p>
        </p:txBody>
      </p:sp>
      <p:sp>
        <p:nvSpPr>
          <p:cNvPr id="4" name="Freeform 5">
            <a:extLst>
              <a:ext uri="{FF2B5EF4-FFF2-40B4-BE49-F238E27FC236}">
                <a16:creationId xmlns:a16="http://schemas.microsoft.com/office/drawing/2014/main" id="{DC2B09DE-A1A4-4C35-6E17-FAA89478D0BB}"/>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30" name="Text Placeholder 10">
            <a:extLst>
              <a:ext uri="{FF2B5EF4-FFF2-40B4-BE49-F238E27FC236}">
                <a16:creationId xmlns:a16="http://schemas.microsoft.com/office/drawing/2014/main" id="{3CA37D90-0D74-AE2A-B25D-69FCBDEAD1C9}"/>
              </a:ext>
            </a:extLst>
          </p:cNvPr>
          <p:cNvSpPr>
            <a:spLocks noGrp="1"/>
          </p:cNvSpPr>
          <p:nvPr>
            <p:ph type="body" sz="quarter" idx="21"/>
          </p:nvPr>
        </p:nvSpPr>
        <p:spPr>
          <a:xfrm>
            <a:off x="546100" y="1127125"/>
            <a:ext cx="5445125" cy="296863"/>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31" name="Text Placeholder 15">
            <a:extLst>
              <a:ext uri="{FF2B5EF4-FFF2-40B4-BE49-F238E27FC236}">
                <a16:creationId xmlns:a16="http://schemas.microsoft.com/office/drawing/2014/main" id="{91CF4EAB-36B2-D655-23E6-0560D7AA1292}"/>
              </a:ext>
            </a:extLst>
          </p:cNvPr>
          <p:cNvSpPr>
            <a:spLocks noGrp="1"/>
          </p:cNvSpPr>
          <p:nvPr>
            <p:ph type="body" sz="quarter" idx="22"/>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Arial" panose="020B0604020202020204" pitchFamily="34"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33" name="Content Placeholder 32">
            <a:extLst>
              <a:ext uri="{FF2B5EF4-FFF2-40B4-BE49-F238E27FC236}">
                <a16:creationId xmlns:a16="http://schemas.microsoft.com/office/drawing/2014/main" id="{F52E03F2-F72D-3919-6A71-4CEA2D954B96}"/>
              </a:ext>
            </a:extLst>
          </p:cNvPr>
          <p:cNvSpPr>
            <a:spLocks noGrp="1"/>
          </p:cNvSpPr>
          <p:nvPr>
            <p:ph sz="quarter" idx="40"/>
          </p:nvPr>
        </p:nvSpPr>
        <p:spPr>
          <a:xfrm>
            <a:off x="1485901" y="1849438"/>
            <a:ext cx="4505324" cy="998537"/>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35" name="Content Placeholder 34">
            <a:extLst>
              <a:ext uri="{FF2B5EF4-FFF2-40B4-BE49-F238E27FC236}">
                <a16:creationId xmlns:a16="http://schemas.microsoft.com/office/drawing/2014/main" id="{B626F10D-848A-E6CB-7D19-295563F81456}"/>
              </a:ext>
            </a:extLst>
          </p:cNvPr>
          <p:cNvSpPr>
            <a:spLocks noGrp="1"/>
          </p:cNvSpPr>
          <p:nvPr>
            <p:ph sz="quarter" idx="41"/>
          </p:nvPr>
        </p:nvSpPr>
        <p:spPr>
          <a:xfrm>
            <a:off x="1485900" y="3146426"/>
            <a:ext cx="4505325" cy="838200"/>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37" name="Content Placeholder 36">
            <a:extLst>
              <a:ext uri="{FF2B5EF4-FFF2-40B4-BE49-F238E27FC236}">
                <a16:creationId xmlns:a16="http://schemas.microsoft.com/office/drawing/2014/main" id="{FE10D5E1-C329-1061-FDA3-9EC5BE5ECB6F}"/>
              </a:ext>
            </a:extLst>
          </p:cNvPr>
          <p:cNvSpPr>
            <a:spLocks noGrp="1"/>
          </p:cNvSpPr>
          <p:nvPr>
            <p:ph sz="quarter" idx="42"/>
          </p:nvPr>
        </p:nvSpPr>
        <p:spPr>
          <a:xfrm>
            <a:off x="1485900" y="4421189"/>
            <a:ext cx="4505325" cy="1020762"/>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grpSp>
        <p:nvGrpSpPr>
          <p:cNvPr id="2" name="Group 1">
            <a:extLst>
              <a:ext uri="{FF2B5EF4-FFF2-40B4-BE49-F238E27FC236}">
                <a16:creationId xmlns:a16="http://schemas.microsoft.com/office/drawing/2014/main" id="{64D7F97E-CFBB-57F2-6F2D-5DE1E45DD008}"/>
              </a:ext>
            </a:extLst>
          </p:cNvPr>
          <p:cNvGrpSpPr/>
          <p:nvPr userDrawn="1"/>
        </p:nvGrpSpPr>
        <p:grpSpPr>
          <a:xfrm>
            <a:off x="12356815" y="0"/>
            <a:ext cx="756833" cy="6872642"/>
            <a:chOff x="12356815" y="0"/>
            <a:chExt cx="756833" cy="6872642"/>
          </a:xfrm>
        </p:grpSpPr>
        <p:sp>
          <p:nvSpPr>
            <p:cNvPr id="6" name="Rectangle 5">
              <a:extLst>
                <a:ext uri="{FF2B5EF4-FFF2-40B4-BE49-F238E27FC236}">
                  <a16:creationId xmlns:a16="http://schemas.microsoft.com/office/drawing/2014/main" id="{5AA785B6-7011-CD36-1C15-7DFB015C0426}"/>
                </a:ext>
              </a:extLst>
            </p:cNvPr>
            <p:cNvSpPr/>
            <p:nvPr userDrawn="1"/>
          </p:nvSpPr>
          <p:spPr>
            <a:xfrm>
              <a:off x="12356815" y="0"/>
              <a:ext cx="553069" cy="3279913"/>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7" name="TextBox 6">
              <a:extLst>
                <a:ext uri="{FF2B5EF4-FFF2-40B4-BE49-F238E27FC236}">
                  <a16:creationId xmlns:a16="http://schemas.microsoft.com/office/drawing/2014/main" id="{DBDC9942-39F5-5CCF-E3EA-A0B493EEEFB2}"/>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ON LIGHT AND EXTRA LIGHT</a:t>
              </a:r>
            </a:p>
          </p:txBody>
        </p:sp>
        <p:sp>
          <p:nvSpPr>
            <p:cNvPr id="13" name="Rectangle 12">
              <a:extLst>
                <a:ext uri="{FF2B5EF4-FFF2-40B4-BE49-F238E27FC236}">
                  <a16:creationId xmlns:a16="http://schemas.microsoft.com/office/drawing/2014/main" id="{43F0E191-81F1-80C5-A838-B97C2ACE6F7B}"/>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4" name="Group 13">
              <a:extLst>
                <a:ext uri="{FF2B5EF4-FFF2-40B4-BE49-F238E27FC236}">
                  <a16:creationId xmlns:a16="http://schemas.microsoft.com/office/drawing/2014/main" id="{39E67DDD-1786-0734-6867-7615D6F61308}"/>
                </a:ext>
              </a:extLst>
            </p:cNvPr>
            <p:cNvGrpSpPr/>
            <p:nvPr userDrawn="1"/>
          </p:nvGrpSpPr>
          <p:grpSpPr>
            <a:xfrm>
              <a:off x="12442019" y="3791214"/>
              <a:ext cx="382660" cy="2882942"/>
              <a:chOff x="14001569" y="3716048"/>
              <a:chExt cx="316248" cy="3171236"/>
            </a:xfrm>
          </p:grpSpPr>
          <p:sp>
            <p:nvSpPr>
              <p:cNvPr id="27" name="Rectangle 26">
                <a:extLst>
                  <a:ext uri="{FF2B5EF4-FFF2-40B4-BE49-F238E27FC236}">
                    <a16:creationId xmlns:a16="http://schemas.microsoft.com/office/drawing/2014/main" id="{E8FB0802-7289-1838-2F92-8EF12C372D24}"/>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4612D53B-1F0C-D671-7CAF-C4D0B9FFF658}"/>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4980F8FA-9426-6114-E745-EA2A8BF6D118}"/>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0A85E03B-D1D2-EA6E-350A-FAE993BCA4C6}"/>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EB9351A8-0725-387F-9D4F-6B2BB7331AD7}"/>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0207B51E-6BA4-E242-D289-F7642265012E}"/>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8" name="Rectangle 37">
                <a:extLst>
                  <a:ext uri="{FF2B5EF4-FFF2-40B4-BE49-F238E27FC236}">
                    <a16:creationId xmlns:a16="http://schemas.microsoft.com/office/drawing/2014/main" id="{7349BE1A-E034-AE24-5F78-ACCDA704E654}"/>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9" name="Rectangle 38">
                <a:extLst>
                  <a:ext uri="{FF2B5EF4-FFF2-40B4-BE49-F238E27FC236}">
                    <a16:creationId xmlns:a16="http://schemas.microsoft.com/office/drawing/2014/main" id="{44E17DB5-90C6-ACA3-6C15-7A13AEE1D36B}"/>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0" name="Rectangle 39">
                <a:extLst>
                  <a:ext uri="{FF2B5EF4-FFF2-40B4-BE49-F238E27FC236}">
                    <a16:creationId xmlns:a16="http://schemas.microsoft.com/office/drawing/2014/main" id="{266BE422-479E-2D11-E9EE-3FEE123F6D6B}"/>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1" name="Rectangle 40">
                <a:extLst>
                  <a:ext uri="{FF2B5EF4-FFF2-40B4-BE49-F238E27FC236}">
                    <a16:creationId xmlns:a16="http://schemas.microsoft.com/office/drawing/2014/main" id="{E67AD741-1BA4-F09A-330B-A7D3D8D513F0}"/>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5" name="Group 14">
              <a:extLst>
                <a:ext uri="{FF2B5EF4-FFF2-40B4-BE49-F238E27FC236}">
                  <a16:creationId xmlns:a16="http://schemas.microsoft.com/office/drawing/2014/main" id="{45DD5102-435D-0318-77BC-C3078D70E9C0}"/>
                </a:ext>
              </a:extLst>
            </p:cNvPr>
            <p:cNvGrpSpPr/>
            <p:nvPr userDrawn="1"/>
          </p:nvGrpSpPr>
          <p:grpSpPr>
            <a:xfrm>
              <a:off x="12442019" y="198485"/>
              <a:ext cx="382660" cy="2882942"/>
              <a:chOff x="12742785" y="3716048"/>
              <a:chExt cx="316248" cy="3171236"/>
            </a:xfrm>
          </p:grpSpPr>
          <p:sp>
            <p:nvSpPr>
              <p:cNvPr id="17" name="Rectangle 16">
                <a:extLst>
                  <a:ext uri="{FF2B5EF4-FFF2-40B4-BE49-F238E27FC236}">
                    <a16:creationId xmlns:a16="http://schemas.microsoft.com/office/drawing/2014/main" id="{393270AC-B8C1-E5ED-5410-5035DB172C27}"/>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8" name="Rectangle 17">
                <a:extLst>
                  <a:ext uri="{FF2B5EF4-FFF2-40B4-BE49-F238E27FC236}">
                    <a16:creationId xmlns:a16="http://schemas.microsoft.com/office/drawing/2014/main" id="{50438286-72A0-3825-D887-929A01112127}"/>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9" name="Rectangle 18">
                <a:extLst>
                  <a:ext uri="{FF2B5EF4-FFF2-40B4-BE49-F238E27FC236}">
                    <a16:creationId xmlns:a16="http://schemas.microsoft.com/office/drawing/2014/main" id="{7EE04E5E-6179-3570-1380-21BB30449DBE}"/>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0" name="Rectangle 19">
                <a:extLst>
                  <a:ext uri="{FF2B5EF4-FFF2-40B4-BE49-F238E27FC236}">
                    <a16:creationId xmlns:a16="http://schemas.microsoft.com/office/drawing/2014/main" id="{F15B6616-9A86-F2A4-AC91-430040141FC3}"/>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0FCBB79C-56CF-85C1-5F6D-47B9D60AA179}"/>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C37A7971-72E9-FA6C-9E23-80E89B16F9B9}"/>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B09EDED6-B002-143F-CF3C-BF0EB61B2861}"/>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9BCAB37B-DEFF-D022-A82E-FF17B3A38669}"/>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CA913CE9-BE4E-47F3-673B-896B51BE4348}"/>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AD779FB3-9524-4724-C721-C9E5EFAAC01F}"/>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6" name="TextBox 15">
              <a:extLst>
                <a:ext uri="{FF2B5EF4-FFF2-40B4-BE49-F238E27FC236}">
                  <a16:creationId xmlns:a16="http://schemas.microsoft.com/office/drawing/2014/main" id="{CD596707-EB9B-0B05-81C4-1A0C96947131}"/>
                </a:ext>
              </a:extLst>
            </p:cNvPr>
            <p:cNvSpPr txBox="1"/>
            <p:nvPr userDrawn="1"/>
          </p:nvSpPr>
          <p:spPr>
            <a:xfrm rot="16200000">
              <a:off x="12562248" y="5173598"/>
              <a:ext cx="984244" cy="118174"/>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Arial" panose="020B0604020202020204" pitchFamily="34" charset="0"/>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Arial" panose="020B0604020202020204" pitchFamily="34" charset="0"/>
                <a:ea typeface="GT America Regular" charset="0"/>
                <a:cs typeface="GT America Regular" charset="0"/>
              </a:endParaRPr>
            </a:p>
          </p:txBody>
        </p:sp>
      </p:grpSp>
      <p:sp>
        <p:nvSpPr>
          <p:cNvPr id="42" name="TextBox 41">
            <a:extLst>
              <a:ext uri="{FF2B5EF4-FFF2-40B4-BE49-F238E27FC236}">
                <a16:creationId xmlns:a16="http://schemas.microsoft.com/office/drawing/2014/main" id="{8AF5B983-0144-0605-41FD-5D8563034E1B}"/>
              </a:ext>
            </a:extLst>
          </p:cNvPr>
          <p:cNvSpPr txBox="1"/>
          <p:nvPr userDrawn="1"/>
        </p:nvSpPr>
        <p:spPr>
          <a:xfrm>
            <a:off x="12356815" y="3377042"/>
            <a:ext cx="817531" cy="116635"/>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endParaRPr>
          </a:p>
        </p:txBody>
      </p:sp>
    </p:spTree>
    <p:extLst>
      <p:ext uri="{BB962C8B-B14F-4D97-AF65-F5344CB8AC3E}">
        <p14:creationId xmlns:p14="http://schemas.microsoft.com/office/powerpoint/2010/main" val="1916893719"/>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2 Column, Photo">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p:nvPr>
        </p:nvSpPr>
        <p:spPr>
          <a:xfrm>
            <a:off x="6191886" y="0"/>
            <a:ext cx="6000113" cy="6858000"/>
          </a:xfrm>
          <a:solidFill>
            <a:schemeClr val="bg1">
              <a:lumMod val="65000"/>
            </a:schemeClr>
          </a:solidFill>
        </p:spPr>
        <p:txBody>
          <a:bodyPr anchor="ctr"/>
          <a:lstStyle>
            <a:lvl1pPr algn="ctr">
              <a:defRPr>
                <a:solidFill>
                  <a:schemeClr val="bg1"/>
                </a:solidFill>
              </a:defRPr>
            </a:lvl1pPr>
          </a:lstStyle>
          <a:p>
            <a:r>
              <a:rPr lang="en-US"/>
              <a:t>Click icon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bg1"/>
                </a:solidFill>
              </a:defRPr>
            </a:lvl1p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5" name="Title 4">
            <a:extLst>
              <a:ext uri="{FF2B5EF4-FFF2-40B4-BE49-F238E27FC236}">
                <a16:creationId xmlns:a16="http://schemas.microsoft.com/office/drawing/2014/main" id="{37E1B056-6E37-0195-3E1E-328A2FEFCC8B}"/>
              </a:ext>
            </a:extLst>
          </p:cNvPr>
          <p:cNvSpPr>
            <a:spLocks noGrp="1"/>
          </p:cNvSpPr>
          <p:nvPr>
            <p:ph type="title"/>
          </p:nvPr>
        </p:nvSpPr>
        <p:spPr>
          <a:xfrm>
            <a:off x="546101" y="552450"/>
            <a:ext cx="5445124" cy="434975"/>
          </a:xfrm>
        </p:spPr>
        <p:txBody>
          <a:bodyPr/>
          <a:lstStyle/>
          <a:p>
            <a:r>
              <a:rPr lang="en-US"/>
              <a:t>Click to edit Master title style</a:t>
            </a:r>
          </a:p>
        </p:txBody>
      </p:sp>
      <p:sp>
        <p:nvSpPr>
          <p:cNvPr id="4" name="Freeform 5">
            <a:extLst>
              <a:ext uri="{FF2B5EF4-FFF2-40B4-BE49-F238E27FC236}">
                <a16:creationId xmlns:a16="http://schemas.microsoft.com/office/drawing/2014/main" id="{90FFE920-B320-B303-4558-0F631F476859}"/>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5" name="Text Placeholder 11">
            <a:extLst>
              <a:ext uri="{FF2B5EF4-FFF2-40B4-BE49-F238E27FC236}">
                <a16:creationId xmlns:a16="http://schemas.microsoft.com/office/drawing/2014/main" id="{5E92B4B8-6955-9D30-1BC3-A16EF74E8AD5}"/>
              </a:ext>
            </a:extLst>
          </p:cNvPr>
          <p:cNvSpPr>
            <a:spLocks noGrp="1"/>
          </p:cNvSpPr>
          <p:nvPr>
            <p:ph type="body" sz="quarter" idx="18"/>
          </p:nvPr>
        </p:nvSpPr>
        <p:spPr>
          <a:xfrm>
            <a:off x="546100" y="1127125"/>
            <a:ext cx="5445125"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6" name="Text Placeholder 15">
            <a:extLst>
              <a:ext uri="{FF2B5EF4-FFF2-40B4-BE49-F238E27FC236}">
                <a16:creationId xmlns:a16="http://schemas.microsoft.com/office/drawing/2014/main" id="{AA9F4984-857B-C872-E78B-8D7B49A19FCB}"/>
              </a:ext>
            </a:extLst>
          </p:cNvPr>
          <p:cNvSpPr>
            <a:spLocks noGrp="1"/>
          </p:cNvSpPr>
          <p:nvPr>
            <p:ph type="body" sz="quarter" idx="19" hasCustomPrompt="1"/>
          </p:nvPr>
        </p:nvSpPr>
        <p:spPr>
          <a:xfrm>
            <a:off x="546100" y="6019800"/>
            <a:ext cx="5445125"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Arial" panose="020B0604020202020204" pitchFamily="34"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17" name="Content Placeholder 25">
            <a:extLst>
              <a:ext uri="{FF2B5EF4-FFF2-40B4-BE49-F238E27FC236}">
                <a16:creationId xmlns:a16="http://schemas.microsoft.com/office/drawing/2014/main" id="{5C8016BC-6435-33AA-70C0-6D27BA55395C}"/>
              </a:ext>
            </a:extLst>
          </p:cNvPr>
          <p:cNvSpPr>
            <a:spLocks noGrp="1"/>
          </p:cNvSpPr>
          <p:nvPr>
            <p:ph sz="quarter" idx="23"/>
          </p:nvPr>
        </p:nvSpPr>
        <p:spPr>
          <a:xfrm>
            <a:off x="546100" y="1849438"/>
            <a:ext cx="5445125"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 name="Group 1">
            <a:extLst>
              <a:ext uri="{FF2B5EF4-FFF2-40B4-BE49-F238E27FC236}">
                <a16:creationId xmlns:a16="http://schemas.microsoft.com/office/drawing/2014/main" id="{631995A3-0F61-07CF-245E-BDF60A36D978}"/>
              </a:ext>
            </a:extLst>
          </p:cNvPr>
          <p:cNvGrpSpPr/>
          <p:nvPr userDrawn="1"/>
        </p:nvGrpSpPr>
        <p:grpSpPr>
          <a:xfrm>
            <a:off x="12356815" y="0"/>
            <a:ext cx="756833" cy="6872642"/>
            <a:chOff x="12356815" y="0"/>
            <a:chExt cx="756833" cy="6872642"/>
          </a:xfrm>
        </p:grpSpPr>
        <p:sp>
          <p:nvSpPr>
            <p:cNvPr id="3" name="Rectangle 2">
              <a:extLst>
                <a:ext uri="{FF2B5EF4-FFF2-40B4-BE49-F238E27FC236}">
                  <a16:creationId xmlns:a16="http://schemas.microsoft.com/office/drawing/2014/main" id="{E8857D31-C651-FEBC-D4DE-E1521FA693A2}"/>
                </a:ext>
              </a:extLst>
            </p:cNvPr>
            <p:cNvSpPr/>
            <p:nvPr userDrawn="1"/>
          </p:nvSpPr>
          <p:spPr>
            <a:xfrm>
              <a:off x="12356815" y="0"/>
              <a:ext cx="553069" cy="3279913"/>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6" name="TextBox 5">
              <a:extLst>
                <a:ext uri="{FF2B5EF4-FFF2-40B4-BE49-F238E27FC236}">
                  <a16:creationId xmlns:a16="http://schemas.microsoft.com/office/drawing/2014/main" id="{36B7DFAB-55FF-B531-612E-2578C241329B}"/>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ON LIGHT AND EXTRA LIGHT</a:t>
              </a:r>
            </a:p>
          </p:txBody>
        </p:sp>
        <p:sp>
          <p:nvSpPr>
            <p:cNvPr id="7" name="Rectangle 6">
              <a:extLst>
                <a:ext uri="{FF2B5EF4-FFF2-40B4-BE49-F238E27FC236}">
                  <a16:creationId xmlns:a16="http://schemas.microsoft.com/office/drawing/2014/main" id="{26249FEA-C95F-53A2-0478-3D637876E653}"/>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1" name="Group 10">
              <a:extLst>
                <a:ext uri="{FF2B5EF4-FFF2-40B4-BE49-F238E27FC236}">
                  <a16:creationId xmlns:a16="http://schemas.microsoft.com/office/drawing/2014/main" id="{59AC1053-0774-5185-5E78-6EA9C427C63A}"/>
                </a:ext>
              </a:extLst>
            </p:cNvPr>
            <p:cNvGrpSpPr/>
            <p:nvPr userDrawn="1"/>
          </p:nvGrpSpPr>
          <p:grpSpPr>
            <a:xfrm>
              <a:off x="12442019" y="3791214"/>
              <a:ext cx="382660" cy="2882942"/>
              <a:chOff x="14001569" y="3716048"/>
              <a:chExt cx="316248" cy="3171236"/>
            </a:xfrm>
          </p:grpSpPr>
          <p:sp>
            <p:nvSpPr>
              <p:cNvPr id="27" name="Rectangle 26">
                <a:extLst>
                  <a:ext uri="{FF2B5EF4-FFF2-40B4-BE49-F238E27FC236}">
                    <a16:creationId xmlns:a16="http://schemas.microsoft.com/office/drawing/2014/main" id="{1DAB16AB-BE24-8AD4-DCC0-FD6636FAFB3C}"/>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4EE6DB92-CC9B-7A4C-3FA0-1CACF848AFED}"/>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45AA3DE0-1272-434B-501C-B3B9124A0C79}"/>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7962FB6B-BC46-F469-159D-352BD79674F9}"/>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5F44128D-9C1F-AEA0-A096-8FAE4B7E16D1}"/>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7354219C-9DB4-6D73-C126-C029776FC9B0}"/>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02E186C6-9FAC-89C0-2B2C-784E622F83DA}"/>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8207801B-FCAE-E332-8F78-33E29591CB08}"/>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820CB441-6A03-6EF0-2658-F6811DADBA72}"/>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CFA17DDF-6BE8-5C10-EBCE-691AB4BF7C48}"/>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2" name="Group 11">
              <a:extLst>
                <a:ext uri="{FF2B5EF4-FFF2-40B4-BE49-F238E27FC236}">
                  <a16:creationId xmlns:a16="http://schemas.microsoft.com/office/drawing/2014/main" id="{0870A9E4-C38F-B871-1043-6F29F79D77E6}"/>
                </a:ext>
              </a:extLst>
            </p:cNvPr>
            <p:cNvGrpSpPr/>
            <p:nvPr userDrawn="1"/>
          </p:nvGrpSpPr>
          <p:grpSpPr>
            <a:xfrm>
              <a:off x="12442019" y="198485"/>
              <a:ext cx="382660" cy="2882942"/>
              <a:chOff x="12742785" y="3716048"/>
              <a:chExt cx="316248" cy="3171236"/>
            </a:xfrm>
          </p:grpSpPr>
          <p:sp>
            <p:nvSpPr>
              <p:cNvPr id="14" name="Rectangle 13">
                <a:extLst>
                  <a:ext uri="{FF2B5EF4-FFF2-40B4-BE49-F238E27FC236}">
                    <a16:creationId xmlns:a16="http://schemas.microsoft.com/office/drawing/2014/main" id="{2B50E069-505D-3220-106D-E30A7C7898E9}"/>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8" name="Rectangle 17">
                <a:extLst>
                  <a:ext uri="{FF2B5EF4-FFF2-40B4-BE49-F238E27FC236}">
                    <a16:creationId xmlns:a16="http://schemas.microsoft.com/office/drawing/2014/main" id="{CB7629F2-F845-096B-A859-6C62F1EF9C1D}"/>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9" name="Rectangle 18">
                <a:extLst>
                  <a:ext uri="{FF2B5EF4-FFF2-40B4-BE49-F238E27FC236}">
                    <a16:creationId xmlns:a16="http://schemas.microsoft.com/office/drawing/2014/main" id="{6C1B3BAE-920E-CF7B-07AB-D6CFE9DB3D24}"/>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0" name="Rectangle 19">
                <a:extLst>
                  <a:ext uri="{FF2B5EF4-FFF2-40B4-BE49-F238E27FC236}">
                    <a16:creationId xmlns:a16="http://schemas.microsoft.com/office/drawing/2014/main" id="{5BB2EE34-21CA-6E9A-70E0-D48BAAD53360}"/>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00E7FCA9-1920-9A5C-EC43-7EBB3775B252}"/>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4B8084B3-520A-4693-CB68-BF26BB0847F2}"/>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BFFC9CE0-FE32-0E48-14D3-D952B135208E}"/>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DC766E05-1CFA-897F-A478-92B72DA69B0C}"/>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0A9848C6-D65B-BBD3-9037-8E35F39F4280}"/>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CDBE9933-F28A-6F88-2D9B-57DF01C27FE0}"/>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3" name="TextBox 12">
              <a:extLst>
                <a:ext uri="{FF2B5EF4-FFF2-40B4-BE49-F238E27FC236}">
                  <a16:creationId xmlns:a16="http://schemas.microsoft.com/office/drawing/2014/main" id="{09F542D0-4E71-913A-38F7-22BDFB7E25BC}"/>
                </a:ext>
              </a:extLst>
            </p:cNvPr>
            <p:cNvSpPr txBox="1"/>
            <p:nvPr userDrawn="1"/>
          </p:nvSpPr>
          <p:spPr>
            <a:xfrm rot="16200000">
              <a:off x="12562248" y="5173598"/>
              <a:ext cx="984244" cy="118174"/>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Arial" panose="020B0604020202020204" pitchFamily="34" charset="0"/>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Arial" panose="020B0604020202020204" pitchFamily="34" charset="0"/>
                <a:ea typeface="GT America Regular" charset="0"/>
                <a:cs typeface="GT America Regular" charset="0"/>
              </a:endParaRPr>
            </a:p>
          </p:txBody>
        </p:sp>
      </p:grpSp>
      <p:sp>
        <p:nvSpPr>
          <p:cNvPr id="37" name="TextBox 36">
            <a:extLst>
              <a:ext uri="{FF2B5EF4-FFF2-40B4-BE49-F238E27FC236}">
                <a16:creationId xmlns:a16="http://schemas.microsoft.com/office/drawing/2014/main" id="{84179D5E-A2C1-D138-AC3A-2BD78AB57C41}"/>
              </a:ext>
            </a:extLst>
          </p:cNvPr>
          <p:cNvSpPr txBox="1"/>
          <p:nvPr userDrawn="1"/>
        </p:nvSpPr>
        <p:spPr>
          <a:xfrm>
            <a:off x="12356815" y="3377042"/>
            <a:ext cx="817531" cy="116635"/>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endParaRPr>
          </a:p>
        </p:txBody>
      </p:sp>
    </p:spTree>
    <p:extLst>
      <p:ext uri="{BB962C8B-B14F-4D97-AF65-F5344CB8AC3E}">
        <p14:creationId xmlns:p14="http://schemas.microsoft.com/office/powerpoint/2010/main" val="3513497160"/>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2 Column, Photo - Subhead">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p:nvPr>
        </p:nvSpPr>
        <p:spPr>
          <a:xfrm>
            <a:off x="6194424" y="0"/>
            <a:ext cx="5997575" cy="6858000"/>
          </a:xfrm>
          <a:solidFill>
            <a:schemeClr val="bg1">
              <a:lumMod val="65000"/>
            </a:schemeClr>
          </a:solidFill>
        </p:spPr>
        <p:txBody>
          <a:bodyPr anchor="ctr"/>
          <a:lstStyle>
            <a:lvl1pPr algn="ctr">
              <a:defRPr>
                <a:solidFill>
                  <a:schemeClr val="bg1"/>
                </a:solidFill>
              </a:defRPr>
            </a:lvl1pPr>
          </a:lstStyle>
          <a:p>
            <a:r>
              <a:rPr lang="en-US"/>
              <a:t>Click icon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bg1"/>
                </a:solidFill>
              </a:defRPr>
            </a:lvl1p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6" name="Title 5">
            <a:extLst>
              <a:ext uri="{FF2B5EF4-FFF2-40B4-BE49-F238E27FC236}">
                <a16:creationId xmlns:a16="http://schemas.microsoft.com/office/drawing/2014/main" id="{FA65A5E6-24CF-BD36-5E96-8042A9E0ECC7}"/>
              </a:ext>
            </a:extLst>
          </p:cNvPr>
          <p:cNvSpPr>
            <a:spLocks noGrp="1"/>
          </p:cNvSpPr>
          <p:nvPr>
            <p:ph type="title"/>
          </p:nvPr>
        </p:nvSpPr>
        <p:spPr>
          <a:xfrm>
            <a:off x="546100" y="552450"/>
            <a:ext cx="5444329" cy="434975"/>
          </a:xfrm>
        </p:spPr>
        <p:txBody>
          <a:bodyPr/>
          <a:lstStyle/>
          <a:p>
            <a:r>
              <a:rPr lang="en-US"/>
              <a:t>Click to edit Master title style</a:t>
            </a:r>
          </a:p>
        </p:txBody>
      </p:sp>
      <p:sp>
        <p:nvSpPr>
          <p:cNvPr id="4" name="Freeform 5">
            <a:extLst>
              <a:ext uri="{FF2B5EF4-FFF2-40B4-BE49-F238E27FC236}">
                <a16:creationId xmlns:a16="http://schemas.microsoft.com/office/drawing/2014/main" id="{83F80ED4-EB7B-394D-C29E-898DB0D61D00}"/>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6" name="Text Placeholder 11">
            <a:extLst>
              <a:ext uri="{FF2B5EF4-FFF2-40B4-BE49-F238E27FC236}">
                <a16:creationId xmlns:a16="http://schemas.microsoft.com/office/drawing/2014/main" id="{163054C7-C247-490C-C290-6EB0D4E9DC74}"/>
              </a:ext>
            </a:extLst>
          </p:cNvPr>
          <p:cNvSpPr>
            <a:spLocks noGrp="1"/>
          </p:cNvSpPr>
          <p:nvPr>
            <p:ph type="body" sz="quarter" idx="23"/>
          </p:nvPr>
        </p:nvSpPr>
        <p:spPr>
          <a:xfrm>
            <a:off x="546100" y="1127125"/>
            <a:ext cx="5445125" cy="292607"/>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7" name="Text Placeholder 13">
            <a:extLst>
              <a:ext uri="{FF2B5EF4-FFF2-40B4-BE49-F238E27FC236}">
                <a16:creationId xmlns:a16="http://schemas.microsoft.com/office/drawing/2014/main" id="{A96A9E9C-CF80-8438-5697-6A29008CD5FA}"/>
              </a:ext>
            </a:extLst>
          </p:cNvPr>
          <p:cNvSpPr>
            <a:spLocks noGrp="1"/>
          </p:cNvSpPr>
          <p:nvPr>
            <p:ph type="body" sz="quarter" idx="24"/>
          </p:nvPr>
        </p:nvSpPr>
        <p:spPr>
          <a:xfrm>
            <a:off x="546100" y="6019801"/>
            <a:ext cx="5445125"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Arial" panose="020B0604020202020204" pitchFamily="34"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18" name="Content Placeholder 29">
            <a:extLst>
              <a:ext uri="{FF2B5EF4-FFF2-40B4-BE49-F238E27FC236}">
                <a16:creationId xmlns:a16="http://schemas.microsoft.com/office/drawing/2014/main" id="{75ADEAFE-4009-A3BC-3F86-F58A050AF5C0}"/>
              </a:ext>
            </a:extLst>
          </p:cNvPr>
          <p:cNvSpPr>
            <a:spLocks noGrp="1"/>
          </p:cNvSpPr>
          <p:nvPr>
            <p:ph sz="quarter" idx="27"/>
          </p:nvPr>
        </p:nvSpPr>
        <p:spPr>
          <a:xfrm>
            <a:off x="546892" y="2425700"/>
            <a:ext cx="5444333"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33">
            <a:extLst>
              <a:ext uri="{FF2B5EF4-FFF2-40B4-BE49-F238E27FC236}">
                <a16:creationId xmlns:a16="http://schemas.microsoft.com/office/drawing/2014/main" id="{C8FCEF29-492C-8F4E-A702-5AD89C03B6B4}"/>
              </a:ext>
            </a:extLst>
          </p:cNvPr>
          <p:cNvSpPr>
            <a:spLocks noGrp="1"/>
          </p:cNvSpPr>
          <p:nvPr>
            <p:ph type="body" sz="quarter" idx="29"/>
          </p:nvPr>
        </p:nvSpPr>
        <p:spPr>
          <a:xfrm>
            <a:off x="546893" y="1849437"/>
            <a:ext cx="5444332"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grpSp>
        <p:nvGrpSpPr>
          <p:cNvPr id="2" name="Group 1">
            <a:extLst>
              <a:ext uri="{FF2B5EF4-FFF2-40B4-BE49-F238E27FC236}">
                <a16:creationId xmlns:a16="http://schemas.microsoft.com/office/drawing/2014/main" id="{45A07FDE-C5C4-C8EF-10FD-EC4E0CE084E3}"/>
              </a:ext>
            </a:extLst>
          </p:cNvPr>
          <p:cNvGrpSpPr/>
          <p:nvPr userDrawn="1"/>
        </p:nvGrpSpPr>
        <p:grpSpPr>
          <a:xfrm>
            <a:off x="12356815" y="0"/>
            <a:ext cx="756833" cy="6872642"/>
            <a:chOff x="12356815" y="0"/>
            <a:chExt cx="756833" cy="6872642"/>
          </a:xfrm>
        </p:grpSpPr>
        <p:sp>
          <p:nvSpPr>
            <p:cNvPr id="3" name="Rectangle 2">
              <a:extLst>
                <a:ext uri="{FF2B5EF4-FFF2-40B4-BE49-F238E27FC236}">
                  <a16:creationId xmlns:a16="http://schemas.microsoft.com/office/drawing/2014/main" id="{517F201F-4874-57A3-DA1A-6307DF3B0300}"/>
                </a:ext>
              </a:extLst>
            </p:cNvPr>
            <p:cNvSpPr/>
            <p:nvPr userDrawn="1"/>
          </p:nvSpPr>
          <p:spPr>
            <a:xfrm>
              <a:off x="12356815" y="0"/>
              <a:ext cx="553069" cy="3279913"/>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5" name="TextBox 4">
              <a:extLst>
                <a:ext uri="{FF2B5EF4-FFF2-40B4-BE49-F238E27FC236}">
                  <a16:creationId xmlns:a16="http://schemas.microsoft.com/office/drawing/2014/main" id="{D4A31D95-F26B-3873-D758-4ACE9E7C7B5A}"/>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ON LIGHT AND EXTRA LIGHT</a:t>
              </a:r>
            </a:p>
          </p:txBody>
        </p:sp>
        <p:sp>
          <p:nvSpPr>
            <p:cNvPr id="7" name="Rectangle 6">
              <a:extLst>
                <a:ext uri="{FF2B5EF4-FFF2-40B4-BE49-F238E27FC236}">
                  <a16:creationId xmlns:a16="http://schemas.microsoft.com/office/drawing/2014/main" id="{340F168C-8776-9306-9275-D32FE23AB961}"/>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1" name="Group 10">
              <a:extLst>
                <a:ext uri="{FF2B5EF4-FFF2-40B4-BE49-F238E27FC236}">
                  <a16:creationId xmlns:a16="http://schemas.microsoft.com/office/drawing/2014/main" id="{34C2D411-3255-7E96-4BFC-1981DE42C960}"/>
                </a:ext>
              </a:extLst>
            </p:cNvPr>
            <p:cNvGrpSpPr/>
            <p:nvPr userDrawn="1"/>
          </p:nvGrpSpPr>
          <p:grpSpPr>
            <a:xfrm>
              <a:off x="12442019" y="3791214"/>
              <a:ext cx="382660" cy="2882942"/>
              <a:chOff x="14001569" y="3716048"/>
              <a:chExt cx="316248" cy="3171236"/>
            </a:xfrm>
          </p:grpSpPr>
          <p:sp>
            <p:nvSpPr>
              <p:cNvPr id="28" name="Rectangle 27">
                <a:extLst>
                  <a:ext uri="{FF2B5EF4-FFF2-40B4-BE49-F238E27FC236}">
                    <a16:creationId xmlns:a16="http://schemas.microsoft.com/office/drawing/2014/main" id="{3FDD120E-B200-9024-AF20-E843141A8D66}"/>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326E9239-282D-3EE5-B89C-B167F351A93F}"/>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A9729702-9260-E1CD-2AA8-869C4225F124}"/>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CCD7ACB2-D5D6-0B4E-5520-42A2155FC22D}"/>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4DFE1790-706B-2333-2698-5A49D7B77B3F}"/>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3627A716-0290-FD5E-0A8C-1A3204903BC1}"/>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1785C142-AB26-3737-0D80-5F346C9C5367}"/>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550A49CD-7EF8-F766-8BC2-01BDCEEF8BBC}"/>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370DA7BE-738F-0F22-FB20-ABC784198D15}"/>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9D855911-9F58-ACBD-43A0-0B89FAF3794B}"/>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2" name="Group 11">
              <a:extLst>
                <a:ext uri="{FF2B5EF4-FFF2-40B4-BE49-F238E27FC236}">
                  <a16:creationId xmlns:a16="http://schemas.microsoft.com/office/drawing/2014/main" id="{A598D3AC-77DB-3A4E-EF5D-3D09599C8668}"/>
                </a:ext>
              </a:extLst>
            </p:cNvPr>
            <p:cNvGrpSpPr/>
            <p:nvPr userDrawn="1"/>
          </p:nvGrpSpPr>
          <p:grpSpPr>
            <a:xfrm>
              <a:off x="12442019" y="198485"/>
              <a:ext cx="382660" cy="2882942"/>
              <a:chOff x="12742785" y="3716048"/>
              <a:chExt cx="316248" cy="3171236"/>
            </a:xfrm>
          </p:grpSpPr>
          <p:sp>
            <p:nvSpPr>
              <p:cNvPr id="14" name="Rectangle 13">
                <a:extLst>
                  <a:ext uri="{FF2B5EF4-FFF2-40B4-BE49-F238E27FC236}">
                    <a16:creationId xmlns:a16="http://schemas.microsoft.com/office/drawing/2014/main" id="{A6088CE2-2FC7-8F45-5ABA-4523F23F451C}"/>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5" name="Rectangle 14">
                <a:extLst>
                  <a:ext uri="{FF2B5EF4-FFF2-40B4-BE49-F238E27FC236}">
                    <a16:creationId xmlns:a16="http://schemas.microsoft.com/office/drawing/2014/main" id="{2F7B4DD3-F5DD-22F1-C6AA-9D96E506FE70}"/>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0" name="Rectangle 19">
                <a:extLst>
                  <a:ext uri="{FF2B5EF4-FFF2-40B4-BE49-F238E27FC236}">
                    <a16:creationId xmlns:a16="http://schemas.microsoft.com/office/drawing/2014/main" id="{D5391230-AC92-454E-6E4B-0C7F80C529DC}"/>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D604D980-B993-E8FA-BDE3-DF6AB92FB97F}"/>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18AE9499-43B7-3C3F-0275-55FFF666CC96}"/>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A0C7ED8D-4B6D-911D-4398-BF2C9C3B67FA}"/>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F1FBE29D-6B72-6CF0-47D9-1ECAF45B01CB}"/>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FD0210C5-7DE8-1AA8-131B-867C62B0805D}"/>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59499FEC-7248-9A77-897B-E01CEDC8DF61}"/>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D28D5AF1-DBEC-E632-42C6-564D9F3EC115}"/>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3" name="TextBox 12">
              <a:extLst>
                <a:ext uri="{FF2B5EF4-FFF2-40B4-BE49-F238E27FC236}">
                  <a16:creationId xmlns:a16="http://schemas.microsoft.com/office/drawing/2014/main" id="{D0B1C5A3-99E9-CBB7-38A1-282CF8B688D7}"/>
                </a:ext>
              </a:extLst>
            </p:cNvPr>
            <p:cNvSpPr txBox="1"/>
            <p:nvPr userDrawn="1"/>
          </p:nvSpPr>
          <p:spPr>
            <a:xfrm rot="16200000">
              <a:off x="12562248" y="5173598"/>
              <a:ext cx="984244" cy="118174"/>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Arial" panose="020B0604020202020204" pitchFamily="34" charset="0"/>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Arial" panose="020B0604020202020204" pitchFamily="34" charset="0"/>
                <a:ea typeface="GT America Regular" charset="0"/>
                <a:cs typeface="GT America Regular" charset="0"/>
              </a:endParaRPr>
            </a:p>
          </p:txBody>
        </p:sp>
      </p:grpSp>
      <p:sp>
        <p:nvSpPr>
          <p:cNvPr id="38" name="TextBox 37">
            <a:extLst>
              <a:ext uri="{FF2B5EF4-FFF2-40B4-BE49-F238E27FC236}">
                <a16:creationId xmlns:a16="http://schemas.microsoft.com/office/drawing/2014/main" id="{5CEA9C6A-72F1-E719-D69B-9A4049C2EB56}"/>
              </a:ext>
            </a:extLst>
          </p:cNvPr>
          <p:cNvSpPr txBox="1"/>
          <p:nvPr userDrawn="1"/>
        </p:nvSpPr>
        <p:spPr>
          <a:xfrm>
            <a:off x="12356815" y="3377042"/>
            <a:ext cx="817531" cy="116635"/>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endParaRPr>
          </a:p>
        </p:txBody>
      </p:sp>
    </p:spTree>
    <p:extLst>
      <p:ext uri="{BB962C8B-B14F-4D97-AF65-F5344CB8AC3E}">
        <p14:creationId xmlns:p14="http://schemas.microsoft.com/office/powerpoint/2010/main" val="2317806916"/>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Dynamic Slices 1 / Light">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8142973" y="0"/>
            <a:ext cx="2029968" cy="6167438"/>
          </a:xfrm>
          <a:solidFill>
            <a:schemeClr val="bg1">
              <a:lumMod val="65000"/>
            </a:schemeClr>
          </a:solidFill>
        </p:spPr>
        <p:txBody>
          <a:bodyPr anchor="ctr"/>
          <a:lstStyle>
            <a:lvl1pPr algn="ctr">
              <a:defRPr b="0">
                <a:solidFill>
                  <a:schemeClr val="bg1"/>
                </a:solidFill>
                <a:latin typeface="Arial" panose="020B0604020202020204" pitchFamily="34" charset="0"/>
              </a:defRPr>
            </a:lvl1pPr>
          </a:lstStyle>
          <a:p>
            <a:r>
              <a:rPr lang="en-US"/>
              <a:t>Dynamic slice crop 1</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6" name="Picture Placeholder 9">
            <a:extLst>
              <a:ext uri="{FF2B5EF4-FFF2-40B4-BE49-F238E27FC236}">
                <a16:creationId xmlns:a16="http://schemas.microsoft.com/office/drawing/2014/main" id="{76B8FFAA-4288-7A55-0BCC-B4A10908B32D}"/>
              </a:ext>
            </a:extLst>
          </p:cNvPr>
          <p:cNvSpPr>
            <a:spLocks noGrp="1"/>
          </p:cNvSpPr>
          <p:nvPr>
            <p:ph type="pic" sz="quarter" idx="14" hasCustomPrompt="1"/>
          </p:nvPr>
        </p:nvSpPr>
        <p:spPr>
          <a:xfrm>
            <a:off x="10162032" y="0"/>
            <a:ext cx="2029968" cy="3984625"/>
          </a:xfrm>
          <a:solidFill>
            <a:schemeClr val="bg1">
              <a:lumMod val="65000"/>
            </a:schemeClr>
          </a:solidFill>
        </p:spPr>
        <p:txBody>
          <a:bodyPr anchor="ctr"/>
          <a:lstStyle>
            <a:lvl1pPr algn="ctr">
              <a:defRPr b="0">
                <a:solidFill>
                  <a:schemeClr val="bg1"/>
                </a:solidFill>
                <a:latin typeface="Arial" panose="020B0604020202020204" pitchFamily="34" charset="0"/>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5" name="Title 4">
            <a:extLst>
              <a:ext uri="{FF2B5EF4-FFF2-40B4-BE49-F238E27FC236}">
                <a16:creationId xmlns:a16="http://schemas.microsoft.com/office/drawing/2014/main" id="{B8ED52C6-CAF9-7CFB-3BBD-C28F1DD35377}"/>
              </a:ext>
            </a:extLst>
          </p:cNvPr>
          <p:cNvSpPr>
            <a:spLocks noGrp="1"/>
          </p:cNvSpPr>
          <p:nvPr>
            <p:ph type="title"/>
          </p:nvPr>
        </p:nvSpPr>
        <p:spPr>
          <a:xfrm>
            <a:off x="546541" y="552450"/>
            <a:ext cx="6851210" cy="434975"/>
          </a:xfrm>
        </p:spPr>
        <p:txBody>
          <a:bodyPr/>
          <a:lstStyle/>
          <a:p>
            <a:r>
              <a:rPr lang="en-US"/>
              <a:t>Click to edit Master title style</a:t>
            </a:r>
          </a:p>
        </p:txBody>
      </p:sp>
      <p:sp>
        <p:nvSpPr>
          <p:cNvPr id="2" name="Freeform 5">
            <a:extLst>
              <a:ext uri="{FF2B5EF4-FFF2-40B4-BE49-F238E27FC236}">
                <a16:creationId xmlns:a16="http://schemas.microsoft.com/office/drawing/2014/main" id="{C80AD849-5BBF-D879-E4D7-75E59F954929}"/>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6" name="Text Placeholder 11">
            <a:extLst>
              <a:ext uri="{FF2B5EF4-FFF2-40B4-BE49-F238E27FC236}">
                <a16:creationId xmlns:a16="http://schemas.microsoft.com/office/drawing/2014/main" id="{C6506391-3DB1-9F32-7688-9823C2B43230}"/>
              </a:ext>
            </a:extLst>
          </p:cNvPr>
          <p:cNvSpPr>
            <a:spLocks noGrp="1"/>
          </p:cNvSpPr>
          <p:nvPr>
            <p:ph type="body" sz="quarter" idx="18"/>
          </p:nvPr>
        </p:nvSpPr>
        <p:spPr>
          <a:xfrm>
            <a:off x="546540" y="1127126"/>
            <a:ext cx="6851210" cy="295274"/>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7" name="Text Placeholder 15">
            <a:extLst>
              <a:ext uri="{FF2B5EF4-FFF2-40B4-BE49-F238E27FC236}">
                <a16:creationId xmlns:a16="http://schemas.microsoft.com/office/drawing/2014/main" id="{4C8DB3B3-004C-E921-0B4A-5EE8B997DF71}"/>
              </a:ext>
            </a:extLst>
          </p:cNvPr>
          <p:cNvSpPr>
            <a:spLocks noGrp="1"/>
          </p:cNvSpPr>
          <p:nvPr>
            <p:ph type="body" sz="quarter" idx="19" hasCustomPrompt="1"/>
          </p:nvPr>
        </p:nvSpPr>
        <p:spPr>
          <a:xfrm>
            <a:off x="546541" y="6019800"/>
            <a:ext cx="6851210"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Arial" panose="020B0604020202020204" pitchFamily="34"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18" name="Content Placeholder 25">
            <a:extLst>
              <a:ext uri="{FF2B5EF4-FFF2-40B4-BE49-F238E27FC236}">
                <a16:creationId xmlns:a16="http://schemas.microsoft.com/office/drawing/2014/main" id="{02974D94-9BEF-B148-C21F-FB42A3CC7E5D}"/>
              </a:ext>
            </a:extLst>
          </p:cNvPr>
          <p:cNvSpPr>
            <a:spLocks noGrp="1"/>
          </p:cNvSpPr>
          <p:nvPr>
            <p:ph sz="quarter" idx="23"/>
          </p:nvPr>
        </p:nvSpPr>
        <p:spPr>
          <a:xfrm>
            <a:off x="546540" y="1849438"/>
            <a:ext cx="6851209" cy="40179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3" name="Group 2">
            <a:extLst>
              <a:ext uri="{FF2B5EF4-FFF2-40B4-BE49-F238E27FC236}">
                <a16:creationId xmlns:a16="http://schemas.microsoft.com/office/drawing/2014/main" id="{28A6C5F1-2C3B-2D94-7A70-12E969F7EEA8}"/>
              </a:ext>
            </a:extLst>
          </p:cNvPr>
          <p:cNvGrpSpPr/>
          <p:nvPr userDrawn="1"/>
        </p:nvGrpSpPr>
        <p:grpSpPr>
          <a:xfrm>
            <a:off x="12356815" y="0"/>
            <a:ext cx="756833" cy="6872642"/>
            <a:chOff x="12356815" y="0"/>
            <a:chExt cx="756833" cy="6872642"/>
          </a:xfrm>
        </p:grpSpPr>
        <p:sp>
          <p:nvSpPr>
            <p:cNvPr id="4" name="Rectangle 3">
              <a:extLst>
                <a:ext uri="{FF2B5EF4-FFF2-40B4-BE49-F238E27FC236}">
                  <a16:creationId xmlns:a16="http://schemas.microsoft.com/office/drawing/2014/main" id="{6E09B064-7759-2981-FA43-82BF122D6E3B}"/>
                </a:ext>
              </a:extLst>
            </p:cNvPr>
            <p:cNvSpPr/>
            <p:nvPr userDrawn="1"/>
          </p:nvSpPr>
          <p:spPr>
            <a:xfrm>
              <a:off x="12356815" y="0"/>
              <a:ext cx="553069" cy="3279913"/>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7" name="TextBox 6">
              <a:extLst>
                <a:ext uri="{FF2B5EF4-FFF2-40B4-BE49-F238E27FC236}">
                  <a16:creationId xmlns:a16="http://schemas.microsoft.com/office/drawing/2014/main" id="{0AE874C0-E1E0-2ED7-84EA-9F8D8F0114F0}"/>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ON LIGHT AND EXTRA LIGHT</a:t>
              </a:r>
            </a:p>
          </p:txBody>
        </p:sp>
        <p:sp>
          <p:nvSpPr>
            <p:cNvPr id="11" name="Rectangle 10">
              <a:extLst>
                <a:ext uri="{FF2B5EF4-FFF2-40B4-BE49-F238E27FC236}">
                  <a16:creationId xmlns:a16="http://schemas.microsoft.com/office/drawing/2014/main" id="{AA0C7B37-50EC-50ED-3CCD-CA4D13B16580}"/>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2" name="Group 11">
              <a:extLst>
                <a:ext uri="{FF2B5EF4-FFF2-40B4-BE49-F238E27FC236}">
                  <a16:creationId xmlns:a16="http://schemas.microsoft.com/office/drawing/2014/main" id="{3877F3B4-BA79-17DF-BA22-386160EFED63}"/>
                </a:ext>
              </a:extLst>
            </p:cNvPr>
            <p:cNvGrpSpPr/>
            <p:nvPr userDrawn="1"/>
          </p:nvGrpSpPr>
          <p:grpSpPr>
            <a:xfrm>
              <a:off x="12442019" y="3791214"/>
              <a:ext cx="382660" cy="2882942"/>
              <a:chOff x="14001569" y="3716048"/>
              <a:chExt cx="316248" cy="3171236"/>
            </a:xfrm>
          </p:grpSpPr>
          <p:sp>
            <p:nvSpPr>
              <p:cNvPr id="28" name="Rectangle 27">
                <a:extLst>
                  <a:ext uri="{FF2B5EF4-FFF2-40B4-BE49-F238E27FC236}">
                    <a16:creationId xmlns:a16="http://schemas.microsoft.com/office/drawing/2014/main" id="{3B0F506F-D105-C228-AD4D-11A9B7498997}"/>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09845719-5512-4D1E-4FB9-4E36DB8FAF6E}"/>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E674C4CC-6B71-8891-EA54-6CC1ECD07021}"/>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78239093-E9E7-FFC6-9DB6-AFA61112EC81}"/>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0BB7B011-54F3-5887-DB64-6DB8BEC30367}"/>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3A3CA925-4B0B-914C-57C6-CE7321F4C678}"/>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EB48BF75-E7A7-4230-39CA-CFA50FC70149}"/>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59D8BB4D-3F42-B0A8-0F9E-8C2C631FADDA}"/>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F81ADDBF-2EC8-C65A-697A-60819A0C5B57}"/>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B860CEF9-5497-E5D6-2FBC-2AB55A0FD868}"/>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3" name="Group 12">
              <a:extLst>
                <a:ext uri="{FF2B5EF4-FFF2-40B4-BE49-F238E27FC236}">
                  <a16:creationId xmlns:a16="http://schemas.microsoft.com/office/drawing/2014/main" id="{C8ECBB1D-0183-574E-21A5-6D78F7C04A70}"/>
                </a:ext>
              </a:extLst>
            </p:cNvPr>
            <p:cNvGrpSpPr/>
            <p:nvPr userDrawn="1"/>
          </p:nvGrpSpPr>
          <p:grpSpPr>
            <a:xfrm>
              <a:off x="12442019" y="198485"/>
              <a:ext cx="382660" cy="2882942"/>
              <a:chOff x="12742785" y="3716048"/>
              <a:chExt cx="316248" cy="3171236"/>
            </a:xfrm>
          </p:grpSpPr>
          <p:sp>
            <p:nvSpPr>
              <p:cNvPr id="15" name="Rectangle 14">
                <a:extLst>
                  <a:ext uri="{FF2B5EF4-FFF2-40B4-BE49-F238E27FC236}">
                    <a16:creationId xmlns:a16="http://schemas.microsoft.com/office/drawing/2014/main" id="{4191515E-C521-D5DD-ABB3-0E4A3DF0DB64}"/>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9" name="Rectangle 18">
                <a:extLst>
                  <a:ext uri="{FF2B5EF4-FFF2-40B4-BE49-F238E27FC236}">
                    <a16:creationId xmlns:a16="http://schemas.microsoft.com/office/drawing/2014/main" id="{DA051ACF-D6B4-2618-A502-E693AB113180}"/>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0" name="Rectangle 19">
                <a:extLst>
                  <a:ext uri="{FF2B5EF4-FFF2-40B4-BE49-F238E27FC236}">
                    <a16:creationId xmlns:a16="http://schemas.microsoft.com/office/drawing/2014/main" id="{0F666EF6-8017-5A74-DB70-1D92918B89E8}"/>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4EC0F7A8-F67F-D813-20FA-D544F38CE862}"/>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7A01A5F6-5BEC-8DFF-B581-198BF7A5F874}"/>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A80B3EB0-491D-E2CE-A0E5-72A508E9362A}"/>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787B8C00-6AFC-56DE-E4DF-5DB34D371FE5}"/>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AFE90641-B141-0235-77AE-C7E8905519FE}"/>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4505A72F-B2F9-EBD6-0F79-95417D590505}"/>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DC5EFAD0-BC1D-F5C1-BB69-91AAE32B82F0}"/>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4" name="TextBox 13">
              <a:extLst>
                <a:ext uri="{FF2B5EF4-FFF2-40B4-BE49-F238E27FC236}">
                  <a16:creationId xmlns:a16="http://schemas.microsoft.com/office/drawing/2014/main" id="{F33217D4-BFDC-9897-D448-765E00B1A35D}"/>
                </a:ext>
              </a:extLst>
            </p:cNvPr>
            <p:cNvSpPr txBox="1"/>
            <p:nvPr userDrawn="1"/>
          </p:nvSpPr>
          <p:spPr>
            <a:xfrm rot="16200000">
              <a:off x="12562248" y="5173598"/>
              <a:ext cx="984244" cy="118174"/>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Arial" panose="020B0604020202020204" pitchFamily="34" charset="0"/>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Arial" panose="020B0604020202020204" pitchFamily="34" charset="0"/>
                <a:ea typeface="GT America Regular" charset="0"/>
                <a:cs typeface="GT America Regular" charset="0"/>
              </a:endParaRPr>
            </a:p>
          </p:txBody>
        </p:sp>
      </p:grpSp>
      <p:sp>
        <p:nvSpPr>
          <p:cNvPr id="38" name="TextBox 37">
            <a:extLst>
              <a:ext uri="{FF2B5EF4-FFF2-40B4-BE49-F238E27FC236}">
                <a16:creationId xmlns:a16="http://schemas.microsoft.com/office/drawing/2014/main" id="{F1DE03BF-C8A3-06CF-4D0B-0845C3B0687D}"/>
              </a:ext>
            </a:extLst>
          </p:cNvPr>
          <p:cNvSpPr txBox="1"/>
          <p:nvPr userDrawn="1"/>
        </p:nvSpPr>
        <p:spPr>
          <a:xfrm>
            <a:off x="12356815" y="3377042"/>
            <a:ext cx="817531" cy="116635"/>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endParaRPr>
          </a:p>
        </p:txBody>
      </p:sp>
    </p:spTree>
    <p:extLst>
      <p:ext uri="{BB962C8B-B14F-4D97-AF65-F5344CB8AC3E}">
        <p14:creationId xmlns:p14="http://schemas.microsoft.com/office/powerpoint/2010/main" val="3595413850"/>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Dynamic Slices 1 / Light - Subhead">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8142973" y="0"/>
            <a:ext cx="2029968" cy="6167438"/>
          </a:xfrm>
          <a:solidFill>
            <a:schemeClr val="bg1">
              <a:lumMod val="65000"/>
            </a:schemeClr>
          </a:solidFill>
        </p:spPr>
        <p:txBody>
          <a:bodyPr anchor="ctr"/>
          <a:lstStyle>
            <a:lvl1pPr algn="ctr">
              <a:defRPr b="0">
                <a:solidFill>
                  <a:schemeClr val="bg1"/>
                </a:solidFill>
                <a:latin typeface="Arial" panose="020B0604020202020204" pitchFamily="34" charset="0"/>
              </a:defRPr>
            </a:lvl1pPr>
          </a:lstStyle>
          <a:p>
            <a:r>
              <a:rPr lang="en-US"/>
              <a:t>Dynamic slice crop 1</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6" name="Picture Placeholder 9">
            <a:extLst>
              <a:ext uri="{FF2B5EF4-FFF2-40B4-BE49-F238E27FC236}">
                <a16:creationId xmlns:a16="http://schemas.microsoft.com/office/drawing/2014/main" id="{76B8FFAA-4288-7A55-0BCC-B4A10908B32D}"/>
              </a:ext>
            </a:extLst>
          </p:cNvPr>
          <p:cNvSpPr>
            <a:spLocks noGrp="1"/>
          </p:cNvSpPr>
          <p:nvPr>
            <p:ph type="pic" sz="quarter" idx="14" hasCustomPrompt="1"/>
          </p:nvPr>
        </p:nvSpPr>
        <p:spPr>
          <a:xfrm>
            <a:off x="10162032" y="0"/>
            <a:ext cx="2029968" cy="3984625"/>
          </a:xfrm>
          <a:solidFill>
            <a:schemeClr val="bg1">
              <a:lumMod val="65000"/>
            </a:schemeClr>
          </a:solidFill>
        </p:spPr>
        <p:txBody>
          <a:bodyPr anchor="ctr"/>
          <a:lstStyle>
            <a:lvl1pPr algn="ctr">
              <a:defRPr b="0">
                <a:solidFill>
                  <a:schemeClr val="bg1"/>
                </a:solidFill>
                <a:latin typeface="Arial" panose="020B0604020202020204" pitchFamily="34" charset="0"/>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12" name="Title 11">
            <a:extLst>
              <a:ext uri="{FF2B5EF4-FFF2-40B4-BE49-F238E27FC236}">
                <a16:creationId xmlns:a16="http://schemas.microsoft.com/office/drawing/2014/main" id="{4B789C02-8217-29F3-CCBF-88E3D196B36D}"/>
              </a:ext>
            </a:extLst>
          </p:cNvPr>
          <p:cNvSpPr>
            <a:spLocks noGrp="1"/>
          </p:cNvSpPr>
          <p:nvPr>
            <p:ph type="title"/>
          </p:nvPr>
        </p:nvSpPr>
        <p:spPr>
          <a:xfrm>
            <a:off x="546100" y="552450"/>
            <a:ext cx="6851651" cy="434975"/>
          </a:xfrm>
        </p:spPr>
        <p:txBody>
          <a:bodyPr/>
          <a:lstStyle/>
          <a:p>
            <a:r>
              <a:rPr lang="en-US"/>
              <a:t>Click to edit Master title style</a:t>
            </a:r>
          </a:p>
        </p:txBody>
      </p:sp>
      <p:sp>
        <p:nvSpPr>
          <p:cNvPr id="4" name="Freeform 5">
            <a:extLst>
              <a:ext uri="{FF2B5EF4-FFF2-40B4-BE49-F238E27FC236}">
                <a16:creationId xmlns:a16="http://schemas.microsoft.com/office/drawing/2014/main" id="{90F57B56-D11B-9162-7023-12E809D6B100}"/>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5" name="Text Placeholder 11">
            <a:extLst>
              <a:ext uri="{FF2B5EF4-FFF2-40B4-BE49-F238E27FC236}">
                <a16:creationId xmlns:a16="http://schemas.microsoft.com/office/drawing/2014/main" id="{8BA902E5-1959-8D93-356A-51055AFC1FFA}"/>
              </a:ext>
            </a:extLst>
          </p:cNvPr>
          <p:cNvSpPr>
            <a:spLocks noGrp="1"/>
          </p:cNvSpPr>
          <p:nvPr>
            <p:ph type="body" sz="quarter" idx="23"/>
          </p:nvPr>
        </p:nvSpPr>
        <p:spPr>
          <a:xfrm>
            <a:off x="546100" y="1127125"/>
            <a:ext cx="6853046" cy="292607"/>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7" name="Text Placeholder 13">
            <a:extLst>
              <a:ext uri="{FF2B5EF4-FFF2-40B4-BE49-F238E27FC236}">
                <a16:creationId xmlns:a16="http://schemas.microsoft.com/office/drawing/2014/main" id="{D5FC25B8-805C-1612-14FC-B175AA440631}"/>
              </a:ext>
            </a:extLst>
          </p:cNvPr>
          <p:cNvSpPr>
            <a:spLocks noGrp="1"/>
          </p:cNvSpPr>
          <p:nvPr>
            <p:ph type="body" sz="quarter" idx="24"/>
          </p:nvPr>
        </p:nvSpPr>
        <p:spPr>
          <a:xfrm>
            <a:off x="546100" y="6019801"/>
            <a:ext cx="6851649"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Arial" panose="020B0604020202020204" pitchFamily="34"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11" name="Content Placeholder 29">
            <a:extLst>
              <a:ext uri="{FF2B5EF4-FFF2-40B4-BE49-F238E27FC236}">
                <a16:creationId xmlns:a16="http://schemas.microsoft.com/office/drawing/2014/main" id="{9FBDFEC1-9F37-0749-6D25-E3B502E7E966}"/>
              </a:ext>
            </a:extLst>
          </p:cNvPr>
          <p:cNvSpPr>
            <a:spLocks noGrp="1"/>
          </p:cNvSpPr>
          <p:nvPr>
            <p:ph sz="quarter" idx="27"/>
          </p:nvPr>
        </p:nvSpPr>
        <p:spPr>
          <a:xfrm>
            <a:off x="546894" y="2425700"/>
            <a:ext cx="6850856"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33">
            <a:extLst>
              <a:ext uri="{FF2B5EF4-FFF2-40B4-BE49-F238E27FC236}">
                <a16:creationId xmlns:a16="http://schemas.microsoft.com/office/drawing/2014/main" id="{F955E566-2D25-F593-52AC-63C9C65B51E7}"/>
              </a:ext>
            </a:extLst>
          </p:cNvPr>
          <p:cNvSpPr>
            <a:spLocks noGrp="1"/>
          </p:cNvSpPr>
          <p:nvPr>
            <p:ph type="body" sz="quarter" idx="29"/>
          </p:nvPr>
        </p:nvSpPr>
        <p:spPr>
          <a:xfrm>
            <a:off x="546100" y="1849437"/>
            <a:ext cx="6851650"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grpSp>
        <p:nvGrpSpPr>
          <p:cNvPr id="2" name="Group 1">
            <a:extLst>
              <a:ext uri="{FF2B5EF4-FFF2-40B4-BE49-F238E27FC236}">
                <a16:creationId xmlns:a16="http://schemas.microsoft.com/office/drawing/2014/main" id="{26A40A34-58AE-5002-D30F-8E2B9601E747}"/>
              </a:ext>
            </a:extLst>
          </p:cNvPr>
          <p:cNvGrpSpPr/>
          <p:nvPr userDrawn="1"/>
        </p:nvGrpSpPr>
        <p:grpSpPr>
          <a:xfrm>
            <a:off x="12356815" y="0"/>
            <a:ext cx="756833" cy="6872642"/>
            <a:chOff x="12356815" y="0"/>
            <a:chExt cx="756833" cy="6872642"/>
          </a:xfrm>
        </p:grpSpPr>
        <p:sp>
          <p:nvSpPr>
            <p:cNvPr id="3" name="Rectangle 2">
              <a:extLst>
                <a:ext uri="{FF2B5EF4-FFF2-40B4-BE49-F238E27FC236}">
                  <a16:creationId xmlns:a16="http://schemas.microsoft.com/office/drawing/2014/main" id="{3E2E5091-25EE-C8E5-59A2-10A8F3FBA3C3}"/>
                </a:ext>
              </a:extLst>
            </p:cNvPr>
            <p:cNvSpPr/>
            <p:nvPr userDrawn="1"/>
          </p:nvSpPr>
          <p:spPr>
            <a:xfrm>
              <a:off x="12356815" y="0"/>
              <a:ext cx="553069" cy="3279913"/>
            </a:xfrm>
            <a:prstGeom prst="rect">
              <a:avLst/>
            </a:prstGeom>
            <a:solidFill>
              <a:srgbClr val="F2F2F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4" name="TextBox 13">
              <a:extLst>
                <a:ext uri="{FF2B5EF4-FFF2-40B4-BE49-F238E27FC236}">
                  <a16:creationId xmlns:a16="http://schemas.microsoft.com/office/drawing/2014/main" id="{56CD702E-59E8-4DBD-275C-CEDC5823E3ED}"/>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ON LIGHT AND EXTRA LIGHT</a:t>
              </a:r>
            </a:p>
          </p:txBody>
        </p:sp>
        <p:sp>
          <p:nvSpPr>
            <p:cNvPr id="15" name="Rectangle 14">
              <a:extLst>
                <a:ext uri="{FF2B5EF4-FFF2-40B4-BE49-F238E27FC236}">
                  <a16:creationId xmlns:a16="http://schemas.microsoft.com/office/drawing/2014/main" id="{29A3EB9F-B296-B103-BDCB-48B8CF4C65B3}"/>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6" name="Group 15">
              <a:extLst>
                <a:ext uri="{FF2B5EF4-FFF2-40B4-BE49-F238E27FC236}">
                  <a16:creationId xmlns:a16="http://schemas.microsoft.com/office/drawing/2014/main" id="{B19D1F81-82F9-3676-C1FA-5BA36403C0D3}"/>
                </a:ext>
              </a:extLst>
            </p:cNvPr>
            <p:cNvGrpSpPr/>
            <p:nvPr userDrawn="1"/>
          </p:nvGrpSpPr>
          <p:grpSpPr>
            <a:xfrm>
              <a:off x="12442019" y="3791214"/>
              <a:ext cx="382660" cy="2882942"/>
              <a:chOff x="14001569" y="3716048"/>
              <a:chExt cx="316248" cy="3171236"/>
            </a:xfrm>
          </p:grpSpPr>
          <p:sp>
            <p:nvSpPr>
              <p:cNvPr id="29" name="Rectangle 28">
                <a:extLst>
                  <a:ext uri="{FF2B5EF4-FFF2-40B4-BE49-F238E27FC236}">
                    <a16:creationId xmlns:a16="http://schemas.microsoft.com/office/drawing/2014/main" id="{74887259-315F-C3F9-B27D-492370BD0CFE}"/>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D54A2913-C115-41E8-B5FF-795B7AFF6EE9}"/>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FE9BACE7-B817-0349-B7EF-B9BA2B1F1339}"/>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63C0872A-AB8E-6E29-4BF5-F9AEB2F6F8A5}"/>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794AF5E0-A448-B82A-A83A-E6A52D37CD43}"/>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CF41D7DB-1460-3650-FBB2-ED40F1EDDC55}"/>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12D2FED8-EA24-8D67-6FF7-67015D548170}"/>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210C9405-3DB0-54BA-46CE-76CAA6D5BF3A}"/>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D1CAF4C9-708E-F999-4833-8D7F3ED9A1C6}"/>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8" name="Rectangle 37">
                <a:extLst>
                  <a:ext uri="{FF2B5EF4-FFF2-40B4-BE49-F238E27FC236}">
                    <a16:creationId xmlns:a16="http://schemas.microsoft.com/office/drawing/2014/main" id="{8C8113A2-BE50-5255-38F4-BFB4F479E029}"/>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7" name="Group 16">
              <a:extLst>
                <a:ext uri="{FF2B5EF4-FFF2-40B4-BE49-F238E27FC236}">
                  <a16:creationId xmlns:a16="http://schemas.microsoft.com/office/drawing/2014/main" id="{634BEDAE-8F9E-7777-00DC-728879F7FA02}"/>
                </a:ext>
              </a:extLst>
            </p:cNvPr>
            <p:cNvGrpSpPr/>
            <p:nvPr userDrawn="1"/>
          </p:nvGrpSpPr>
          <p:grpSpPr>
            <a:xfrm>
              <a:off x="12442019" y="198485"/>
              <a:ext cx="382660" cy="2882942"/>
              <a:chOff x="12742785" y="3716048"/>
              <a:chExt cx="316248" cy="3171236"/>
            </a:xfrm>
          </p:grpSpPr>
          <p:sp>
            <p:nvSpPr>
              <p:cNvPr id="19" name="Rectangle 18">
                <a:extLst>
                  <a:ext uri="{FF2B5EF4-FFF2-40B4-BE49-F238E27FC236}">
                    <a16:creationId xmlns:a16="http://schemas.microsoft.com/office/drawing/2014/main" id="{E1EAA3D7-D67A-835D-6FFE-508EB836468C}"/>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0" name="Rectangle 19">
                <a:extLst>
                  <a:ext uri="{FF2B5EF4-FFF2-40B4-BE49-F238E27FC236}">
                    <a16:creationId xmlns:a16="http://schemas.microsoft.com/office/drawing/2014/main" id="{FA114C71-FCCF-1271-24A9-C9D2A5C9DE31}"/>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B9AF46CC-B0F1-9F71-C55D-2923EEF838F8}"/>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E6C60E18-F069-F72A-BC54-9A6C63019104}"/>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633498D6-7947-C2B9-3418-08B6862FC9D9}"/>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D21ACEA4-8D27-190B-D790-8F78E696BAD6}"/>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46D8E6E4-CB14-5342-A512-CF17DCD1288E}"/>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28FC1C28-74FE-6AD2-CA62-5C27BA21BB23}"/>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2FA01867-18E7-C6D1-7981-3C614BBF2137}"/>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AA796DA3-C505-DB4C-1373-481E0775E014}"/>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8" name="TextBox 17">
              <a:extLst>
                <a:ext uri="{FF2B5EF4-FFF2-40B4-BE49-F238E27FC236}">
                  <a16:creationId xmlns:a16="http://schemas.microsoft.com/office/drawing/2014/main" id="{50EE56D2-1403-3CEF-1FF0-ACF495CB22F4}"/>
                </a:ext>
              </a:extLst>
            </p:cNvPr>
            <p:cNvSpPr txBox="1"/>
            <p:nvPr userDrawn="1"/>
          </p:nvSpPr>
          <p:spPr>
            <a:xfrm rot="16200000">
              <a:off x="12562248" y="5173598"/>
              <a:ext cx="984244" cy="118174"/>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Arial" panose="020B0604020202020204" pitchFamily="34" charset="0"/>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Arial" panose="020B0604020202020204" pitchFamily="34" charset="0"/>
                <a:ea typeface="GT America Regular" charset="0"/>
                <a:cs typeface="GT America Regular" charset="0"/>
              </a:endParaRPr>
            </a:p>
          </p:txBody>
        </p:sp>
      </p:grpSp>
      <p:sp>
        <p:nvSpPr>
          <p:cNvPr id="39" name="TextBox 38">
            <a:extLst>
              <a:ext uri="{FF2B5EF4-FFF2-40B4-BE49-F238E27FC236}">
                <a16:creationId xmlns:a16="http://schemas.microsoft.com/office/drawing/2014/main" id="{99A17318-BC9E-84C0-03ED-3BDDAC8130B7}"/>
              </a:ext>
            </a:extLst>
          </p:cNvPr>
          <p:cNvSpPr txBox="1"/>
          <p:nvPr userDrawn="1"/>
        </p:nvSpPr>
        <p:spPr>
          <a:xfrm>
            <a:off x="12356815" y="3377042"/>
            <a:ext cx="817531" cy="116635"/>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endParaRPr>
          </a:p>
        </p:txBody>
      </p:sp>
    </p:spTree>
    <p:extLst>
      <p:ext uri="{BB962C8B-B14F-4D97-AF65-F5344CB8AC3E}">
        <p14:creationId xmlns:p14="http://schemas.microsoft.com/office/powerpoint/2010/main" val="2826115565"/>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Dynamic Slices 1 / Dark">
    <p:bg>
      <p:bgPr>
        <a:solidFill>
          <a:schemeClr val="bg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8142973" y="0"/>
            <a:ext cx="2029968" cy="6167438"/>
          </a:xfrm>
          <a:solidFill>
            <a:srgbClr val="A6A9AA"/>
          </a:solidFill>
        </p:spPr>
        <p:txBody>
          <a:bodyPr anchor="ctr"/>
          <a:lstStyle>
            <a:lvl1pPr algn="ctr">
              <a:defRPr b="0">
                <a:solidFill>
                  <a:schemeClr val="bg1"/>
                </a:solidFill>
                <a:latin typeface="Arial" panose="020B0604020202020204" pitchFamily="34" charset="0"/>
              </a:defRPr>
            </a:lvl1pPr>
          </a:lstStyle>
          <a:p>
            <a:r>
              <a:rPr lang="en-US"/>
              <a:t>Dynamic slice crop 1</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20" name="Freeform 19">
            <a:extLst>
              <a:ext uri="{FF2B5EF4-FFF2-40B4-BE49-F238E27FC236}">
                <a16:creationId xmlns:a16="http://schemas.microsoft.com/office/drawing/2014/main" id="{091F8258-6B33-2DAE-610E-A14A266200A5}"/>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0F0F1"/>
          </a:solidFill>
          <a:ln w="0" cap="flat">
            <a:noFill/>
            <a:prstDash val="solid"/>
            <a:miter/>
          </a:ln>
        </p:spPr>
        <p:txBody>
          <a:bodyPr rtlCol="0" anchor="ctr"/>
          <a:lstStyle/>
          <a:p>
            <a:endParaRPr lang="en-US"/>
          </a:p>
        </p:txBody>
      </p:sp>
      <p:sp>
        <p:nvSpPr>
          <p:cNvPr id="6" name="Picture Placeholder 9">
            <a:extLst>
              <a:ext uri="{FF2B5EF4-FFF2-40B4-BE49-F238E27FC236}">
                <a16:creationId xmlns:a16="http://schemas.microsoft.com/office/drawing/2014/main" id="{76B8FFAA-4288-7A55-0BCC-B4A10908B32D}"/>
              </a:ext>
            </a:extLst>
          </p:cNvPr>
          <p:cNvSpPr>
            <a:spLocks noGrp="1"/>
          </p:cNvSpPr>
          <p:nvPr>
            <p:ph type="pic" sz="quarter" idx="14" hasCustomPrompt="1"/>
          </p:nvPr>
        </p:nvSpPr>
        <p:spPr>
          <a:xfrm>
            <a:off x="10162032" y="0"/>
            <a:ext cx="2029968" cy="3984625"/>
          </a:xfrm>
          <a:solidFill>
            <a:srgbClr val="A6A9AA"/>
          </a:solidFill>
        </p:spPr>
        <p:txBody>
          <a:bodyPr anchor="ctr"/>
          <a:lstStyle>
            <a:lvl1pPr algn="ctr">
              <a:defRPr b="0">
                <a:solidFill>
                  <a:schemeClr val="bg1"/>
                </a:solidFill>
                <a:latin typeface="Arial" panose="020B0604020202020204" pitchFamily="34" charset="0"/>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5" name="Title 4">
            <a:extLst>
              <a:ext uri="{FF2B5EF4-FFF2-40B4-BE49-F238E27FC236}">
                <a16:creationId xmlns:a16="http://schemas.microsoft.com/office/drawing/2014/main" id="{DFA82EE6-606F-A412-2CF2-001ACBC3F752}"/>
              </a:ext>
            </a:extLst>
          </p:cNvPr>
          <p:cNvSpPr>
            <a:spLocks noGrp="1"/>
          </p:cNvSpPr>
          <p:nvPr>
            <p:ph type="title"/>
          </p:nvPr>
        </p:nvSpPr>
        <p:spPr>
          <a:xfrm>
            <a:off x="546892" y="552449"/>
            <a:ext cx="6849111" cy="434975"/>
          </a:xfrm>
        </p:spPr>
        <p:txBody>
          <a:bodyPr/>
          <a:lstStyle>
            <a:lvl1pPr>
              <a:defRPr>
                <a:solidFill>
                  <a:schemeClr val="accent1"/>
                </a:solidFill>
              </a:defRPr>
            </a:lvl1pPr>
          </a:lstStyle>
          <a:p>
            <a:r>
              <a:rPr lang="en-US"/>
              <a:t>Click to edit Master title style</a:t>
            </a:r>
          </a:p>
        </p:txBody>
      </p:sp>
      <p:sp>
        <p:nvSpPr>
          <p:cNvPr id="4" name="Text Placeholder 11">
            <a:extLst>
              <a:ext uri="{FF2B5EF4-FFF2-40B4-BE49-F238E27FC236}">
                <a16:creationId xmlns:a16="http://schemas.microsoft.com/office/drawing/2014/main" id="{98C27CD0-E7ED-0F06-9583-C2455E4C7100}"/>
              </a:ext>
            </a:extLst>
          </p:cNvPr>
          <p:cNvSpPr>
            <a:spLocks noGrp="1"/>
          </p:cNvSpPr>
          <p:nvPr>
            <p:ph type="body" sz="quarter" idx="18"/>
          </p:nvPr>
        </p:nvSpPr>
        <p:spPr>
          <a:xfrm>
            <a:off x="548640" y="1127126"/>
            <a:ext cx="6849110" cy="295274"/>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tx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tx1"/>
                </a:solidFill>
                <a:latin typeface="+mj-lt"/>
                <a:ea typeface="GT America Regular" charset="0"/>
                <a:cs typeface="GT America Regular" charset="0"/>
              </a:defRPr>
            </a:lvl9pPr>
          </a:lstStyle>
          <a:p>
            <a:pPr lvl="0"/>
            <a:r>
              <a:rPr lang="en-US"/>
              <a:t>Click to edit Master text styles</a:t>
            </a:r>
          </a:p>
        </p:txBody>
      </p:sp>
      <p:sp>
        <p:nvSpPr>
          <p:cNvPr id="16" name="Text Placeholder 15">
            <a:extLst>
              <a:ext uri="{FF2B5EF4-FFF2-40B4-BE49-F238E27FC236}">
                <a16:creationId xmlns:a16="http://schemas.microsoft.com/office/drawing/2014/main" id="{153D2C7A-DCFA-04C5-B25D-045A4E287A01}"/>
              </a:ext>
            </a:extLst>
          </p:cNvPr>
          <p:cNvSpPr>
            <a:spLocks noGrp="1"/>
          </p:cNvSpPr>
          <p:nvPr>
            <p:ph type="body" sz="quarter" idx="19" hasCustomPrompt="1"/>
          </p:nvPr>
        </p:nvSpPr>
        <p:spPr>
          <a:xfrm>
            <a:off x="546540" y="6019800"/>
            <a:ext cx="6849111" cy="292099"/>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chemeClr val="tx1"/>
                </a:solidFill>
                <a:latin typeface="Arial" panose="020B0604020202020204" pitchFamily="34"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17" name="Content Placeholder 25">
            <a:extLst>
              <a:ext uri="{FF2B5EF4-FFF2-40B4-BE49-F238E27FC236}">
                <a16:creationId xmlns:a16="http://schemas.microsoft.com/office/drawing/2014/main" id="{C0678888-447D-EFD9-9770-C2B47B8E8D77}"/>
              </a:ext>
            </a:extLst>
          </p:cNvPr>
          <p:cNvSpPr>
            <a:spLocks noGrp="1"/>
          </p:cNvSpPr>
          <p:nvPr>
            <p:ph sz="quarter" idx="23"/>
          </p:nvPr>
        </p:nvSpPr>
        <p:spPr>
          <a:xfrm>
            <a:off x="546540" y="1849438"/>
            <a:ext cx="6851209" cy="4017962"/>
          </a:xfrm>
        </p:spPr>
        <p:txBody>
          <a:bodyPr/>
          <a:lstStyle>
            <a:lvl3pPr>
              <a:buClr>
                <a:schemeClr val="tx1"/>
              </a:buClr>
              <a:defRPr/>
            </a:lvl3pPr>
            <a:lvl5pPr>
              <a:buClr>
                <a:schemeClr val="tx1"/>
              </a:buClr>
              <a:defRPr/>
            </a:lvl5pPr>
            <a:lvl7pPr>
              <a:buClr>
                <a:schemeClr val="tx1"/>
              </a:buClr>
              <a:defRPr/>
            </a:lvl7pPr>
            <a:lvl9pPr>
              <a:buClr>
                <a:schemeClr val="tx1"/>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 name="Group 1">
            <a:extLst>
              <a:ext uri="{FF2B5EF4-FFF2-40B4-BE49-F238E27FC236}">
                <a16:creationId xmlns:a16="http://schemas.microsoft.com/office/drawing/2014/main" id="{4ACBCAF5-F85E-9260-45D2-E10A69353E47}"/>
              </a:ext>
            </a:extLst>
          </p:cNvPr>
          <p:cNvGrpSpPr/>
          <p:nvPr userDrawn="1"/>
        </p:nvGrpSpPr>
        <p:grpSpPr>
          <a:xfrm>
            <a:off x="12356815" y="0"/>
            <a:ext cx="756833" cy="6872642"/>
            <a:chOff x="12356815" y="0"/>
            <a:chExt cx="756833" cy="6872642"/>
          </a:xfrm>
        </p:grpSpPr>
        <p:sp>
          <p:nvSpPr>
            <p:cNvPr id="3" name="Rectangle 2">
              <a:extLst>
                <a:ext uri="{FF2B5EF4-FFF2-40B4-BE49-F238E27FC236}">
                  <a16:creationId xmlns:a16="http://schemas.microsoft.com/office/drawing/2014/main" id="{1F4F3A24-C0C4-91C5-F133-8BC582EFBA83}"/>
                </a:ext>
              </a:extLst>
            </p:cNvPr>
            <p:cNvSpPr/>
            <p:nvPr userDrawn="1"/>
          </p:nvSpPr>
          <p:spPr>
            <a:xfrm>
              <a:off x="12356815" y="0"/>
              <a:ext cx="553069" cy="3279913"/>
            </a:xfrm>
            <a:prstGeom prst="rect">
              <a:avLst/>
            </a:prstGeom>
            <a:solidFill>
              <a:srgbClr val="F2F2F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7" name="TextBox 6">
              <a:extLst>
                <a:ext uri="{FF2B5EF4-FFF2-40B4-BE49-F238E27FC236}">
                  <a16:creationId xmlns:a16="http://schemas.microsoft.com/office/drawing/2014/main" id="{2AEC6B2F-BB56-0E2B-A9A1-B1E2DA6A74B2}"/>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ON LIGHT AND EXTRA LIGHT</a:t>
              </a:r>
            </a:p>
          </p:txBody>
        </p:sp>
        <p:sp>
          <p:nvSpPr>
            <p:cNvPr id="11" name="Rectangle 10">
              <a:extLst>
                <a:ext uri="{FF2B5EF4-FFF2-40B4-BE49-F238E27FC236}">
                  <a16:creationId xmlns:a16="http://schemas.microsoft.com/office/drawing/2014/main" id="{D61A9A6C-A35D-F48B-E57F-4E4481FF6A25}"/>
                </a:ext>
              </a:extLst>
            </p:cNvPr>
            <p:cNvSpPr/>
            <p:nvPr userDrawn="1"/>
          </p:nvSpPr>
          <p:spPr>
            <a:xfrm>
              <a:off x="12356815" y="3592729"/>
              <a:ext cx="553069" cy="3279913"/>
            </a:xfrm>
            <a:prstGeom prst="rect">
              <a:avLst/>
            </a:prstGeom>
            <a:solidFill>
              <a:schemeClr val="bg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2" name="Group 11">
              <a:extLst>
                <a:ext uri="{FF2B5EF4-FFF2-40B4-BE49-F238E27FC236}">
                  <a16:creationId xmlns:a16="http://schemas.microsoft.com/office/drawing/2014/main" id="{F82F64BF-E7A4-C609-C19E-8718CCE2705E}"/>
                </a:ext>
              </a:extLst>
            </p:cNvPr>
            <p:cNvGrpSpPr/>
            <p:nvPr userDrawn="1"/>
          </p:nvGrpSpPr>
          <p:grpSpPr>
            <a:xfrm>
              <a:off x="12442019" y="3791214"/>
              <a:ext cx="382660" cy="2882942"/>
              <a:chOff x="14001569" y="3716048"/>
              <a:chExt cx="316248" cy="3171236"/>
            </a:xfrm>
          </p:grpSpPr>
          <p:sp>
            <p:nvSpPr>
              <p:cNvPr id="28" name="Rectangle 27">
                <a:extLst>
                  <a:ext uri="{FF2B5EF4-FFF2-40B4-BE49-F238E27FC236}">
                    <a16:creationId xmlns:a16="http://schemas.microsoft.com/office/drawing/2014/main" id="{47D2B2C8-6984-DC71-3F4A-98E810198388}"/>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E1394FEF-A213-6389-85A9-825225D38322}"/>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747BD231-50FB-3617-3FDB-FD20EA3F8075}"/>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B8F9F983-7DF8-B403-C801-BFF885DA98D7}"/>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842FAC56-EDA4-E863-CDFE-25ECCA0EF656}"/>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5FCE494D-C367-FD6C-8CC3-94D1ED3645AE}"/>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75CC33F4-F711-28A4-5CDF-1F05FCA90C05}"/>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CEC6EEC7-9896-05BA-2F94-6498F1C8EFF0}"/>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69201B95-2BC3-3285-F846-F361D7845824}"/>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E79BFA73-4E7A-740E-EF3A-1A622F1230FF}"/>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3" name="Group 12">
              <a:extLst>
                <a:ext uri="{FF2B5EF4-FFF2-40B4-BE49-F238E27FC236}">
                  <a16:creationId xmlns:a16="http://schemas.microsoft.com/office/drawing/2014/main" id="{B4AC643B-CD4B-9901-394F-CCCCA27E0986}"/>
                </a:ext>
              </a:extLst>
            </p:cNvPr>
            <p:cNvGrpSpPr/>
            <p:nvPr userDrawn="1"/>
          </p:nvGrpSpPr>
          <p:grpSpPr>
            <a:xfrm>
              <a:off x="12442019" y="198485"/>
              <a:ext cx="382660" cy="2882942"/>
              <a:chOff x="12742785" y="3716048"/>
              <a:chExt cx="316248" cy="3171236"/>
            </a:xfrm>
          </p:grpSpPr>
          <p:sp>
            <p:nvSpPr>
              <p:cNvPr id="15" name="Rectangle 14">
                <a:extLst>
                  <a:ext uri="{FF2B5EF4-FFF2-40B4-BE49-F238E27FC236}">
                    <a16:creationId xmlns:a16="http://schemas.microsoft.com/office/drawing/2014/main" id="{D94879CE-3955-5F1D-736A-278F72927C3C}"/>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8" name="Rectangle 17">
                <a:extLst>
                  <a:ext uri="{FF2B5EF4-FFF2-40B4-BE49-F238E27FC236}">
                    <a16:creationId xmlns:a16="http://schemas.microsoft.com/office/drawing/2014/main" id="{C03CF393-2C11-510D-35CB-0C8C48AA9E73}"/>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9" name="Rectangle 18">
                <a:extLst>
                  <a:ext uri="{FF2B5EF4-FFF2-40B4-BE49-F238E27FC236}">
                    <a16:creationId xmlns:a16="http://schemas.microsoft.com/office/drawing/2014/main" id="{C827355F-67EF-0151-B97B-0F0EBCF82386}"/>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F949527A-0EE9-9003-3BB4-2876DA3BED09}"/>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1DF9860E-25F4-317B-116A-8B761DB7823F}"/>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0FAD61EE-2609-ABE6-0C43-32CACD37C262}"/>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A661F068-1422-AB79-AADC-889AD458E9A0}"/>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6E3D7DF4-FF8C-5B7A-B7F0-B2DE734AD7FB}"/>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7EC39846-3C08-875D-141F-B20B44240FB2}"/>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6F4C36D5-D0F0-87B9-E84A-6CFC89730C50}"/>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4" name="TextBox 13">
              <a:extLst>
                <a:ext uri="{FF2B5EF4-FFF2-40B4-BE49-F238E27FC236}">
                  <a16:creationId xmlns:a16="http://schemas.microsoft.com/office/drawing/2014/main" id="{B9D13ED6-5FBB-474A-F32A-2240D9052CA0}"/>
                </a:ext>
              </a:extLst>
            </p:cNvPr>
            <p:cNvSpPr txBox="1"/>
            <p:nvPr userDrawn="1"/>
          </p:nvSpPr>
          <p:spPr>
            <a:xfrm rot="16200000">
              <a:off x="12562248" y="5173598"/>
              <a:ext cx="984244" cy="118174"/>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Arial" panose="020B0604020202020204" pitchFamily="34" charset="0"/>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Arial" panose="020B0604020202020204" pitchFamily="34" charset="0"/>
                <a:ea typeface="GT America Regular" charset="0"/>
                <a:cs typeface="GT America Regular" charset="0"/>
              </a:endParaRPr>
            </a:p>
          </p:txBody>
        </p:sp>
      </p:grpSp>
      <p:sp>
        <p:nvSpPr>
          <p:cNvPr id="38" name="TextBox 37">
            <a:extLst>
              <a:ext uri="{FF2B5EF4-FFF2-40B4-BE49-F238E27FC236}">
                <a16:creationId xmlns:a16="http://schemas.microsoft.com/office/drawing/2014/main" id="{A665DEC4-9D8F-07C2-7F42-18AE65A9EC89}"/>
              </a:ext>
            </a:extLst>
          </p:cNvPr>
          <p:cNvSpPr txBox="1"/>
          <p:nvPr userDrawn="1"/>
        </p:nvSpPr>
        <p:spPr>
          <a:xfrm>
            <a:off x="12356815" y="3377042"/>
            <a:ext cx="817531" cy="116635"/>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endParaRPr>
          </a:p>
        </p:txBody>
      </p:sp>
    </p:spTree>
    <p:extLst>
      <p:ext uri="{BB962C8B-B14F-4D97-AF65-F5344CB8AC3E}">
        <p14:creationId xmlns:p14="http://schemas.microsoft.com/office/powerpoint/2010/main" val="1686636941"/>
      </p:ext>
    </p:extLst>
  </p:cSld>
  <p:clrMapOvr>
    <a:overrideClrMapping bg1="dk1" tx1="lt1" bg2="dk2" tx2="lt2" accent1="accent1" accent2="accent2" accent3="accent3" accent4="accent4" accent5="accent5" accent6="accent6" hlink="hlink" folHlink="folHlink"/>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Dynamic Slices 1 / Dark - Subhead">
    <p:bg>
      <p:bgPr>
        <a:solidFill>
          <a:schemeClr val="bg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8142973" y="0"/>
            <a:ext cx="2029968" cy="6167438"/>
          </a:xfrm>
          <a:solidFill>
            <a:srgbClr val="A6A9AA"/>
          </a:solidFill>
        </p:spPr>
        <p:txBody>
          <a:bodyPr anchor="ctr"/>
          <a:lstStyle>
            <a:lvl1pPr algn="ctr">
              <a:defRPr b="0">
                <a:solidFill>
                  <a:schemeClr val="bg1"/>
                </a:solidFill>
                <a:latin typeface="Arial" panose="020B0604020202020204" pitchFamily="34" charset="0"/>
              </a:defRPr>
            </a:lvl1pPr>
          </a:lstStyle>
          <a:p>
            <a:r>
              <a:rPr lang="en-US"/>
              <a:t>Dynamic slice crop 1</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20" name="Freeform 19">
            <a:extLst>
              <a:ext uri="{FF2B5EF4-FFF2-40B4-BE49-F238E27FC236}">
                <a16:creationId xmlns:a16="http://schemas.microsoft.com/office/drawing/2014/main" id="{091F8258-6B33-2DAE-610E-A14A266200A5}"/>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0F0F1"/>
          </a:solidFill>
          <a:ln w="0" cap="flat">
            <a:noFill/>
            <a:prstDash val="solid"/>
            <a:miter/>
          </a:ln>
        </p:spPr>
        <p:txBody>
          <a:bodyPr rtlCol="0" anchor="ctr"/>
          <a:lstStyle/>
          <a:p>
            <a:endParaRPr lang="en-US"/>
          </a:p>
        </p:txBody>
      </p:sp>
      <p:sp>
        <p:nvSpPr>
          <p:cNvPr id="6" name="Picture Placeholder 9">
            <a:extLst>
              <a:ext uri="{FF2B5EF4-FFF2-40B4-BE49-F238E27FC236}">
                <a16:creationId xmlns:a16="http://schemas.microsoft.com/office/drawing/2014/main" id="{76B8FFAA-4288-7A55-0BCC-B4A10908B32D}"/>
              </a:ext>
            </a:extLst>
          </p:cNvPr>
          <p:cNvSpPr>
            <a:spLocks noGrp="1"/>
          </p:cNvSpPr>
          <p:nvPr>
            <p:ph type="pic" sz="quarter" idx="14" hasCustomPrompt="1"/>
          </p:nvPr>
        </p:nvSpPr>
        <p:spPr>
          <a:xfrm>
            <a:off x="10162032" y="0"/>
            <a:ext cx="2029968" cy="3984625"/>
          </a:xfrm>
          <a:solidFill>
            <a:srgbClr val="A6A9AA"/>
          </a:solidFill>
        </p:spPr>
        <p:txBody>
          <a:bodyPr anchor="ctr"/>
          <a:lstStyle>
            <a:lvl1pPr algn="ctr">
              <a:defRPr b="0">
                <a:solidFill>
                  <a:schemeClr val="bg1"/>
                </a:solidFill>
                <a:latin typeface="Arial" panose="020B0604020202020204" pitchFamily="34" charset="0"/>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12" name="Title 11">
            <a:extLst>
              <a:ext uri="{FF2B5EF4-FFF2-40B4-BE49-F238E27FC236}">
                <a16:creationId xmlns:a16="http://schemas.microsoft.com/office/drawing/2014/main" id="{2C685442-9E1D-96DF-CF89-A92CB871F5BC}"/>
              </a:ext>
            </a:extLst>
          </p:cNvPr>
          <p:cNvSpPr>
            <a:spLocks noGrp="1"/>
          </p:cNvSpPr>
          <p:nvPr>
            <p:ph type="title"/>
          </p:nvPr>
        </p:nvSpPr>
        <p:spPr>
          <a:xfrm>
            <a:off x="546891" y="552450"/>
            <a:ext cx="6850858" cy="428626"/>
          </a:xfrm>
        </p:spPr>
        <p:txBody>
          <a:bodyPr/>
          <a:lstStyle>
            <a:lvl1pPr>
              <a:defRPr>
                <a:solidFill>
                  <a:schemeClr val="accent1"/>
                </a:solidFill>
              </a:defRPr>
            </a:lvl1pPr>
          </a:lstStyle>
          <a:p>
            <a:r>
              <a:rPr lang="en-US"/>
              <a:t>Click to edit Master title style</a:t>
            </a:r>
          </a:p>
        </p:txBody>
      </p:sp>
      <p:sp>
        <p:nvSpPr>
          <p:cNvPr id="19" name="Text Placeholder 11">
            <a:extLst>
              <a:ext uri="{FF2B5EF4-FFF2-40B4-BE49-F238E27FC236}">
                <a16:creationId xmlns:a16="http://schemas.microsoft.com/office/drawing/2014/main" id="{9E6A5714-8F29-43FB-2C8C-E2BDF9308AA2}"/>
              </a:ext>
            </a:extLst>
          </p:cNvPr>
          <p:cNvSpPr>
            <a:spLocks noGrp="1"/>
          </p:cNvSpPr>
          <p:nvPr>
            <p:ph type="body" sz="quarter" idx="23"/>
          </p:nvPr>
        </p:nvSpPr>
        <p:spPr>
          <a:xfrm>
            <a:off x="546891" y="1127125"/>
            <a:ext cx="6852254" cy="292608"/>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tx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tx1"/>
                </a:solidFill>
                <a:latin typeface="+mj-lt"/>
                <a:ea typeface="GT America Regular" charset="0"/>
                <a:cs typeface="GT America Regular" charset="0"/>
              </a:defRPr>
            </a:lvl9pPr>
          </a:lstStyle>
          <a:p>
            <a:pPr lvl="0"/>
            <a:r>
              <a:rPr lang="en-US"/>
              <a:t>Click to edit Master text styles</a:t>
            </a:r>
          </a:p>
        </p:txBody>
      </p:sp>
      <p:sp>
        <p:nvSpPr>
          <p:cNvPr id="21" name="Text Placeholder 13">
            <a:extLst>
              <a:ext uri="{FF2B5EF4-FFF2-40B4-BE49-F238E27FC236}">
                <a16:creationId xmlns:a16="http://schemas.microsoft.com/office/drawing/2014/main" id="{EECC0D08-185E-0174-824D-5A7A264DB01F}"/>
              </a:ext>
            </a:extLst>
          </p:cNvPr>
          <p:cNvSpPr>
            <a:spLocks noGrp="1"/>
          </p:cNvSpPr>
          <p:nvPr>
            <p:ph type="body" sz="quarter" idx="24"/>
          </p:nvPr>
        </p:nvSpPr>
        <p:spPr>
          <a:xfrm>
            <a:off x="546891" y="6019801"/>
            <a:ext cx="6850857"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chemeClr val="tx1"/>
                </a:solidFill>
                <a:latin typeface="Arial" panose="020B0604020202020204" pitchFamily="34"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chemeClr val="tx1"/>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chemeClr val="tx1"/>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chemeClr val="tx1"/>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chemeClr val="tx1"/>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chemeClr val="tx1"/>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chemeClr val="tx1"/>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chemeClr val="tx1"/>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chemeClr val="tx1"/>
                </a:solidFill>
                <a:latin typeface="+mn-lt"/>
                <a:ea typeface="GT America Regular" charset="0"/>
                <a:cs typeface="GT America Regular" charset="0"/>
              </a:defRPr>
            </a:lvl9pPr>
          </a:lstStyle>
          <a:p>
            <a:pPr lvl="0"/>
            <a:r>
              <a:rPr lang="en-US"/>
              <a:t>Click to edit Master text styles</a:t>
            </a:r>
          </a:p>
        </p:txBody>
      </p:sp>
      <p:sp>
        <p:nvSpPr>
          <p:cNvPr id="23" name="Text Placeholder 33">
            <a:extLst>
              <a:ext uri="{FF2B5EF4-FFF2-40B4-BE49-F238E27FC236}">
                <a16:creationId xmlns:a16="http://schemas.microsoft.com/office/drawing/2014/main" id="{2B526351-496B-235F-61A3-4656D3654893}"/>
              </a:ext>
            </a:extLst>
          </p:cNvPr>
          <p:cNvSpPr>
            <a:spLocks noGrp="1"/>
          </p:cNvSpPr>
          <p:nvPr>
            <p:ph type="body" sz="quarter" idx="29"/>
          </p:nvPr>
        </p:nvSpPr>
        <p:spPr>
          <a:xfrm>
            <a:off x="539750" y="1849437"/>
            <a:ext cx="6857999"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accent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4" name="Content Placeholder 25">
            <a:extLst>
              <a:ext uri="{FF2B5EF4-FFF2-40B4-BE49-F238E27FC236}">
                <a16:creationId xmlns:a16="http://schemas.microsoft.com/office/drawing/2014/main" id="{8D981F7B-3DFA-DAB1-22F5-DA649A21F2D3}"/>
              </a:ext>
            </a:extLst>
          </p:cNvPr>
          <p:cNvSpPr>
            <a:spLocks noGrp="1"/>
          </p:cNvSpPr>
          <p:nvPr>
            <p:ph sz="quarter" idx="45"/>
          </p:nvPr>
        </p:nvSpPr>
        <p:spPr>
          <a:xfrm>
            <a:off x="546891" y="2425700"/>
            <a:ext cx="6850859" cy="3441700"/>
          </a:xfrm>
        </p:spPr>
        <p:txBody>
          <a:bodyPr/>
          <a:lstStyle>
            <a:lvl3pPr>
              <a:buClr>
                <a:schemeClr val="tx1"/>
              </a:buClr>
              <a:defRPr/>
            </a:lvl3pPr>
            <a:lvl5pPr>
              <a:buClr>
                <a:schemeClr val="tx1"/>
              </a:buClr>
              <a:defRPr/>
            </a:lvl5pPr>
            <a:lvl7pPr>
              <a:buClr>
                <a:schemeClr val="tx1"/>
              </a:buClr>
              <a:defRPr/>
            </a:lvl7pPr>
            <a:lvl9pPr>
              <a:buClr>
                <a:schemeClr val="tx1"/>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 name="Group 1">
            <a:extLst>
              <a:ext uri="{FF2B5EF4-FFF2-40B4-BE49-F238E27FC236}">
                <a16:creationId xmlns:a16="http://schemas.microsoft.com/office/drawing/2014/main" id="{6F61D43C-A85E-D8DC-731E-8BF12DFDB364}"/>
              </a:ext>
            </a:extLst>
          </p:cNvPr>
          <p:cNvGrpSpPr/>
          <p:nvPr userDrawn="1"/>
        </p:nvGrpSpPr>
        <p:grpSpPr>
          <a:xfrm>
            <a:off x="12356815" y="0"/>
            <a:ext cx="756833" cy="6872642"/>
            <a:chOff x="12356815" y="0"/>
            <a:chExt cx="756833" cy="6872642"/>
          </a:xfrm>
        </p:grpSpPr>
        <p:sp>
          <p:nvSpPr>
            <p:cNvPr id="3" name="Rectangle 2">
              <a:extLst>
                <a:ext uri="{FF2B5EF4-FFF2-40B4-BE49-F238E27FC236}">
                  <a16:creationId xmlns:a16="http://schemas.microsoft.com/office/drawing/2014/main" id="{91570C02-39A4-C175-94E6-0557DC2F2D22}"/>
                </a:ext>
              </a:extLst>
            </p:cNvPr>
            <p:cNvSpPr/>
            <p:nvPr userDrawn="1"/>
          </p:nvSpPr>
          <p:spPr>
            <a:xfrm>
              <a:off x="12356815" y="0"/>
              <a:ext cx="553069" cy="3279913"/>
            </a:xfrm>
            <a:prstGeom prst="rect">
              <a:avLst/>
            </a:prstGeom>
            <a:solidFill>
              <a:srgbClr val="F2F2F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4" name="TextBox 3">
              <a:extLst>
                <a:ext uri="{FF2B5EF4-FFF2-40B4-BE49-F238E27FC236}">
                  <a16:creationId xmlns:a16="http://schemas.microsoft.com/office/drawing/2014/main" id="{B021A883-E647-17A4-F1D7-015C79FE22AB}"/>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ON LIGHT AND EXTRA LIGHT</a:t>
              </a:r>
            </a:p>
          </p:txBody>
        </p:sp>
        <p:sp>
          <p:nvSpPr>
            <p:cNvPr id="5" name="Rectangle 4">
              <a:extLst>
                <a:ext uri="{FF2B5EF4-FFF2-40B4-BE49-F238E27FC236}">
                  <a16:creationId xmlns:a16="http://schemas.microsoft.com/office/drawing/2014/main" id="{E50A1C0E-B02E-63AF-51ED-214F569E58E8}"/>
                </a:ext>
              </a:extLst>
            </p:cNvPr>
            <p:cNvSpPr/>
            <p:nvPr userDrawn="1"/>
          </p:nvSpPr>
          <p:spPr>
            <a:xfrm>
              <a:off x="12356815" y="3592729"/>
              <a:ext cx="553069" cy="3279913"/>
            </a:xfrm>
            <a:prstGeom prst="rect">
              <a:avLst/>
            </a:prstGeom>
            <a:solidFill>
              <a:schemeClr val="bg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7" name="Group 6">
              <a:extLst>
                <a:ext uri="{FF2B5EF4-FFF2-40B4-BE49-F238E27FC236}">
                  <a16:creationId xmlns:a16="http://schemas.microsoft.com/office/drawing/2014/main" id="{11330BC3-F33C-8CB6-A893-FCEDF860857C}"/>
                </a:ext>
              </a:extLst>
            </p:cNvPr>
            <p:cNvGrpSpPr/>
            <p:nvPr userDrawn="1"/>
          </p:nvGrpSpPr>
          <p:grpSpPr>
            <a:xfrm>
              <a:off x="12442019" y="3791214"/>
              <a:ext cx="382660" cy="2882942"/>
              <a:chOff x="14001569" y="3716048"/>
              <a:chExt cx="316248" cy="3171236"/>
            </a:xfrm>
          </p:grpSpPr>
          <p:sp>
            <p:nvSpPr>
              <p:cNvPr id="29" name="Rectangle 28">
                <a:extLst>
                  <a:ext uri="{FF2B5EF4-FFF2-40B4-BE49-F238E27FC236}">
                    <a16:creationId xmlns:a16="http://schemas.microsoft.com/office/drawing/2014/main" id="{6479F33B-1EFC-E99D-BFFB-A04AB150A35F}"/>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449BAB9C-C689-2196-C08F-E04EA2CF0B6A}"/>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9CD7613A-0AFB-C74F-C9B6-52CE94A8A648}"/>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A9202FD9-697C-C0F1-9664-56D59DA19392}"/>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48A54B93-CC02-CB1D-1204-8A3894D66282}"/>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687830CE-3047-A2AE-8A44-A247DA365CDF}"/>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68F4DAB7-310F-1215-BA7E-D3CEF8F05A0C}"/>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E26002D0-CA3A-ED7C-5E9B-72EAB751B52A}"/>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40FDDC42-5A89-9534-F74E-888B4F378103}"/>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8" name="Rectangle 37">
                <a:extLst>
                  <a:ext uri="{FF2B5EF4-FFF2-40B4-BE49-F238E27FC236}">
                    <a16:creationId xmlns:a16="http://schemas.microsoft.com/office/drawing/2014/main" id="{FAE334B0-595A-7E3E-BCB8-744F58CC75A8}"/>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1" name="Group 10">
              <a:extLst>
                <a:ext uri="{FF2B5EF4-FFF2-40B4-BE49-F238E27FC236}">
                  <a16:creationId xmlns:a16="http://schemas.microsoft.com/office/drawing/2014/main" id="{3E47524E-060E-C612-B048-8BB9DA70FAB6}"/>
                </a:ext>
              </a:extLst>
            </p:cNvPr>
            <p:cNvGrpSpPr/>
            <p:nvPr userDrawn="1"/>
          </p:nvGrpSpPr>
          <p:grpSpPr>
            <a:xfrm>
              <a:off x="12442019" y="198485"/>
              <a:ext cx="382660" cy="2882942"/>
              <a:chOff x="12742785" y="3716048"/>
              <a:chExt cx="316248" cy="3171236"/>
            </a:xfrm>
          </p:grpSpPr>
          <p:sp>
            <p:nvSpPr>
              <p:cNvPr id="14" name="Rectangle 13">
                <a:extLst>
                  <a:ext uri="{FF2B5EF4-FFF2-40B4-BE49-F238E27FC236}">
                    <a16:creationId xmlns:a16="http://schemas.microsoft.com/office/drawing/2014/main" id="{A3DA869A-2507-64F7-75DF-4496D0BB35A8}"/>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5" name="Rectangle 14">
                <a:extLst>
                  <a:ext uri="{FF2B5EF4-FFF2-40B4-BE49-F238E27FC236}">
                    <a16:creationId xmlns:a16="http://schemas.microsoft.com/office/drawing/2014/main" id="{A11B5AFA-CB9E-A4B5-DEB2-FDC2786E8760}"/>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6" name="Rectangle 15">
                <a:extLst>
                  <a:ext uri="{FF2B5EF4-FFF2-40B4-BE49-F238E27FC236}">
                    <a16:creationId xmlns:a16="http://schemas.microsoft.com/office/drawing/2014/main" id="{F2CE912A-E401-D057-2DFA-2ABB20FB8C8F}"/>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7" name="Rectangle 16">
                <a:extLst>
                  <a:ext uri="{FF2B5EF4-FFF2-40B4-BE49-F238E27FC236}">
                    <a16:creationId xmlns:a16="http://schemas.microsoft.com/office/drawing/2014/main" id="{F110AF77-78F9-59EB-A9E8-DC3E00E70664}"/>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8" name="Rectangle 17">
                <a:extLst>
                  <a:ext uri="{FF2B5EF4-FFF2-40B4-BE49-F238E27FC236}">
                    <a16:creationId xmlns:a16="http://schemas.microsoft.com/office/drawing/2014/main" id="{EE37AE94-D563-EAFA-EEA0-A70105964007}"/>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05A6B808-289E-5026-6F95-11EB7C5CDDFE}"/>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BEAB3F87-D01D-7D73-3740-E6046508CBCF}"/>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F8366785-7F2C-E440-C95D-47D2C0558CB2}"/>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19E4F73C-4E64-468E-943C-18EE6935803C}"/>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93A30129-905E-1C2B-E116-958A8B6D44DC}"/>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3" name="TextBox 12">
              <a:extLst>
                <a:ext uri="{FF2B5EF4-FFF2-40B4-BE49-F238E27FC236}">
                  <a16:creationId xmlns:a16="http://schemas.microsoft.com/office/drawing/2014/main" id="{473692C5-D1F4-F7D1-79F8-D87EDDCD4E3F}"/>
                </a:ext>
              </a:extLst>
            </p:cNvPr>
            <p:cNvSpPr txBox="1"/>
            <p:nvPr userDrawn="1"/>
          </p:nvSpPr>
          <p:spPr>
            <a:xfrm rot="16200000">
              <a:off x="12562248" y="5173598"/>
              <a:ext cx="984244" cy="118174"/>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Arial" panose="020B0604020202020204" pitchFamily="34" charset="0"/>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Arial" panose="020B0604020202020204" pitchFamily="34" charset="0"/>
                <a:ea typeface="GT America Regular" charset="0"/>
                <a:cs typeface="GT America Regular" charset="0"/>
              </a:endParaRPr>
            </a:p>
          </p:txBody>
        </p:sp>
      </p:grpSp>
      <p:sp>
        <p:nvSpPr>
          <p:cNvPr id="39" name="TextBox 38">
            <a:extLst>
              <a:ext uri="{FF2B5EF4-FFF2-40B4-BE49-F238E27FC236}">
                <a16:creationId xmlns:a16="http://schemas.microsoft.com/office/drawing/2014/main" id="{A3E2CF30-CF3E-0706-D4D0-01145828D0E4}"/>
              </a:ext>
            </a:extLst>
          </p:cNvPr>
          <p:cNvSpPr txBox="1"/>
          <p:nvPr userDrawn="1"/>
        </p:nvSpPr>
        <p:spPr>
          <a:xfrm>
            <a:off x="12356815" y="3377042"/>
            <a:ext cx="817531" cy="116635"/>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endParaRPr>
          </a:p>
        </p:txBody>
      </p:sp>
    </p:spTree>
    <p:extLst>
      <p:ext uri="{BB962C8B-B14F-4D97-AF65-F5344CB8AC3E}">
        <p14:creationId xmlns:p14="http://schemas.microsoft.com/office/powerpoint/2010/main" val="1064084033"/>
      </p:ext>
    </p:extLst>
  </p:cSld>
  <p:clrMapOvr>
    <a:overrideClrMapping bg1="dk1" tx1="lt1" bg2="dk2" tx2="lt2" accent1="accent1" accent2="accent2" accent3="accent3" accent4="accent4" accent5="accent5" accent6="accent6" hlink="hlink" folHlink="folHlink"/>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Dynamic Slices 2 / Light">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a:xfrm>
            <a:off x="4773613" y="6311900"/>
            <a:ext cx="3236581" cy="269875"/>
          </a:xfrm>
        </p:spPr>
        <p:txBody>
          <a:bodyPr/>
          <a:lstStyle>
            <a:lvl1pPr>
              <a:defRPr>
                <a:solidFill>
                  <a:schemeClr val="tx1"/>
                </a:solidFill>
              </a:defRPr>
            </a:lvl1pPr>
          </a:lstStyle>
          <a:p>
            <a:r>
              <a:rPr lang="en-US"/>
              <a:t>See slide 12 for instructions on how to update footer</a:t>
            </a:r>
          </a:p>
        </p:txBody>
      </p:sp>
      <p:sp>
        <p:nvSpPr>
          <p:cNvPr id="5" name="Title 4">
            <a:extLst>
              <a:ext uri="{FF2B5EF4-FFF2-40B4-BE49-F238E27FC236}">
                <a16:creationId xmlns:a16="http://schemas.microsoft.com/office/drawing/2014/main" id="{239C2D3C-EE71-F9D5-90F0-145F2DCE4065}"/>
              </a:ext>
            </a:extLst>
          </p:cNvPr>
          <p:cNvSpPr>
            <a:spLocks noGrp="1"/>
          </p:cNvSpPr>
          <p:nvPr>
            <p:ph type="title"/>
          </p:nvPr>
        </p:nvSpPr>
        <p:spPr>
          <a:xfrm>
            <a:off x="546100" y="552450"/>
            <a:ext cx="5445125" cy="434975"/>
          </a:xfrm>
        </p:spPr>
        <p:txBody>
          <a:bodyPr/>
          <a:lstStyle>
            <a:lvl1pPr>
              <a:defRPr>
                <a:solidFill>
                  <a:schemeClr val="tx2"/>
                </a:solidFill>
              </a:defRPr>
            </a:lvl1pPr>
          </a:lstStyle>
          <a:p>
            <a:r>
              <a:rPr lang="en-US"/>
              <a:t>Click to edit Master title style</a:t>
            </a:r>
          </a:p>
        </p:txBody>
      </p:sp>
      <p:sp>
        <p:nvSpPr>
          <p:cNvPr id="12" name="Picture Placeholder 9">
            <a:extLst>
              <a:ext uri="{FF2B5EF4-FFF2-40B4-BE49-F238E27FC236}">
                <a16:creationId xmlns:a16="http://schemas.microsoft.com/office/drawing/2014/main" id="{44C754A0-D8DE-596F-C5FB-AB25D5782CCF}"/>
              </a:ext>
            </a:extLst>
          </p:cNvPr>
          <p:cNvSpPr>
            <a:spLocks noGrp="1"/>
          </p:cNvSpPr>
          <p:nvPr>
            <p:ph type="pic" sz="quarter" idx="13" hasCustomPrompt="1"/>
          </p:nvPr>
        </p:nvSpPr>
        <p:spPr>
          <a:xfrm>
            <a:off x="6096000" y="0"/>
            <a:ext cx="2029765" cy="1566863"/>
          </a:xfrm>
          <a:solidFill>
            <a:schemeClr val="accent1"/>
          </a:solidFill>
          <a:ln>
            <a:noFill/>
          </a:ln>
        </p:spPr>
        <p:txBody>
          <a:bodyPr anchor="ctr"/>
          <a:lstStyle>
            <a:lvl1pPr algn="ctr">
              <a:defRPr sz="1200" b="0">
                <a:solidFill>
                  <a:schemeClr val="bg1"/>
                </a:solidFill>
                <a:latin typeface="Arial" panose="020B0604020202020204" pitchFamily="34" charset="0"/>
              </a:defRPr>
            </a:lvl1pPr>
          </a:lstStyle>
          <a:p>
            <a:pPr lvl="0"/>
            <a:r>
              <a:rPr lang="en-US"/>
              <a:t>Dynamic slice image</a:t>
            </a:r>
            <a:br>
              <a:rPr lang="en-US"/>
            </a:br>
            <a:r>
              <a:rPr lang="en-US"/>
              <a:t>or color fill</a:t>
            </a:r>
          </a:p>
        </p:txBody>
      </p:sp>
      <p:sp>
        <p:nvSpPr>
          <p:cNvPr id="4" name="Freeform 5">
            <a:extLst>
              <a:ext uri="{FF2B5EF4-FFF2-40B4-BE49-F238E27FC236}">
                <a16:creationId xmlns:a16="http://schemas.microsoft.com/office/drawing/2014/main" id="{75E3A3AB-C899-2F14-4772-F41275E73368}"/>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7" name="Text Placeholder 11">
            <a:extLst>
              <a:ext uri="{FF2B5EF4-FFF2-40B4-BE49-F238E27FC236}">
                <a16:creationId xmlns:a16="http://schemas.microsoft.com/office/drawing/2014/main" id="{ECB37E7F-4E3C-E404-9DDD-59DE28C0077B}"/>
              </a:ext>
            </a:extLst>
          </p:cNvPr>
          <p:cNvSpPr>
            <a:spLocks noGrp="1"/>
          </p:cNvSpPr>
          <p:nvPr>
            <p:ph type="body" sz="quarter" idx="18"/>
          </p:nvPr>
        </p:nvSpPr>
        <p:spPr>
          <a:xfrm>
            <a:off x="546100" y="1127126"/>
            <a:ext cx="5445125" cy="295274"/>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8" name="Text Placeholder 15">
            <a:extLst>
              <a:ext uri="{FF2B5EF4-FFF2-40B4-BE49-F238E27FC236}">
                <a16:creationId xmlns:a16="http://schemas.microsoft.com/office/drawing/2014/main" id="{832FAA27-BCE1-37FB-9BE3-8699F7E0E899}"/>
              </a:ext>
            </a:extLst>
          </p:cNvPr>
          <p:cNvSpPr>
            <a:spLocks noGrp="1"/>
          </p:cNvSpPr>
          <p:nvPr>
            <p:ph type="body" sz="quarter" idx="19" hasCustomPrompt="1"/>
          </p:nvPr>
        </p:nvSpPr>
        <p:spPr>
          <a:xfrm>
            <a:off x="546101" y="6019800"/>
            <a:ext cx="6851650"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Arial" panose="020B0604020202020204" pitchFamily="34"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19" name="Content Placeholder 25">
            <a:extLst>
              <a:ext uri="{FF2B5EF4-FFF2-40B4-BE49-F238E27FC236}">
                <a16:creationId xmlns:a16="http://schemas.microsoft.com/office/drawing/2014/main" id="{C6AFCAE6-3A9A-0A39-AF9B-54D500EE9D1A}"/>
              </a:ext>
            </a:extLst>
          </p:cNvPr>
          <p:cNvSpPr>
            <a:spLocks noGrp="1"/>
          </p:cNvSpPr>
          <p:nvPr>
            <p:ph sz="quarter" idx="23"/>
          </p:nvPr>
        </p:nvSpPr>
        <p:spPr>
          <a:xfrm>
            <a:off x="546100" y="1849438"/>
            <a:ext cx="6851650"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C32F9A93-72A9-3D7C-5E64-1256DD12F966}"/>
              </a:ext>
            </a:extLst>
          </p:cNvPr>
          <p:cNvSpPr/>
          <p:nvPr userDrawn="1"/>
        </p:nvSpPr>
        <p:spPr>
          <a:xfrm>
            <a:off x="8125765" y="1566862"/>
            <a:ext cx="4066235" cy="5291137"/>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Picture Placeholder 9">
            <a:extLst>
              <a:ext uri="{FF2B5EF4-FFF2-40B4-BE49-F238E27FC236}">
                <a16:creationId xmlns:a16="http://schemas.microsoft.com/office/drawing/2014/main" id="{D3E5534D-668A-F3FA-3A87-AF2CA9556356}"/>
              </a:ext>
            </a:extLst>
          </p:cNvPr>
          <p:cNvSpPr>
            <a:spLocks noGrp="1"/>
          </p:cNvSpPr>
          <p:nvPr>
            <p:ph type="pic" sz="quarter" idx="14" hasCustomPrompt="1"/>
          </p:nvPr>
        </p:nvSpPr>
        <p:spPr>
          <a:xfrm>
            <a:off x="8125765" y="1566862"/>
            <a:ext cx="4066235" cy="5291137"/>
          </a:xfrm>
          <a:noFill/>
        </p:spPr>
        <p:txBody>
          <a:bodyPr lIns="548640" tIns="548640" rIns="548640" bIns="548640" anchor="ctr"/>
          <a:lstStyle>
            <a:lvl1pPr marL="0" indent="0" algn="l">
              <a:buFont typeface="Arial" panose="020B0604020202020204" pitchFamily="34" charset="0"/>
              <a:buNone/>
              <a:defRPr sz="3600" b="0">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grpSp>
        <p:nvGrpSpPr>
          <p:cNvPr id="3" name="Group 2">
            <a:extLst>
              <a:ext uri="{FF2B5EF4-FFF2-40B4-BE49-F238E27FC236}">
                <a16:creationId xmlns:a16="http://schemas.microsoft.com/office/drawing/2014/main" id="{B60A193D-2CF6-BCED-B3AC-176360B1BFFF}"/>
              </a:ext>
            </a:extLst>
          </p:cNvPr>
          <p:cNvGrpSpPr/>
          <p:nvPr userDrawn="1"/>
        </p:nvGrpSpPr>
        <p:grpSpPr>
          <a:xfrm>
            <a:off x="12356815" y="0"/>
            <a:ext cx="756833" cy="6872642"/>
            <a:chOff x="12356815" y="0"/>
            <a:chExt cx="756833" cy="6872642"/>
          </a:xfrm>
        </p:grpSpPr>
        <p:sp>
          <p:nvSpPr>
            <p:cNvPr id="7" name="Rectangle 6">
              <a:extLst>
                <a:ext uri="{FF2B5EF4-FFF2-40B4-BE49-F238E27FC236}">
                  <a16:creationId xmlns:a16="http://schemas.microsoft.com/office/drawing/2014/main" id="{BD65FA19-4FD1-02F6-E504-4609A38F9523}"/>
                </a:ext>
              </a:extLst>
            </p:cNvPr>
            <p:cNvSpPr/>
            <p:nvPr userDrawn="1"/>
          </p:nvSpPr>
          <p:spPr>
            <a:xfrm>
              <a:off x="12356815" y="0"/>
              <a:ext cx="553069" cy="3279913"/>
            </a:xfrm>
            <a:prstGeom prst="rect">
              <a:avLst/>
            </a:prstGeom>
            <a:solidFill>
              <a:srgbClr val="F2F2F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0" name="TextBox 9">
              <a:extLst>
                <a:ext uri="{FF2B5EF4-FFF2-40B4-BE49-F238E27FC236}">
                  <a16:creationId xmlns:a16="http://schemas.microsoft.com/office/drawing/2014/main" id="{62854DBE-8F06-86BF-53C5-7D122A708A9F}"/>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ON LIGHT AND EXTRA LIGHT</a:t>
              </a:r>
            </a:p>
          </p:txBody>
        </p:sp>
        <p:sp>
          <p:nvSpPr>
            <p:cNvPr id="11" name="Rectangle 10">
              <a:extLst>
                <a:ext uri="{FF2B5EF4-FFF2-40B4-BE49-F238E27FC236}">
                  <a16:creationId xmlns:a16="http://schemas.microsoft.com/office/drawing/2014/main" id="{2AEC8101-9A5F-6BC9-2AE5-4C73CDA2E660}"/>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3" name="Group 12">
              <a:extLst>
                <a:ext uri="{FF2B5EF4-FFF2-40B4-BE49-F238E27FC236}">
                  <a16:creationId xmlns:a16="http://schemas.microsoft.com/office/drawing/2014/main" id="{96FE8A27-E6CE-686B-953A-B628E3EBA235}"/>
                </a:ext>
              </a:extLst>
            </p:cNvPr>
            <p:cNvGrpSpPr/>
            <p:nvPr userDrawn="1"/>
          </p:nvGrpSpPr>
          <p:grpSpPr>
            <a:xfrm>
              <a:off x="12442019" y="3791214"/>
              <a:ext cx="382660" cy="2882942"/>
              <a:chOff x="14001569" y="3716048"/>
              <a:chExt cx="316248" cy="3171236"/>
            </a:xfrm>
          </p:grpSpPr>
          <p:sp>
            <p:nvSpPr>
              <p:cNvPr id="29" name="Rectangle 28">
                <a:extLst>
                  <a:ext uri="{FF2B5EF4-FFF2-40B4-BE49-F238E27FC236}">
                    <a16:creationId xmlns:a16="http://schemas.microsoft.com/office/drawing/2014/main" id="{647211B5-D2BA-0BF8-36C4-538393C93081}"/>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629FE735-DBF1-A0B9-42A0-BA79526D431C}"/>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AAB182B2-33F6-E30A-4130-FDF14955F1E0}"/>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E65CA1AC-EF1D-61D5-6966-2174FBCB30AA}"/>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87AC4D5F-715F-EBB3-67F6-B05C3A6EB6A4}"/>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5DB65ED6-795D-0F93-5C8A-0CE69C408CB8}"/>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02B26F0A-A788-7B56-7895-68AE15DC10CF}"/>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ADDDCB85-ED41-D42E-FCF6-36A3B061D32D}"/>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4DF49C1B-53FE-65D1-18B1-E15892927FC0}"/>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8" name="Rectangle 37">
                <a:extLst>
                  <a:ext uri="{FF2B5EF4-FFF2-40B4-BE49-F238E27FC236}">
                    <a16:creationId xmlns:a16="http://schemas.microsoft.com/office/drawing/2014/main" id="{F927BB76-BE3A-3B34-8D8D-BA0911C40825}"/>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4" name="Group 13">
              <a:extLst>
                <a:ext uri="{FF2B5EF4-FFF2-40B4-BE49-F238E27FC236}">
                  <a16:creationId xmlns:a16="http://schemas.microsoft.com/office/drawing/2014/main" id="{682C5576-1528-E28E-8AF5-E8223B8125CA}"/>
                </a:ext>
              </a:extLst>
            </p:cNvPr>
            <p:cNvGrpSpPr/>
            <p:nvPr userDrawn="1"/>
          </p:nvGrpSpPr>
          <p:grpSpPr>
            <a:xfrm>
              <a:off x="12442019" y="198485"/>
              <a:ext cx="382660" cy="2882942"/>
              <a:chOff x="12742785" y="3716048"/>
              <a:chExt cx="316248" cy="3171236"/>
            </a:xfrm>
          </p:grpSpPr>
          <p:sp>
            <p:nvSpPr>
              <p:cNvPr id="16" name="Rectangle 15">
                <a:extLst>
                  <a:ext uri="{FF2B5EF4-FFF2-40B4-BE49-F238E27FC236}">
                    <a16:creationId xmlns:a16="http://schemas.microsoft.com/office/drawing/2014/main" id="{55F54825-EEBE-2329-61F0-6AF18D0FE8C4}"/>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0" name="Rectangle 19">
                <a:extLst>
                  <a:ext uri="{FF2B5EF4-FFF2-40B4-BE49-F238E27FC236}">
                    <a16:creationId xmlns:a16="http://schemas.microsoft.com/office/drawing/2014/main" id="{9EBF6F8A-69A4-F9F5-E5D9-CC726E1A7934}"/>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63782D92-3DA6-2A6E-1103-B6461D9D6E76}"/>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34FCB400-E289-4ED1-5139-042FB062C9B1}"/>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B3628224-207C-50CA-5916-30EADD85FB96}"/>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D8BF7070-C0D2-58D2-B7A3-7D5510B9D75D}"/>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FE0F667F-9A9E-AA27-10ED-013A38321871}"/>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CD16E8BA-6614-571F-043D-6CD96F73A21B}"/>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009A1E66-1EA5-8A48-0B41-2E7819DA39D9}"/>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915DDD13-9C13-00BE-BF4E-6B666AF48304}"/>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5" name="TextBox 14">
              <a:extLst>
                <a:ext uri="{FF2B5EF4-FFF2-40B4-BE49-F238E27FC236}">
                  <a16:creationId xmlns:a16="http://schemas.microsoft.com/office/drawing/2014/main" id="{F2A8965B-A935-6C28-0700-8963BAE28719}"/>
                </a:ext>
              </a:extLst>
            </p:cNvPr>
            <p:cNvSpPr txBox="1"/>
            <p:nvPr userDrawn="1"/>
          </p:nvSpPr>
          <p:spPr>
            <a:xfrm rot="16200000">
              <a:off x="12562248" y="5173598"/>
              <a:ext cx="984244" cy="118174"/>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Arial" panose="020B0604020202020204" pitchFamily="34" charset="0"/>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Arial" panose="020B0604020202020204" pitchFamily="34" charset="0"/>
                <a:ea typeface="GT America Regular" charset="0"/>
                <a:cs typeface="GT America Regular" charset="0"/>
              </a:endParaRPr>
            </a:p>
          </p:txBody>
        </p:sp>
      </p:grpSp>
      <p:sp>
        <p:nvSpPr>
          <p:cNvPr id="39" name="TextBox 38">
            <a:extLst>
              <a:ext uri="{FF2B5EF4-FFF2-40B4-BE49-F238E27FC236}">
                <a16:creationId xmlns:a16="http://schemas.microsoft.com/office/drawing/2014/main" id="{1BA8E293-E2EB-897C-7458-C1F7D4B55723}"/>
              </a:ext>
            </a:extLst>
          </p:cNvPr>
          <p:cNvSpPr txBox="1"/>
          <p:nvPr userDrawn="1"/>
        </p:nvSpPr>
        <p:spPr>
          <a:xfrm>
            <a:off x="12356815" y="3377042"/>
            <a:ext cx="817531" cy="116635"/>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endParaRP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a:p>
        </p:txBody>
      </p:sp>
    </p:spTree>
    <p:extLst>
      <p:ext uri="{BB962C8B-B14F-4D97-AF65-F5344CB8AC3E}">
        <p14:creationId xmlns:p14="http://schemas.microsoft.com/office/powerpoint/2010/main" val="3909525131"/>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Dynamic Slices 2 / Light - Subhea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94E9E3F-0E54-D2AC-2C3B-B2AD042CCF2F}"/>
              </a:ext>
            </a:extLst>
          </p:cNvPr>
          <p:cNvSpPr/>
          <p:nvPr userDrawn="1"/>
        </p:nvSpPr>
        <p:spPr>
          <a:xfrm>
            <a:off x="8125764" y="1566863"/>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6096000" y="0"/>
            <a:ext cx="2029765" cy="1566863"/>
          </a:xfrm>
          <a:solidFill>
            <a:schemeClr val="accent1"/>
          </a:solidFill>
          <a:ln>
            <a:noFill/>
          </a:ln>
        </p:spPr>
        <p:txBody>
          <a:bodyPr anchor="ctr"/>
          <a:lstStyle>
            <a:lvl1pPr algn="ctr">
              <a:defRPr sz="1200" b="0">
                <a:solidFill>
                  <a:schemeClr val="bg1"/>
                </a:solidFill>
                <a:latin typeface="Arial" panose="020B0604020202020204" pitchFamily="34" charset="0"/>
              </a:defRPr>
            </a:lvl1pPr>
          </a:lstStyle>
          <a:p>
            <a:pPr lvl="0"/>
            <a:r>
              <a:rPr lang="en-US"/>
              <a:t>Dynamic slice image</a:t>
            </a:r>
            <a:br>
              <a:rPr lang="en-US"/>
            </a:br>
            <a:r>
              <a:rPr lang="en-US"/>
              <a:t>or color fill</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a:xfrm>
            <a:off x="4773613" y="6311900"/>
            <a:ext cx="3236581" cy="269875"/>
          </a:xfrm>
        </p:spPr>
        <p:txBody>
          <a:bodyPr/>
          <a:lstStyle>
            <a:lvl1pPr>
              <a:defRPr>
                <a:solidFill>
                  <a:schemeClr val="tx1"/>
                </a:solidFill>
              </a:defRPr>
            </a:lvl1p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12" name="Title 11">
            <a:extLst>
              <a:ext uri="{FF2B5EF4-FFF2-40B4-BE49-F238E27FC236}">
                <a16:creationId xmlns:a16="http://schemas.microsoft.com/office/drawing/2014/main" id="{B6A2B7E6-3059-8E4F-3CF4-F1E41E44420F}"/>
              </a:ext>
            </a:extLst>
          </p:cNvPr>
          <p:cNvSpPr>
            <a:spLocks noGrp="1"/>
          </p:cNvSpPr>
          <p:nvPr>
            <p:ph type="title"/>
          </p:nvPr>
        </p:nvSpPr>
        <p:spPr>
          <a:xfrm>
            <a:off x="546100" y="552450"/>
            <a:ext cx="5441473" cy="434975"/>
          </a:xfrm>
        </p:spPr>
        <p:txBody>
          <a:bodyPr/>
          <a:lstStyle>
            <a:lvl1pPr>
              <a:defRPr>
                <a:solidFill>
                  <a:schemeClr val="tx2"/>
                </a:solidFill>
              </a:defRPr>
            </a:lvl1pPr>
          </a:lstStyle>
          <a:p>
            <a:r>
              <a:rPr lang="en-US"/>
              <a:t>Click to edit Master title style</a:t>
            </a:r>
          </a:p>
        </p:txBody>
      </p:sp>
      <p:sp>
        <p:nvSpPr>
          <p:cNvPr id="3" name="Freeform 5">
            <a:extLst>
              <a:ext uri="{FF2B5EF4-FFF2-40B4-BE49-F238E27FC236}">
                <a16:creationId xmlns:a16="http://schemas.microsoft.com/office/drawing/2014/main" id="{51A2B53C-6D02-BDF9-985B-07222E28EC16}"/>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8" name="Text Placeholder 11">
            <a:extLst>
              <a:ext uri="{FF2B5EF4-FFF2-40B4-BE49-F238E27FC236}">
                <a16:creationId xmlns:a16="http://schemas.microsoft.com/office/drawing/2014/main" id="{9D388E5C-FB1D-8ADE-23C8-8F02759F89BF}"/>
              </a:ext>
            </a:extLst>
          </p:cNvPr>
          <p:cNvSpPr>
            <a:spLocks noGrp="1"/>
          </p:cNvSpPr>
          <p:nvPr>
            <p:ph type="body" sz="quarter" idx="23"/>
          </p:nvPr>
        </p:nvSpPr>
        <p:spPr>
          <a:xfrm>
            <a:off x="546100" y="1127125"/>
            <a:ext cx="5445125" cy="292607"/>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9" name="Text Placeholder 13">
            <a:extLst>
              <a:ext uri="{FF2B5EF4-FFF2-40B4-BE49-F238E27FC236}">
                <a16:creationId xmlns:a16="http://schemas.microsoft.com/office/drawing/2014/main" id="{912FB487-0A83-3038-FA1F-1E425681D205}"/>
              </a:ext>
            </a:extLst>
          </p:cNvPr>
          <p:cNvSpPr>
            <a:spLocks noGrp="1"/>
          </p:cNvSpPr>
          <p:nvPr>
            <p:ph type="body" sz="quarter" idx="24"/>
          </p:nvPr>
        </p:nvSpPr>
        <p:spPr>
          <a:xfrm>
            <a:off x="546100" y="6019801"/>
            <a:ext cx="6855345"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Arial" panose="020B0604020202020204" pitchFamily="34"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20" name="Content Placeholder 29">
            <a:extLst>
              <a:ext uri="{FF2B5EF4-FFF2-40B4-BE49-F238E27FC236}">
                <a16:creationId xmlns:a16="http://schemas.microsoft.com/office/drawing/2014/main" id="{58C0D593-9DC8-91DA-877C-F657119FC2AA}"/>
              </a:ext>
            </a:extLst>
          </p:cNvPr>
          <p:cNvSpPr>
            <a:spLocks noGrp="1"/>
          </p:cNvSpPr>
          <p:nvPr>
            <p:ph sz="quarter" idx="27"/>
          </p:nvPr>
        </p:nvSpPr>
        <p:spPr>
          <a:xfrm>
            <a:off x="550069" y="2425700"/>
            <a:ext cx="6847681"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33">
            <a:extLst>
              <a:ext uri="{FF2B5EF4-FFF2-40B4-BE49-F238E27FC236}">
                <a16:creationId xmlns:a16="http://schemas.microsoft.com/office/drawing/2014/main" id="{F724E384-38F7-2332-6CDE-587ABAE34345}"/>
              </a:ext>
            </a:extLst>
          </p:cNvPr>
          <p:cNvSpPr>
            <a:spLocks noGrp="1"/>
          </p:cNvSpPr>
          <p:nvPr>
            <p:ph type="body" sz="quarter" idx="29"/>
          </p:nvPr>
        </p:nvSpPr>
        <p:spPr>
          <a:xfrm>
            <a:off x="546100" y="1849437"/>
            <a:ext cx="6851650"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Picture Placeholder 9">
            <a:extLst>
              <a:ext uri="{FF2B5EF4-FFF2-40B4-BE49-F238E27FC236}">
                <a16:creationId xmlns:a16="http://schemas.microsoft.com/office/drawing/2014/main" id="{4EB62E2F-2E37-C08A-71AA-5EDB5BF3A79E}"/>
              </a:ext>
            </a:extLst>
          </p:cNvPr>
          <p:cNvSpPr>
            <a:spLocks noGrp="1"/>
          </p:cNvSpPr>
          <p:nvPr>
            <p:ph type="pic" sz="quarter" idx="14" hasCustomPrompt="1"/>
          </p:nvPr>
        </p:nvSpPr>
        <p:spPr>
          <a:xfrm>
            <a:off x="8125765" y="1566862"/>
            <a:ext cx="4066235" cy="5291137"/>
          </a:xfrm>
          <a:noFill/>
        </p:spPr>
        <p:txBody>
          <a:bodyPr lIns="548640" tIns="548640" rIns="548640" bIns="548640" anchor="ctr"/>
          <a:lstStyle>
            <a:lvl1pPr marL="0" indent="0" algn="l">
              <a:buFont typeface="Arial" panose="020B0604020202020204" pitchFamily="34" charset="0"/>
              <a:buNone/>
              <a:defRPr sz="3600" b="0">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grpSp>
        <p:nvGrpSpPr>
          <p:cNvPr id="5" name="Group 4">
            <a:extLst>
              <a:ext uri="{FF2B5EF4-FFF2-40B4-BE49-F238E27FC236}">
                <a16:creationId xmlns:a16="http://schemas.microsoft.com/office/drawing/2014/main" id="{47C0A75C-E36C-0C46-2F03-6DB3FC764DF9}"/>
              </a:ext>
            </a:extLst>
          </p:cNvPr>
          <p:cNvGrpSpPr/>
          <p:nvPr userDrawn="1"/>
        </p:nvGrpSpPr>
        <p:grpSpPr>
          <a:xfrm>
            <a:off x="12356815" y="0"/>
            <a:ext cx="756833" cy="6872642"/>
            <a:chOff x="12356815" y="0"/>
            <a:chExt cx="756833" cy="6872642"/>
          </a:xfrm>
        </p:grpSpPr>
        <p:sp>
          <p:nvSpPr>
            <p:cNvPr id="6" name="Rectangle 5">
              <a:extLst>
                <a:ext uri="{FF2B5EF4-FFF2-40B4-BE49-F238E27FC236}">
                  <a16:creationId xmlns:a16="http://schemas.microsoft.com/office/drawing/2014/main" id="{9778A2EC-F4E7-8688-B2D6-8C84D19D8EBF}"/>
                </a:ext>
              </a:extLst>
            </p:cNvPr>
            <p:cNvSpPr/>
            <p:nvPr userDrawn="1"/>
          </p:nvSpPr>
          <p:spPr>
            <a:xfrm>
              <a:off x="12356815" y="0"/>
              <a:ext cx="553069" cy="3279913"/>
            </a:xfrm>
            <a:prstGeom prst="rect">
              <a:avLst/>
            </a:prstGeom>
            <a:solidFill>
              <a:srgbClr val="F2F2F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7" name="TextBox 6">
              <a:extLst>
                <a:ext uri="{FF2B5EF4-FFF2-40B4-BE49-F238E27FC236}">
                  <a16:creationId xmlns:a16="http://schemas.microsoft.com/office/drawing/2014/main" id="{BB9E47FD-FAEC-7EC8-8924-53D7E1C05AEB}"/>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ON LIGHT AND EXTRA LIGHT</a:t>
              </a:r>
            </a:p>
          </p:txBody>
        </p:sp>
        <p:sp>
          <p:nvSpPr>
            <p:cNvPr id="11" name="Rectangle 10">
              <a:extLst>
                <a:ext uri="{FF2B5EF4-FFF2-40B4-BE49-F238E27FC236}">
                  <a16:creationId xmlns:a16="http://schemas.microsoft.com/office/drawing/2014/main" id="{DFACABFF-0E64-F8A4-B988-37432BD2B15D}"/>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3" name="Group 12">
              <a:extLst>
                <a:ext uri="{FF2B5EF4-FFF2-40B4-BE49-F238E27FC236}">
                  <a16:creationId xmlns:a16="http://schemas.microsoft.com/office/drawing/2014/main" id="{B336D51A-5DF8-069C-5A58-672B68AE780F}"/>
                </a:ext>
              </a:extLst>
            </p:cNvPr>
            <p:cNvGrpSpPr/>
            <p:nvPr userDrawn="1"/>
          </p:nvGrpSpPr>
          <p:grpSpPr>
            <a:xfrm>
              <a:off x="12442019" y="3791214"/>
              <a:ext cx="382660" cy="2882942"/>
              <a:chOff x="14001569" y="3716048"/>
              <a:chExt cx="316248" cy="3171236"/>
            </a:xfrm>
          </p:grpSpPr>
          <p:sp>
            <p:nvSpPr>
              <p:cNvPr id="30" name="Rectangle 29">
                <a:extLst>
                  <a:ext uri="{FF2B5EF4-FFF2-40B4-BE49-F238E27FC236}">
                    <a16:creationId xmlns:a16="http://schemas.microsoft.com/office/drawing/2014/main" id="{68D381C3-AE9F-967B-F0E2-8C13D5CF0459}"/>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AA0CCE5C-A3DC-081D-4841-344B679F52CB}"/>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AB11F0FD-BB94-6CF5-5566-2FC31E74BA30}"/>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25099D5C-4D2E-1DB6-7A4C-A55F4D10A020}"/>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0D019E33-FC63-470D-2779-9972F085EA56}"/>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368B20A9-1874-B81E-12A2-650162EB8D34}"/>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1F63B450-8003-8B79-5847-3F254085D856}"/>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98BA5883-60E9-BF10-E2BC-EDFF2FAB7F71}"/>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8" name="Rectangle 37">
                <a:extLst>
                  <a:ext uri="{FF2B5EF4-FFF2-40B4-BE49-F238E27FC236}">
                    <a16:creationId xmlns:a16="http://schemas.microsoft.com/office/drawing/2014/main" id="{4F916BE9-D856-AD9E-3DAC-EDD691430ACD}"/>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9" name="Rectangle 38">
                <a:extLst>
                  <a:ext uri="{FF2B5EF4-FFF2-40B4-BE49-F238E27FC236}">
                    <a16:creationId xmlns:a16="http://schemas.microsoft.com/office/drawing/2014/main" id="{AA11C9AB-A626-21AA-218C-C07642723A3B}"/>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4" name="Group 13">
              <a:extLst>
                <a:ext uri="{FF2B5EF4-FFF2-40B4-BE49-F238E27FC236}">
                  <a16:creationId xmlns:a16="http://schemas.microsoft.com/office/drawing/2014/main" id="{2B7FED4C-5DFE-A8EF-8645-2A9350070230}"/>
                </a:ext>
              </a:extLst>
            </p:cNvPr>
            <p:cNvGrpSpPr/>
            <p:nvPr userDrawn="1"/>
          </p:nvGrpSpPr>
          <p:grpSpPr>
            <a:xfrm>
              <a:off x="12442019" y="198485"/>
              <a:ext cx="382660" cy="2882942"/>
              <a:chOff x="12742785" y="3716048"/>
              <a:chExt cx="316248" cy="3171236"/>
            </a:xfrm>
          </p:grpSpPr>
          <p:sp>
            <p:nvSpPr>
              <p:cNvPr id="16" name="Rectangle 15">
                <a:extLst>
                  <a:ext uri="{FF2B5EF4-FFF2-40B4-BE49-F238E27FC236}">
                    <a16:creationId xmlns:a16="http://schemas.microsoft.com/office/drawing/2014/main" id="{CB2437DD-E14E-E575-847E-84CA8EFE5957}"/>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7" name="Rectangle 16">
                <a:extLst>
                  <a:ext uri="{FF2B5EF4-FFF2-40B4-BE49-F238E27FC236}">
                    <a16:creationId xmlns:a16="http://schemas.microsoft.com/office/drawing/2014/main" id="{E160AD25-F43E-4A22-0665-B98FE45E599B}"/>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74BE5D80-0F1A-1E9C-F1BB-721CE632F712}"/>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66572DC8-7B31-1BBE-15E2-A74CEB2A145C}"/>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AE177B04-B0A6-2641-B7FD-1E314754FC51}"/>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B18EC749-0657-5C8B-AB22-F7092C5BCCB4}"/>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687AA2FF-D13C-BFA1-EB3A-603C4C034C92}"/>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87812305-980A-D088-3FF5-F17626C68B4E}"/>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CC99DFDC-9105-7635-6266-FE9842440717}"/>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CE614AF1-F2A5-82FF-8BAD-3091E0E71230}"/>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5" name="TextBox 14">
              <a:extLst>
                <a:ext uri="{FF2B5EF4-FFF2-40B4-BE49-F238E27FC236}">
                  <a16:creationId xmlns:a16="http://schemas.microsoft.com/office/drawing/2014/main" id="{D5C0E56F-9736-EBC9-AC53-22A9BF21BBAB}"/>
                </a:ext>
              </a:extLst>
            </p:cNvPr>
            <p:cNvSpPr txBox="1"/>
            <p:nvPr userDrawn="1"/>
          </p:nvSpPr>
          <p:spPr>
            <a:xfrm rot="16200000">
              <a:off x="12562248" y="5173598"/>
              <a:ext cx="984244" cy="118174"/>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Arial" panose="020B0604020202020204" pitchFamily="34" charset="0"/>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Arial" panose="020B0604020202020204" pitchFamily="34" charset="0"/>
                <a:ea typeface="GT America Regular" charset="0"/>
                <a:cs typeface="GT America Regular" charset="0"/>
              </a:endParaRPr>
            </a:p>
          </p:txBody>
        </p:sp>
      </p:grpSp>
      <p:sp>
        <p:nvSpPr>
          <p:cNvPr id="40" name="TextBox 39">
            <a:extLst>
              <a:ext uri="{FF2B5EF4-FFF2-40B4-BE49-F238E27FC236}">
                <a16:creationId xmlns:a16="http://schemas.microsoft.com/office/drawing/2014/main" id="{E3C0A0C5-70BC-5FD0-B5C8-DD718E667381}"/>
              </a:ext>
            </a:extLst>
          </p:cNvPr>
          <p:cNvSpPr txBox="1"/>
          <p:nvPr userDrawn="1"/>
        </p:nvSpPr>
        <p:spPr>
          <a:xfrm>
            <a:off x="12356815" y="3377042"/>
            <a:ext cx="817531" cy="116635"/>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endParaRPr>
          </a:p>
        </p:txBody>
      </p:sp>
    </p:spTree>
    <p:extLst>
      <p:ext uri="{BB962C8B-B14F-4D97-AF65-F5344CB8AC3E}">
        <p14:creationId xmlns:p14="http://schemas.microsoft.com/office/powerpoint/2010/main" val="3508309296"/>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Dynamic Slices 2 / Dark">
    <p:bg>
      <p:bgPr>
        <a:solidFill>
          <a:schemeClr val="tx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6308A00-4938-A4F1-3780-B52C6BA58AC5}"/>
              </a:ext>
            </a:extLst>
          </p:cNvPr>
          <p:cNvSpPr/>
          <p:nvPr userDrawn="1"/>
        </p:nvSpPr>
        <p:spPr>
          <a:xfrm>
            <a:off x="8125764" y="1566863"/>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9">
            <a:extLst>
              <a:ext uri="{FF2B5EF4-FFF2-40B4-BE49-F238E27FC236}">
                <a16:creationId xmlns:a16="http://schemas.microsoft.com/office/drawing/2014/main" id="{A5C25FA9-2DC2-B06B-E7AA-31258B974C05}"/>
              </a:ext>
            </a:extLst>
          </p:cNvPr>
          <p:cNvSpPr>
            <a:spLocks noGrp="1"/>
          </p:cNvSpPr>
          <p:nvPr>
            <p:ph type="pic" sz="quarter" idx="14" hasCustomPrompt="1"/>
          </p:nvPr>
        </p:nvSpPr>
        <p:spPr>
          <a:xfrm>
            <a:off x="8125765" y="1566862"/>
            <a:ext cx="4066235" cy="5291137"/>
          </a:xfrm>
          <a:noFill/>
        </p:spPr>
        <p:txBody>
          <a:bodyPr lIns="548640" tIns="548640" rIns="548640" bIns="548640" anchor="ctr"/>
          <a:lstStyle>
            <a:lvl1pPr marL="0" indent="0" algn="l">
              <a:buFont typeface="Arial" panose="020B0604020202020204" pitchFamily="34" charset="0"/>
              <a:buNone/>
              <a:defRPr sz="3600" b="0">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a:xfrm>
            <a:off x="4773613" y="6311900"/>
            <a:ext cx="3236581" cy="269875"/>
          </a:xfrm>
        </p:spPr>
        <p:txBody>
          <a:bodyPr/>
          <a:lstStyle>
            <a:lvl1pPr>
              <a:defRPr>
                <a:solidFill>
                  <a:schemeClr val="bg1"/>
                </a:solidFill>
              </a:defRPr>
            </a:lvl1p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20" name="Freeform 19">
            <a:extLst>
              <a:ext uri="{FF2B5EF4-FFF2-40B4-BE49-F238E27FC236}">
                <a16:creationId xmlns:a16="http://schemas.microsoft.com/office/drawing/2014/main" id="{091F8258-6B33-2DAE-610E-A14A266200A5}"/>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5" name="Title 4">
            <a:extLst>
              <a:ext uri="{FF2B5EF4-FFF2-40B4-BE49-F238E27FC236}">
                <a16:creationId xmlns:a16="http://schemas.microsoft.com/office/drawing/2014/main" id="{239C2D3C-EE71-F9D5-90F0-145F2DCE4065}"/>
              </a:ext>
            </a:extLst>
          </p:cNvPr>
          <p:cNvSpPr>
            <a:spLocks noGrp="1"/>
          </p:cNvSpPr>
          <p:nvPr>
            <p:ph type="title"/>
          </p:nvPr>
        </p:nvSpPr>
        <p:spPr>
          <a:xfrm>
            <a:off x="546892" y="552450"/>
            <a:ext cx="5444333" cy="434975"/>
          </a:xfrm>
        </p:spPr>
        <p:txBody>
          <a:bodyPr/>
          <a:lstStyle>
            <a:lvl1pPr>
              <a:defRPr>
                <a:solidFill>
                  <a:schemeClr val="accent1"/>
                </a:solidFill>
              </a:defRPr>
            </a:lvl1pPr>
          </a:lstStyle>
          <a:p>
            <a:r>
              <a:rPr lang="en-US"/>
              <a:t>Click to edit Master title style</a:t>
            </a:r>
          </a:p>
        </p:txBody>
      </p:sp>
      <p:sp>
        <p:nvSpPr>
          <p:cNvPr id="12" name="Picture Placeholder 9">
            <a:extLst>
              <a:ext uri="{FF2B5EF4-FFF2-40B4-BE49-F238E27FC236}">
                <a16:creationId xmlns:a16="http://schemas.microsoft.com/office/drawing/2014/main" id="{44C754A0-D8DE-596F-C5FB-AB25D5782CCF}"/>
              </a:ext>
            </a:extLst>
          </p:cNvPr>
          <p:cNvSpPr>
            <a:spLocks noGrp="1"/>
          </p:cNvSpPr>
          <p:nvPr>
            <p:ph type="pic" sz="quarter" idx="13" hasCustomPrompt="1"/>
          </p:nvPr>
        </p:nvSpPr>
        <p:spPr>
          <a:xfrm>
            <a:off x="6096000" y="0"/>
            <a:ext cx="2029765" cy="1566863"/>
          </a:xfrm>
          <a:solidFill>
            <a:schemeClr val="accent1"/>
          </a:solidFill>
          <a:ln>
            <a:noFill/>
          </a:ln>
        </p:spPr>
        <p:txBody>
          <a:bodyPr anchor="ctr"/>
          <a:lstStyle>
            <a:lvl1pPr algn="ctr">
              <a:defRPr sz="1200" b="0">
                <a:solidFill>
                  <a:schemeClr val="bg1"/>
                </a:solidFill>
                <a:latin typeface="Arial" panose="020B0604020202020204" pitchFamily="34" charset="0"/>
              </a:defRPr>
            </a:lvl1pPr>
          </a:lstStyle>
          <a:p>
            <a:pPr lvl="0"/>
            <a:r>
              <a:rPr lang="en-US"/>
              <a:t>Dynamic slice image</a:t>
            </a:r>
            <a:br>
              <a:rPr lang="en-US"/>
            </a:br>
            <a:r>
              <a:rPr lang="en-US"/>
              <a:t>or color fill</a:t>
            </a:r>
          </a:p>
        </p:txBody>
      </p:sp>
      <p:sp>
        <p:nvSpPr>
          <p:cNvPr id="22" name="Text Placeholder 11">
            <a:extLst>
              <a:ext uri="{FF2B5EF4-FFF2-40B4-BE49-F238E27FC236}">
                <a16:creationId xmlns:a16="http://schemas.microsoft.com/office/drawing/2014/main" id="{A09E7A87-B133-8C2E-3361-C82516967FAB}"/>
              </a:ext>
            </a:extLst>
          </p:cNvPr>
          <p:cNvSpPr>
            <a:spLocks noGrp="1"/>
          </p:cNvSpPr>
          <p:nvPr>
            <p:ph type="body" sz="quarter" idx="18"/>
          </p:nvPr>
        </p:nvSpPr>
        <p:spPr>
          <a:xfrm>
            <a:off x="546892" y="1127125"/>
            <a:ext cx="5444333"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24" name="Content Placeholder 25">
            <a:extLst>
              <a:ext uri="{FF2B5EF4-FFF2-40B4-BE49-F238E27FC236}">
                <a16:creationId xmlns:a16="http://schemas.microsoft.com/office/drawing/2014/main" id="{80128354-9047-7350-5416-848442CCD831}"/>
              </a:ext>
            </a:extLst>
          </p:cNvPr>
          <p:cNvSpPr>
            <a:spLocks noGrp="1"/>
          </p:cNvSpPr>
          <p:nvPr>
            <p:ph sz="quarter" idx="23"/>
          </p:nvPr>
        </p:nvSpPr>
        <p:spPr>
          <a:xfrm>
            <a:off x="546892" y="1849438"/>
            <a:ext cx="6850858" cy="4017961"/>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Text Placeholder 13">
            <a:extLst>
              <a:ext uri="{FF2B5EF4-FFF2-40B4-BE49-F238E27FC236}">
                <a16:creationId xmlns:a16="http://schemas.microsoft.com/office/drawing/2014/main" id="{72CE5105-8928-8980-F557-C8D17BD90A57}"/>
              </a:ext>
            </a:extLst>
          </p:cNvPr>
          <p:cNvSpPr>
            <a:spLocks noGrp="1"/>
          </p:cNvSpPr>
          <p:nvPr>
            <p:ph type="body" sz="quarter" idx="24"/>
          </p:nvPr>
        </p:nvSpPr>
        <p:spPr>
          <a:xfrm>
            <a:off x="546892" y="6019801"/>
            <a:ext cx="6854553"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Arial" panose="020B0604020202020204" pitchFamily="34"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chemeClr val="bg1"/>
                </a:solidFill>
                <a:latin typeface="+mn-lt"/>
                <a:ea typeface="GT America Regular" charset="0"/>
                <a:cs typeface="GT America Regular" charset="0"/>
              </a:defRPr>
            </a:lvl9pPr>
          </a:lstStyle>
          <a:p>
            <a:pPr lvl="0"/>
            <a:r>
              <a:rPr lang="en-US"/>
              <a:t>Click to edit Master text styles</a:t>
            </a:r>
          </a:p>
        </p:txBody>
      </p:sp>
      <p:grpSp>
        <p:nvGrpSpPr>
          <p:cNvPr id="4" name="Group 3">
            <a:extLst>
              <a:ext uri="{FF2B5EF4-FFF2-40B4-BE49-F238E27FC236}">
                <a16:creationId xmlns:a16="http://schemas.microsoft.com/office/drawing/2014/main" id="{1500F019-0B2A-B9AD-0EF9-EB4AD28152DF}"/>
              </a:ext>
            </a:extLst>
          </p:cNvPr>
          <p:cNvGrpSpPr/>
          <p:nvPr userDrawn="1"/>
        </p:nvGrpSpPr>
        <p:grpSpPr>
          <a:xfrm>
            <a:off x="12356815" y="0"/>
            <a:ext cx="756833" cy="6872642"/>
            <a:chOff x="12356815" y="0"/>
            <a:chExt cx="756833" cy="6872642"/>
          </a:xfrm>
        </p:grpSpPr>
        <p:sp>
          <p:nvSpPr>
            <p:cNvPr id="6" name="Rectangle 5">
              <a:extLst>
                <a:ext uri="{FF2B5EF4-FFF2-40B4-BE49-F238E27FC236}">
                  <a16:creationId xmlns:a16="http://schemas.microsoft.com/office/drawing/2014/main" id="{0BDC9C38-573A-9A88-D8CF-0D58B117A67D}"/>
                </a:ext>
              </a:extLst>
            </p:cNvPr>
            <p:cNvSpPr/>
            <p:nvPr userDrawn="1"/>
          </p:nvSpPr>
          <p:spPr>
            <a:xfrm>
              <a:off x="12356815" y="0"/>
              <a:ext cx="553069" cy="3279913"/>
            </a:xfrm>
            <a:prstGeom prst="rect">
              <a:avLst/>
            </a:prstGeom>
            <a:solidFill>
              <a:srgbClr val="F2F2F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7" name="TextBox 6">
              <a:extLst>
                <a:ext uri="{FF2B5EF4-FFF2-40B4-BE49-F238E27FC236}">
                  <a16:creationId xmlns:a16="http://schemas.microsoft.com/office/drawing/2014/main" id="{E29F8A10-FE22-CD18-CF7E-E5262184CE14}"/>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ON LIGHT AND EXTRA LIGHT</a:t>
              </a:r>
            </a:p>
          </p:txBody>
        </p:sp>
        <p:sp>
          <p:nvSpPr>
            <p:cNvPr id="10" name="Rectangle 9">
              <a:extLst>
                <a:ext uri="{FF2B5EF4-FFF2-40B4-BE49-F238E27FC236}">
                  <a16:creationId xmlns:a16="http://schemas.microsoft.com/office/drawing/2014/main" id="{E9FB32F8-A85F-E046-2976-4C94C42ACC43}"/>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1" name="Group 10">
              <a:extLst>
                <a:ext uri="{FF2B5EF4-FFF2-40B4-BE49-F238E27FC236}">
                  <a16:creationId xmlns:a16="http://schemas.microsoft.com/office/drawing/2014/main" id="{142B660E-07C4-1A35-7105-E45A55BF32CA}"/>
                </a:ext>
              </a:extLst>
            </p:cNvPr>
            <p:cNvGrpSpPr/>
            <p:nvPr userDrawn="1"/>
          </p:nvGrpSpPr>
          <p:grpSpPr>
            <a:xfrm>
              <a:off x="12442019" y="3791214"/>
              <a:ext cx="382660" cy="2882942"/>
              <a:chOff x="14001569" y="3716048"/>
              <a:chExt cx="316248" cy="3171236"/>
            </a:xfrm>
          </p:grpSpPr>
          <p:sp>
            <p:nvSpPr>
              <p:cNvPr id="29" name="Rectangle 28">
                <a:extLst>
                  <a:ext uri="{FF2B5EF4-FFF2-40B4-BE49-F238E27FC236}">
                    <a16:creationId xmlns:a16="http://schemas.microsoft.com/office/drawing/2014/main" id="{A650B980-F3FA-384D-A885-9BF104C9B71A}"/>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7613C1A6-0229-3F45-A914-0FD0E1D00181}"/>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3F075C8D-20E1-A9EA-23C8-E39FD08FCB2A}"/>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EB732412-EFD5-B7BA-9120-6F4C55D74D6D}"/>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BF57B912-F401-8219-1820-665ADD9E975C}"/>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713532CA-BB7C-02DB-AF47-8AD7D68819F3}"/>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77321B19-0B1E-C7C7-2AB0-C7F05D3BCB89}"/>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B60EEA36-CA8B-F7E5-2B3F-D04BFB65DCBD}"/>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A6C6BD2D-6CD7-355A-A676-0D049EE07086}"/>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8" name="Rectangle 37">
                <a:extLst>
                  <a:ext uri="{FF2B5EF4-FFF2-40B4-BE49-F238E27FC236}">
                    <a16:creationId xmlns:a16="http://schemas.microsoft.com/office/drawing/2014/main" id="{68858B37-230F-2C80-1ED3-013DDF80236D}"/>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3" name="Group 12">
              <a:extLst>
                <a:ext uri="{FF2B5EF4-FFF2-40B4-BE49-F238E27FC236}">
                  <a16:creationId xmlns:a16="http://schemas.microsoft.com/office/drawing/2014/main" id="{F1351297-E43D-B550-EEAF-FED841509FBE}"/>
                </a:ext>
              </a:extLst>
            </p:cNvPr>
            <p:cNvGrpSpPr/>
            <p:nvPr userDrawn="1"/>
          </p:nvGrpSpPr>
          <p:grpSpPr>
            <a:xfrm>
              <a:off x="12442019" y="198485"/>
              <a:ext cx="382660" cy="2882942"/>
              <a:chOff x="12742785" y="3716048"/>
              <a:chExt cx="316248" cy="3171236"/>
            </a:xfrm>
          </p:grpSpPr>
          <p:sp>
            <p:nvSpPr>
              <p:cNvPr id="15" name="Rectangle 14">
                <a:extLst>
                  <a:ext uri="{FF2B5EF4-FFF2-40B4-BE49-F238E27FC236}">
                    <a16:creationId xmlns:a16="http://schemas.microsoft.com/office/drawing/2014/main" id="{FFC6EBB2-CBB9-4076-9313-BAED1D976474}"/>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6" name="Rectangle 15">
                <a:extLst>
                  <a:ext uri="{FF2B5EF4-FFF2-40B4-BE49-F238E27FC236}">
                    <a16:creationId xmlns:a16="http://schemas.microsoft.com/office/drawing/2014/main" id="{D87E0615-9EF1-7102-E6EC-7D99ECC6FD40}"/>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7" name="Rectangle 16">
                <a:extLst>
                  <a:ext uri="{FF2B5EF4-FFF2-40B4-BE49-F238E27FC236}">
                    <a16:creationId xmlns:a16="http://schemas.microsoft.com/office/drawing/2014/main" id="{6413920F-A20A-E434-5B92-00B4659EB4CF}"/>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8" name="Rectangle 17">
                <a:extLst>
                  <a:ext uri="{FF2B5EF4-FFF2-40B4-BE49-F238E27FC236}">
                    <a16:creationId xmlns:a16="http://schemas.microsoft.com/office/drawing/2014/main" id="{414BB875-411C-FC6F-0E70-6B2D714D1306}"/>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9" name="Rectangle 18">
                <a:extLst>
                  <a:ext uri="{FF2B5EF4-FFF2-40B4-BE49-F238E27FC236}">
                    <a16:creationId xmlns:a16="http://schemas.microsoft.com/office/drawing/2014/main" id="{33E31F66-F06F-2D91-47FB-27784C7638F4}"/>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EE9B4CC9-328E-8099-5638-219A596E175F}"/>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F617EDFE-BCFB-A856-5034-96079B581D95}"/>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EE312BD7-1915-5F72-110E-E3B8782D1A4B}"/>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5A878505-0F7B-9322-C55E-516DD05249F5}"/>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975BCD4D-A8EA-0895-EAD1-B149FFDA70A9}"/>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4" name="TextBox 13">
              <a:extLst>
                <a:ext uri="{FF2B5EF4-FFF2-40B4-BE49-F238E27FC236}">
                  <a16:creationId xmlns:a16="http://schemas.microsoft.com/office/drawing/2014/main" id="{4B1A3937-0680-253F-71CA-40E49BDEBF20}"/>
                </a:ext>
              </a:extLst>
            </p:cNvPr>
            <p:cNvSpPr txBox="1"/>
            <p:nvPr userDrawn="1"/>
          </p:nvSpPr>
          <p:spPr>
            <a:xfrm rot="16200000">
              <a:off x="12562248" y="5173598"/>
              <a:ext cx="984244" cy="118174"/>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Arial" panose="020B0604020202020204" pitchFamily="34" charset="0"/>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Arial" panose="020B0604020202020204" pitchFamily="34" charset="0"/>
                <a:ea typeface="GT America Regular" charset="0"/>
                <a:cs typeface="GT America Regular" charset="0"/>
              </a:endParaRPr>
            </a:p>
          </p:txBody>
        </p:sp>
      </p:grpSp>
      <p:sp>
        <p:nvSpPr>
          <p:cNvPr id="39" name="TextBox 38">
            <a:extLst>
              <a:ext uri="{FF2B5EF4-FFF2-40B4-BE49-F238E27FC236}">
                <a16:creationId xmlns:a16="http://schemas.microsoft.com/office/drawing/2014/main" id="{8478F0AA-FC2F-69B9-8EDF-75BBB94D5116}"/>
              </a:ext>
            </a:extLst>
          </p:cNvPr>
          <p:cNvSpPr txBox="1"/>
          <p:nvPr userDrawn="1"/>
        </p:nvSpPr>
        <p:spPr>
          <a:xfrm>
            <a:off x="12356815" y="3377042"/>
            <a:ext cx="817531" cy="116635"/>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endParaRPr>
          </a:p>
        </p:txBody>
      </p:sp>
    </p:spTree>
    <p:extLst>
      <p:ext uri="{BB962C8B-B14F-4D97-AF65-F5344CB8AC3E}">
        <p14:creationId xmlns:p14="http://schemas.microsoft.com/office/powerpoint/2010/main" val="2302094502"/>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Dynamic Slices 2 / Dark - Subhead">
    <p:bg>
      <p:bgPr>
        <a:solidFill>
          <a:schemeClr val="tx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A610EE1-689A-470F-628F-EEA20DE95059}"/>
              </a:ext>
            </a:extLst>
          </p:cNvPr>
          <p:cNvSpPr/>
          <p:nvPr userDrawn="1"/>
        </p:nvSpPr>
        <p:spPr>
          <a:xfrm>
            <a:off x="8125764" y="1566863"/>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9">
            <a:extLst>
              <a:ext uri="{FF2B5EF4-FFF2-40B4-BE49-F238E27FC236}">
                <a16:creationId xmlns:a16="http://schemas.microsoft.com/office/drawing/2014/main" id="{4A49D3FC-5492-D318-3220-FE343B99E4C8}"/>
              </a:ext>
            </a:extLst>
          </p:cNvPr>
          <p:cNvSpPr>
            <a:spLocks noGrp="1"/>
          </p:cNvSpPr>
          <p:nvPr>
            <p:ph type="pic" sz="quarter" idx="14" hasCustomPrompt="1"/>
          </p:nvPr>
        </p:nvSpPr>
        <p:spPr>
          <a:xfrm>
            <a:off x="8125765" y="1566862"/>
            <a:ext cx="4066235" cy="5291137"/>
          </a:xfrm>
          <a:noFill/>
        </p:spPr>
        <p:txBody>
          <a:bodyPr lIns="548640" tIns="548640" rIns="548640" bIns="548640" anchor="ctr"/>
          <a:lstStyle>
            <a:lvl1pPr marL="0" indent="0" algn="l">
              <a:buFont typeface="Arial" panose="020B0604020202020204" pitchFamily="34" charset="0"/>
              <a:buNone/>
              <a:defRPr sz="3600" b="0">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6096000" y="0"/>
            <a:ext cx="2029765" cy="1566863"/>
          </a:xfrm>
          <a:solidFill>
            <a:schemeClr val="accent1"/>
          </a:solidFill>
          <a:ln>
            <a:noFill/>
          </a:ln>
        </p:spPr>
        <p:txBody>
          <a:bodyPr anchor="ctr"/>
          <a:lstStyle>
            <a:lvl1pPr algn="ctr">
              <a:defRPr sz="1200" b="0">
                <a:solidFill>
                  <a:schemeClr val="bg1"/>
                </a:solidFill>
                <a:latin typeface="Arial" panose="020B0604020202020204" pitchFamily="34" charset="0"/>
              </a:defRPr>
            </a:lvl1pPr>
          </a:lstStyle>
          <a:p>
            <a:pPr lvl="0"/>
            <a:r>
              <a:rPr lang="en-US"/>
              <a:t>Dynamic slice image</a:t>
            </a:r>
            <a:br>
              <a:rPr lang="en-US"/>
            </a:br>
            <a:r>
              <a:rPr lang="en-US"/>
              <a:t>or color fill</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a:xfrm>
            <a:off x="4773613" y="6311900"/>
            <a:ext cx="3236581" cy="269875"/>
          </a:xfrm>
        </p:spPr>
        <p:txBody>
          <a:bodyPr/>
          <a:lstStyle>
            <a:lvl1pPr>
              <a:defRPr>
                <a:solidFill>
                  <a:schemeClr val="bg1"/>
                </a:solidFill>
              </a:defRPr>
            </a:lvl1p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20" name="Freeform 19">
            <a:extLst>
              <a:ext uri="{FF2B5EF4-FFF2-40B4-BE49-F238E27FC236}">
                <a16:creationId xmlns:a16="http://schemas.microsoft.com/office/drawing/2014/main" id="{091F8258-6B33-2DAE-610E-A14A266200A5}"/>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12" name="Title 11">
            <a:extLst>
              <a:ext uri="{FF2B5EF4-FFF2-40B4-BE49-F238E27FC236}">
                <a16:creationId xmlns:a16="http://schemas.microsoft.com/office/drawing/2014/main" id="{B6A2B7E6-3059-8E4F-3CF4-F1E41E44420F}"/>
              </a:ext>
            </a:extLst>
          </p:cNvPr>
          <p:cNvSpPr>
            <a:spLocks noGrp="1"/>
          </p:cNvSpPr>
          <p:nvPr>
            <p:ph type="title"/>
          </p:nvPr>
        </p:nvSpPr>
        <p:spPr>
          <a:xfrm>
            <a:off x="546100" y="552450"/>
            <a:ext cx="5441473" cy="434975"/>
          </a:xfrm>
        </p:spPr>
        <p:txBody>
          <a:bodyPr/>
          <a:lstStyle>
            <a:lvl1pPr>
              <a:defRPr>
                <a:solidFill>
                  <a:schemeClr val="accent1"/>
                </a:solidFill>
              </a:defRPr>
            </a:lvl1pPr>
          </a:lstStyle>
          <a:p>
            <a:r>
              <a:rPr lang="en-US"/>
              <a:t>Click to edit Master title style</a:t>
            </a:r>
          </a:p>
        </p:txBody>
      </p:sp>
      <p:sp>
        <p:nvSpPr>
          <p:cNvPr id="22" name="Text Placeholder 11">
            <a:extLst>
              <a:ext uri="{FF2B5EF4-FFF2-40B4-BE49-F238E27FC236}">
                <a16:creationId xmlns:a16="http://schemas.microsoft.com/office/drawing/2014/main" id="{9C9BE862-933D-B8D2-1646-E5CF8CEC4FF4}"/>
              </a:ext>
            </a:extLst>
          </p:cNvPr>
          <p:cNvSpPr>
            <a:spLocks noGrp="1"/>
          </p:cNvSpPr>
          <p:nvPr>
            <p:ph type="body" sz="quarter" idx="23"/>
          </p:nvPr>
        </p:nvSpPr>
        <p:spPr>
          <a:xfrm>
            <a:off x="546100" y="1127125"/>
            <a:ext cx="5445125" cy="292607"/>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23" name="Text Placeholder 13">
            <a:extLst>
              <a:ext uri="{FF2B5EF4-FFF2-40B4-BE49-F238E27FC236}">
                <a16:creationId xmlns:a16="http://schemas.microsoft.com/office/drawing/2014/main" id="{2265EDEA-EF70-E7C2-266B-98ED28E8BD71}"/>
              </a:ext>
            </a:extLst>
          </p:cNvPr>
          <p:cNvSpPr>
            <a:spLocks noGrp="1"/>
          </p:cNvSpPr>
          <p:nvPr>
            <p:ph type="body" sz="quarter" idx="24"/>
          </p:nvPr>
        </p:nvSpPr>
        <p:spPr>
          <a:xfrm>
            <a:off x="546100" y="6019801"/>
            <a:ext cx="6851648"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Arial" panose="020B0604020202020204" pitchFamily="34"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chemeClr val="bg1"/>
                </a:solidFill>
                <a:latin typeface="+mn-lt"/>
                <a:ea typeface="GT America Regular" charset="0"/>
                <a:cs typeface="GT America Regular" charset="0"/>
              </a:defRPr>
            </a:lvl9pPr>
          </a:lstStyle>
          <a:p>
            <a:pPr lvl="0"/>
            <a:r>
              <a:rPr lang="en-US"/>
              <a:t>Click to edit Master text styles</a:t>
            </a:r>
          </a:p>
        </p:txBody>
      </p:sp>
      <p:sp>
        <p:nvSpPr>
          <p:cNvPr id="24" name="Text Placeholder 33">
            <a:extLst>
              <a:ext uri="{FF2B5EF4-FFF2-40B4-BE49-F238E27FC236}">
                <a16:creationId xmlns:a16="http://schemas.microsoft.com/office/drawing/2014/main" id="{BCC2869B-FAAE-3BB6-A892-BE38C3B3A864}"/>
              </a:ext>
            </a:extLst>
          </p:cNvPr>
          <p:cNvSpPr>
            <a:spLocks noGrp="1"/>
          </p:cNvSpPr>
          <p:nvPr>
            <p:ph type="body" sz="quarter" idx="29"/>
          </p:nvPr>
        </p:nvSpPr>
        <p:spPr>
          <a:xfrm>
            <a:off x="546100" y="1849437"/>
            <a:ext cx="6851648"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bg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5" name="Content Placeholder 25">
            <a:extLst>
              <a:ext uri="{FF2B5EF4-FFF2-40B4-BE49-F238E27FC236}">
                <a16:creationId xmlns:a16="http://schemas.microsoft.com/office/drawing/2014/main" id="{9D00109D-23D6-35EC-8D08-145972370CD0}"/>
              </a:ext>
            </a:extLst>
          </p:cNvPr>
          <p:cNvSpPr>
            <a:spLocks noGrp="1"/>
          </p:cNvSpPr>
          <p:nvPr>
            <p:ph sz="quarter" idx="45"/>
          </p:nvPr>
        </p:nvSpPr>
        <p:spPr>
          <a:xfrm>
            <a:off x="546100" y="2425700"/>
            <a:ext cx="6851650" cy="34417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1" name="Group 40">
            <a:extLst>
              <a:ext uri="{FF2B5EF4-FFF2-40B4-BE49-F238E27FC236}">
                <a16:creationId xmlns:a16="http://schemas.microsoft.com/office/drawing/2014/main" id="{CEED7497-B020-E8B2-BD14-703EFAD2B9F1}"/>
              </a:ext>
            </a:extLst>
          </p:cNvPr>
          <p:cNvGrpSpPr/>
          <p:nvPr userDrawn="1"/>
        </p:nvGrpSpPr>
        <p:grpSpPr>
          <a:xfrm>
            <a:off x="12356815" y="0"/>
            <a:ext cx="756833" cy="6872642"/>
            <a:chOff x="12356815" y="0"/>
            <a:chExt cx="756833" cy="6872642"/>
          </a:xfrm>
        </p:grpSpPr>
        <p:sp>
          <p:nvSpPr>
            <p:cNvPr id="42" name="Rectangle 41">
              <a:extLst>
                <a:ext uri="{FF2B5EF4-FFF2-40B4-BE49-F238E27FC236}">
                  <a16:creationId xmlns:a16="http://schemas.microsoft.com/office/drawing/2014/main" id="{A48E6A68-A112-1A5F-10E6-58BC4E49E7D7}"/>
                </a:ext>
              </a:extLst>
            </p:cNvPr>
            <p:cNvSpPr/>
            <p:nvPr userDrawn="1"/>
          </p:nvSpPr>
          <p:spPr>
            <a:xfrm>
              <a:off x="12356815" y="0"/>
              <a:ext cx="553069" cy="3279913"/>
            </a:xfrm>
            <a:prstGeom prst="rect">
              <a:avLst/>
            </a:prstGeom>
            <a:solidFill>
              <a:srgbClr val="F2F2F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43" name="TextBox 42">
              <a:extLst>
                <a:ext uri="{FF2B5EF4-FFF2-40B4-BE49-F238E27FC236}">
                  <a16:creationId xmlns:a16="http://schemas.microsoft.com/office/drawing/2014/main" id="{99D26DA9-AE7A-E9F0-F755-40FE495F9407}"/>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ON LIGHT AND EXTRA LIGHT</a:t>
              </a:r>
            </a:p>
          </p:txBody>
        </p:sp>
        <p:sp>
          <p:nvSpPr>
            <p:cNvPr id="44" name="Rectangle 43">
              <a:extLst>
                <a:ext uri="{FF2B5EF4-FFF2-40B4-BE49-F238E27FC236}">
                  <a16:creationId xmlns:a16="http://schemas.microsoft.com/office/drawing/2014/main" id="{5E7B1FC7-6B9A-AB90-2894-7D2A66D3DC7F}"/>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45" name="Group 44">
              <a:extLst>
                <a:ext uri="{FF2B5EF4-FFF2-40B4-BE49-F238E27FC236}">
                  <a16:creationId xmlns:a16="http://schemas.microsoft.com/office/drawing/2014/main" id="{105299D3-E01A-E3CA-CAC8-F80C48CFD2E9}"/>
                </a:ext>
              </a:extLst>
            </p:cNvPr>
            <p:cNvGrpSpPr/>
            <p:nvPr userDrawn="1"/>
          </p:nvGrpSpPr>
          <p:grpSpPr>
            <a:xfrm>
              <a:off x="12442019" y="3791214"/>
              <a:ext cx="382660" cy="2882942"/>
              <a:chOff x="14001569" y="3716048"/>
              <a:chExt cx="316248" cy="3171236"/>
            </a:xfrm>
          </p:grpSpPr>
          <p:sp>
            <p:nvSpPr>
              <p:cNvPr id="58" name="Rectangle 57">
                <a:extLst>
                  <a:ext uri="{FF2B5EF4-FFF2-40B4-BE49-F238E27FC236}">
                    <a16:creationId xmlns:a16="http://schemas.microsoft.com/office/drawing/2014/main" id="{4A4D537B-AC99-3A24-101C-7DF418E703CF}"/>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59" name="Rectangle 58">
                <a:extLst>
                  <a:ext uri="{FF2B5EF4-FFF2-40B4-BE49-F238E27FC236}">
                    <a16:creationId xmlns:a16="http://schemas.microsoft.com/office/drawing/2014/main" id="{876A2AF9-24CA-BA6D-C601-512DE83B47D4}"/>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60" name="Rectangle 59">
                <a:extLst>
                  <a:ext uri="{FF2B5EF4-FFF2-40B4-BE49-F238E27FC236}">
                    <a16:creationId xmlns:a16="http://schemas.microsoft.com/office/drawing/2014/main" id="{0BE25111-C6ED-8145-64BF-0311CA4A151A}"/>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61" name="Rectangle 60">
                <a:extLst>
                  <a:ext uri="{FF2B5EF4-FFF2-40B4-BE49-F238E27FC236}">
                    <a16:creationId xmlns:a16="http://schemas.microsoft.com/office/drawing/2014/main" id="{7ABCA4FF-6A34-1CC2-E5EE-BF16E5D8D2B1}"/>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62" name="Rectangle 61">
                <a:extLst>
                  <a:ext uri="{FF2B5EF4-FFF2-40B4-BE49-F238E27FC236}">
                    <a16:creationId xmlns:a16="http://schemas.microsoft.com/office/drawing/2014/main" id="{007366EE-C945-9FDB-9134-8CD32165EFAD}"/>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63" name="Rectangle 62">
                <a:extLst>
                  <a:ext uri="{FF2B5EF4-FFF2-40B4-BE49-F238E27FC236}">
                    <a16:creationId xmlns:a16="http://schemas.microsoft.com/office/drawing/2014/main" id="{8F218091-3A7E-0559-1EB8-7616691C8011}"/>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64" name="Rectangle 63">
                <a:extLst>
                  <a:ext uri="{FF2B5EF4-FFF2-40B4-BE49-F238E27FC236}">
                    <a16:creationId xmlns:a16="http://schemas.microsoft.com/office/drawing/2014/main" id="{CEC2AA07-DAE7-C277-17AC-248D335B264A}"/>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65" name="Rectangle 64">
                <a:extLst>
                  <a:ext uri="{FF2B5EF4-FFF2-40B4-BE49-F238E27FC236}">
                    <a16:creationId xmlns:a16="http://schemas.microsoft.com/office/drawing/2014/main" id="{10DC787E-2E1E-AC5E-7255-2B06D862D45D}"/>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66" name="Rectangle 65">
                <a:extLst>
                  <a:ext uri="{FF2B5EF4-FFF2-40B4-BE49-F238E27FC236}">
                    <a16:creationId xmlns:a16="http://schemas.microsoft.com/office/drawing/2014/main" id="{A0A1A756-BA85-C957-354E-2BD7CA57BCFF}"/>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67" name="Rectangle 66">
                <a:extLst>
                  <a:ext uri="{FF2B5EF4-FFF2-40B4-BE49-F238E27FC236}">
                    <a16:creationId xmlns:a16="http://schemas.microsoft.com/office/drawing/2014/main" id="{072A9DBD-0464-595E-0010-DAF490DF80C2}"/>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46" name="Group 45">
              <a:extLst>
                <a:ext uri="{FF2B5EF4-FFF2-40B4-BE49-F238E27FC236}">
                  <a16:creationId xmlns:a16="http://schemas.microsoft.com/office/drawing/2014/main" id="{851E6719-5CAD-7108-5159-D07C4F478FD9}"/>
                </a:ext>
              </a:extLst>
            </p:cNvPr>
            <p:cNvGrpSpPr/>
            <p:nvPr userDrawn="1"/>
          </p:nvGrpSpPr>
          <p:grpSpPr>
            <a:xfrm>
              <a:off x="12442019" y="198485"/>
              <a:ext cx="382660" cy="2882942"/>
              <a:chOff x="12742785" y="3716048"/>
              <a:chExt cx="316248" cy="3171236"/>
            </a:xfrm>
          </p:grpSpPr>
          <p:sp>
            <p:nvSpPr>
              <p:cNvPr id="48" name="Rectangle 47">
                <a:extLst>
                  <a:ext uri="{FF2B5EF4-FFF2-40B4-BE49-F238E27FC236}">
                    <a16:creationId xmlns:a16="http://schemas.microsoft.com/office/drawing/2014/main" id="{76209397-099D-8D1B-DD50-6DD59E8CF4C3}"/>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9" name="Rectangle 48">
                <a:extLst>
                  <a:ext uri="{FF2B5EF4-FFF2-40B4-BE49-F238E27FC236}">
                    <a16:creationId xmlns:a16="http://schemas.microsoft.com/office/drawing/2014/main" id="{EE11CDB5-40FE-D77F-59D0-69585F3B67A9}"/>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50" name="Rectangle 49">
                <a:extLst>
                  <a:ext uri="{FF2B5EF4-FFF2-40B4-BE49-F238E27FC236}">
                    <a16:creationId xmlns:a16="http://schemas.microsoft.com/office/drawing/2014/main" id="{39115CC8-69A9-E6DB-0B5E-F7753D29948C}"/>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51" name="Rectangle 50">
                <a:extLst>
                  <a:ext uri="{FF2B5EF4-FFF2-40B4-BE49-F238E27FC236}">
                    <a16:creationId xmlns:a16="http://schemas.microsoft.com/office/drawing/2014/main" id="{EC2BBB06-CEB4-C6DC-8E7F-0DF7EFD52EA1}"/>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52" name="Rectangle 51">
                <a:extLst>
                  <a:ext uri="{FF2B5EF4-FFF2-40B4-BE49-F238E27FC236}">
                    <a16:creationId xmlns:a16="http://schemas.microsoft.com/office/drawing/2014/main" id="{CB586CB2-06F6-E50C-710C-04102DD261B0}"/>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53" name="Rectangle 52">
                <a:extLst>
                  <a:ext uri="{FF2B5EF4-FFF2-40B4-BE49-F238E27FC236}">
                    <a16:creationId xmlns:a16="http://schemas.microsoft.com/office/drawing/2014/main" id="{B72DC35E-71BE-5C0D-C6A1-F7C9FB5F62E4}"/>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54" name="Rectangle 53">
                <a:extLst>
                  <a:ext uri="{FF2B5EF4-FFF2-40B4-BE49-F238E27FC236}">
                    <a16:creationId xmlns:a16="http://schemas.microsoft.com/office/drawing/2014/main" id="{80191D05-A64C-3E83-D359-180F0C613CA4}"/>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55" name="Rectangle 54">
                <a:extLst>
                  <a:ext uri="{FF2B5EF4-FFF2-40B4-BE49-F238E27FC236}">
                    <a16:creationId xmlns:a16="http://schemas.microsoft.com/office/drawing/2014/main" id="{B227E45E-BA14-618A-3E7E-8487DEB20D82}"/>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56" name="Rectangle 55">
                <a:extLst>
                  <a:ext uri="{FF2B5EF4-FFF2-40B4-BE49-F238E27FC236}">
                    <a16:creationId xmlns:a16="http://schemas.microsoft.com/office/drawing/2014/main" id="{D391371F-96DE-AA7B-9220-8786D122C67C}"/>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57" name="Rectangle 56">
                <a:extLst>
                  <a:ext uri="{FF2B5EF4-FFF2-40B4-BE49-F238E27FC236}">
                    <a16:creationId xmlns:a16="http://schemas.microsoft.com/office/drawing/2014/main" id="{A8ABAA61-B9E4-360E-6AE7-5ACB7B1908FA}"/>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47" name="TextBox 46">
              <a:extLst>
                <a:ext uri="{FF2B5EF4-FFF2-40B4-BE49-F238E27FC236}">
                  <a16:creationId xmlns:a16="http://schemas.microsoft.com/office/drawing/2014/main" id="{F0A44CD2-C5FE-E0DD-2E2C-22551D59A9DA}"/>
                </a:ext>
              </a:extLst>
            </p:cNvPr>
            <p:cNvSpPr txBox="1"/>
            <p:nvPr userDrawn="1"/>
          </p:nvSpPr>
          <p:spPr>
            <a:xfrm rot="16200000">
              <a:off x="12562248" y="5173598"/>
              <a:ext cx="984244" cy="118174"/>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Arial" panose="020B0604020202020204" pitchFamily="34" charset="0"/>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Arial" panose="020B0604020202020204" pitchFamily="34" charset="0"/>
                <a:ea typeface="GT America Regular" charset="0"/>
                <a:cs typeface="GT America Regular" charset="0"/>
              </a:endParaRPr>
            </a:p>
          </p:txBody>
        </p:sp>
      </p:grpSp>
      <p:sp>
        <p:nvSpPr>
          <p:cNvPr id="68" name="TextBox 67">
            <a:extLst>
              <a:ext uri="{FF2B5EF4-FFF2-40B4-BE49-F238E27FC236}">
                <a16:creationId xmlns:a16="http://schemas.microsoft.com/office/drawing/2014/main" id="{781B1016-8886-1036-EEA6-B3036D915465}"/>
              </a:ext>
            </a:extLst>
          </p:cNvPr>
          <p:cNvSpPr txBox="1"/>
          <p:nvPr userDrawn="1"/>
        </p:nvSpPr>
        <p:spPr>
          <a:xfrm>
            <a:off x="12356815" y="3377042"/>
            <a:ext cx="817531" cy="116635"/>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endParaRPr>
          </a:p>
        </p:txBody>
      </p:sp>
    </p:spTree>
    <p:extLst>
      <p:ext uri="{BB962C8B-B14F-4D97-AF65-F5344CB8AC3E}">
        <p14:creationId xmlns:p14="http://schemas.microsoft.com/office/powerpoint/2010/main" val="1720063593"/>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Dynamic Slices 3 / Light">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6" name="Title 5">
            <a:extLst>
              <a:ext uri="{FF2B5EF4-FFF2-40B4-BE49-F238E27FC236}">
                <a16:creationId xmlns:a16="http://schemas.microsoft.com/office/drawing/2014/main" id="{DC8B780F-A068-964A-78C1-26D461FDD8F3}"/>
              </a:ext>
            </a:extLst>
          </p:cNvPr>
          <p:cNvSpPr>
            <a:spLocks noGrp="1"/>
          </p:cNvSpPr>
          <p:nvPr>
            <p:ph type="title"/>
          </p:nvPr>
        </p:nvSpPr>
        <p:spPr>
          <a:xfrm>
            <a:off x="546891" y="552450"/>
            <a:ext cx="6850858" cy="434975"/>
          </a:xfrm>
        </p:spPr>
        <p:txBody>
          <a:bodyPr/>
          <a:lstStyle>
            <a:lvl1pPr>
              <a:defRPr>
                <a:solidFill>
                  <a:schemeClr val="tx2"/>
                </a:solidFill>
              </a:defRPr>
            </a:lvl1pPr>
          </a:lstStyle>
          <a:p>
            <a:r>
              <a:rPr lang="en-US"/>
              <a:t>Click to edit Master title style</a:t>
            </a:r>
          </a:p>
        </p:txBody>
      </p:sp>
      <p:sp>
        <p:nvSpPr>
          <p:cNvPr id="10" name="Picture Placeholder 9">
            <a:extLst>
              <a:ext uri="{FF2B5EF4-FFF2-40B4-BE49-F238E27FC236}">
                <a16:creationId xmlns:a16="http://schemas.microsoft.com/office/drawing/2014/main" id="{28364535-ED1A-CBB0-F2E7-B24E32C753E0}"/>
              </a:ext>
            </a:extLst>
          </p:cNvPr>
          <p:cNvSpPr>
            <a:spLocks noGrp="1"/>
          </p:cNvSpPr>
          <p:nvPr>
            <p:ph type="pic" sz="quarter" idx="13" hasCustomPrompt="1"/>
          </p:nvPr>
        </p:nvSpPr>
        <p:spPr>
          <a:xfrm>
            <a:off x="6096000" y="5292725"/>
            <a:ext cx="2029765" cy="1566863"/>
          </a:xfrm>
          <a:solidFill>
            <a:schemeClr val="accent1"/>
          </a:solidFill>
          <a:ln>
            <a:noFill/>
          </a:ln>
        </p:spPr>
        <p:txBody>
          <a:bodyPr anchor="ctr"/>
          <a:lstStyle>
            <a:lvl1pPr algn="ctr">
              <a:defRPr sz="1200" b="0">
                <a:solidFill>
                  <a:schemeClr val="bg1"/>
                </a:solidFill>
                <a:latin typeface="Arial" panose="020B0604020202020204" pitchFamily="34" charset="0"/>
              </a:defRPr>
            </a:lvl1pPr>
          </a:lstStyle>
          <a:p>
            <a:pPr lvl="0"/>
            <a:r>
              <a:rPr lang="en-US"/>
              <a:t>Dynamic slice image</a:t>
            </a:r>
            <a:br>
              <a:rPr lang="en-US"/>
            </a:br>
            <a:r>
              <a:rPr lang="en-US"/>
              <a:t>or color fill</a:t>
            </a:r>
          </a:p>
        </p:txBody>
      </p:sp>
      <p:sp>
        <p:nvSpPr>
          <p:cNvPr id="4" name="Freeform 5">
            <a:extLst>
              <a:ext uri="{FF2B5EF4-FFF2-40B4-BE49-F238E27FC236}">
                <a16:creationId xmlns:a16="http://schemas.microsoft.com/office/drawing/2014/main" id="{ABBE180D-A7A0-4B00-05DE-E5D0B2830539}"/>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6" name="Text Placeholder 11">
            <a:extLst>
              <a:ext uri="{FF2B5EF4-FFF2-40B4-BE49-F238E27FC236}">
                <a16:creationId xmlns:a16="http://schemas.microsoft.com/office/drawing/2014/main" id="{9E4B5CA9-B99A-587A-7D0F-4D043F1DC21F}"/>
              </a:ext>
            </a:extLst>
          </p:cNvPr>
          <p:cNvSpPr>
            <a:spLocks noGrp="1"/>
          </p:cNvSpPr>
          <p:nvPr>
            <p:ph type="body" sz="quarter" idx="18"/>
          </p:nvPr>
        </p:nvSpPr>
        <p:spPr>
          <a:xfrm>
            <a:off x="546100" y="1128713"/>
            <a:ext cx="6851648" cy="293687"/>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7" name="Text Placeholder 15">
            <a:extLst>
              <a:ext uri="{FF2B5EF4-FFF2-40B4-BE49-F238E27FC236}">
                <a16:creationId xmlns:a16="http://schemas.microsoft.com/office/drawing/2014/main" id="{4FCD9D92-5EBB-1267-37DE-7FFC864C27C1}"/>
              </a:ext>
            </a:extLst>
          </p:cNvPr>
          <p:cNvSpPr>
            <a:spLocks noGrp="1"/>
          </p:cNvSpPr>
          <p:nvPr>
            <p:ph type="body" sz="quarter" idx="19" hasCustomPrompt="1"/>
          </p:nvPr>
        </p:nvSpPr>
        <p:spPr>
          <a:xfrm>
            <a:off x="546892" y="6019800"/>
            <a:ext cx="5444333"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Arial" panose="020B0604020202020204" pitchFamily="34"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18" name="Content Placeholder 25">
            <a:extLst>
              <a:ext uri="{FF2B5EF4-FFF2-40B4-BE49-F238E27FC236}">
                <a16:creationId xmlns:a16="http://schemas.microsoft.com/office/drawing/2014/main" id="{A2A7940A-1484-5578-4B6A-6E74DB89CA57}"/>
              </a:ext>
            </a:extLst>
          </p:cNvPr>
          <p:cNvSpPr>
            <a:spLocks noGrp="1"/>
          </p:cNvSpPr>
          <p:nvPr>
            <p:ph sz="quarter" idx="23"/>
          </p:nvPr>
        </p:nvSpPr>
        <p:spPr>
          <a:xfrm>
            <a:off x="546892" y="1849438"/>
            <a:ext cx="6850858" cy="33019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1E315FF8-12D7-D071-8093-E6198E390C07}"/>
              </a:ext>
            </a:extLst>
          </p:cNvPr>
          <p:cNvSpPr/>
          <p:nvPr userDrawn="1"/>
        </p:nvSpPr>
        <p:spPr>
          <a:xfrm>
            <a:off x="8125764" y="0"/>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9">
            <a:extLst>
              <a:ext uri="{FF2B5EF4-FFF2-40B4-BE49-F238E27FC236}">
                <a16:creationId xmlns:a16="http://schemas.microsoft.com/office/drawing/2014/main" id="{A89257F7-621A-5336-6983-2E0294700EF3}"/>
              </a:ext>
            </a:extLst>
          </p:cNvPr>
          <p:cNvSpPr>
            <a:spLocks noGrp="1"/>
          </p:cNvSpPr>
          <p:nvPr>
            <p:ph type="pic" sz="quarter" idx="14" hasCustomPrompt="1"/>
          </p:nvPr>
        </p:nvSpPr>
        <p:spPr>
          <a:xfrm>
            <a:off x="8125765" y="0"/>
            <a:ext cx="4066235" cy="5291137"/>
          </a:xfrm>
          <a:noFill/>
        </p:spPr>
        <p:txBody>
          <a:bodyPr lIns="548640" tIns="548640" rIns="548640" bIns="548640" anchor="ctr"/>
          <a:lstStyle>
            <a:lvl1pPr marL="0" indent="0" algn="l">
              <a:buFont typeface="Arial" panose="020B0604020202020204" pitchFamily="34" charset="0"/>
              <a:buNone/>
              <a:defRPr sz="3600" b="0">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grpSp>
        <p:nvGrpSpPr>
          <p:cNvPr id="5" name="Group 4">
            <a:extLst>
              <a:ext uri="{FF2B5EF4-FFF2-40B4-BE49-F238E27FC236}">
                <a16:creationId xmlns:a16="http://schemas.microsoft.com/office/drawing/2014/main" id="{CC0D3AC2-B6D5-AFD7-F29B-5D0ECA2C8066}"/>
              </a:ext>
            </a:extLst>
          </p:cNvPr>
          <p:cNvGrpSpPr/>
          <p:nvPr userDrawn="1"/>
        </p:nvGrpSpPr>
        <p:grpSpPr>
          <a:xfrm>
            <a:off x="12356815" y="0"/>
            <a:ext cx="756833" cy="6872642"/>
            <a:chOff x="12356815" y="0"/>
            <a:chExt cx="756833" cy="6872642"/>
          </a:xfrm>
        </p:grpSpPr>
        <p:sp>
          <p:nvSpPr>
            <p:cNvPr id="7" name="Rectangle 6">
              <a:extLst>
                <a:ext uri="{FF2B5EF4-FFF2-40B4-BE49-F238E27FC236}">
                  <a16:creationId xmlns:a16="http://schemas.microsoft.com/office/drawing/2014/main" id="{243866F9-E936-5346-E879-A4E35034012E}"/>
                </a:ext>
              </a:extLst>
            </p:cNvPr>
            <p:cNvSpPr/>
            <p:nvPr userDrawn="1"/>
          </p:nvSpPr>
          <p:spPr>
            <a:xfrm>
              <a:off x="12356815" y="0"/>
              <a:ext cx="553069" cy="3279913"/>
            </a:xfrm>
            <a:prstGeom prst="rect">
              <a:avLst/>
            </a:prstGeom>
            <a:solidFill>
              <a:srgbClr val="F2F2F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8" name="TextBox 7">
              <a:extLst>
                <a:ext uri="{FF2B5EF4-FFF2-40B4-BE49-F238E27FC236}">
                  <a16:creationId xmlns:a16="http://schemas.microsoft.com/office/drawing/2014/main" id="{C04747FB-32E0-D185-E637-9FBA31308B4B}"/>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ON LIGHT AND EXTRA LIGHT</a:t>
              </a:r>
            </a:p>
          </p:txBody>
        </p:sp>
        <p:sp>
          <p:nvSpPr>
            <p:cNvPr id="11" name="Rectangle 10">
              <a:extLst>
                <a:ext uri="{FF2B5EF4-FFF2-40B4-BE49-F238E27FC236}">
                  <a16:creationId xmlns:a16="http://schemas.microsoft.com/office/drawing/2014/main" id="{29AC48F1-0A28-1BD0-2488-805579E8021C}"/>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2" name="Group 11">
              <a:extLst>
                <a:ext uri="{FF2B5EF4-FFF2-40B4-BE49-F238E27FC236}">
                  <a16:creationId xmlns:a16="http://schemas.microsoft.com/office/drawing/2014/main" id="{C7F9C89D-1DD5-0A76-8D5A-81BB0FA75C18}"/>
                </a:ext>
              </a:extLst>
            </p:cNvPr>
            <p:cNvGrpSpPr/>
            <p:nvPr userDrawn="1"/>
          </p:nvGrpSpPr>
          <p:grpSpPr>
            <a:xfrm>
              <a:off x="12442019" y="3791214"/>
              <a:ext cx="382660" cy="2882942"/>
              <a:chOff x="14001569" y="3716048"/>
              <a:chExt cx="316248" cy="3171236"/>
            </a:xfrm>
          </p:grpSpPr>
          <p:sp>
            <p:nvSpPr>
              <p:cNvPr id="28" name="Rectangle 27">
                <a:extLst>
                  <a:ext uri="{FF2B5EF4-FFF2-40B4-BE49-F238E27FC236}">
                    <a16:creationId xmlns:a16="http://schemas.microsoft.com/office/drawing/2014/main" id="{29247774-12FD-0D3B-A649-7E081FF303EF}"/>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D4E86C33-D4A2-87F2-DAB1-12622FF2DF5A}"/>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7A2BFF89-9986-8997-37C9-42C759367DA6}"/>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3153A164-6F3B-FEFB-3B24-50526C762E9B}"/>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AA48F97D-837A-9FDC-A103-F39808FA2946}"/>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4E7355EB-C1D1-CE7A-F4BD-FEF8AB6CBDED}"/>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A53CC548-F49A-4F80-85F7-2582F52E83C8}"/>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57307D34-BB3C-5BF2-54FF-A4D7F1EF1888}"/>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C7475EE9-F099-5CF6-05F4-89B41ED866E0}"/>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EE9D1EE2-7C05-8A0E-4411-7A42401E3D5D}"/>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3" name="Group 12">
              <a:extLst>
                <a:ext uri="{FF2B5EF4-FFF2-40B4-BE49-F238E27FC236}">
                  <a16:creationId xmlns:a16="http://schemas.microsoft.com/office/drawing/2014/main" id="{7ADEAF7F-93E5-E618-272A-753EA34FEE68}"/>
                </a:ext>
              </a:extLst>
            </p:cNvPr>
            <p:cNvGrpSpPr/>
            <p:nvPr userDrawn="1"/>
          </p:nvGrpSpPr>
          <p:grpSpPr>
            <a:xfrm>
              <a:off x="12442019" y="198485"/>
              <a:ext cx="382660" cy="2882942"/>
              <a:chOff x="12742785" y="3716048"/>
              <a:chExt cx="316248" cy="3171236"/>
            </a:xfrm>
          </p:grpSpPr>
          <p:sp>
            <p:nvSpPr>
              <p:cNvPr id="15" name="Rectangle 14">
                <a:extLst>
                  <a:ext uri="{FF2B5EF4-FFF2-40B4-BE49-F238E27FC236}">
                    <a16:creationId xmlns:a16="http://schemas.microsoft.com/office/drawing/2014/main" id="{06D4761C-7298-5D03-CFCB-E7B775C26FA3}"/>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9" name="Rectangle 18">
                <a:extLst>
                  <a:ext uri="{FF2B5EF4-FFF2-40B4-BE49-F238E27FC236}">
                    <a16:creationId xmlns:a16="http://schemas.microsoft.com/office/drawing/2014/main" id="{A28605DD-57BC-7045-8FA0-7612F490057D}"/>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0" name="Rectangle 19">
                <a:extLst>
                  <a:ext uri="{FF2B5EF4-FFF2-40B4-BE49-F238E27FC236}">
                    <a16:creationId xmlns:a16="http://schemas.microsoft.com/office/drawing/2014/main" id="{F418F771-E1A6-CBD8-7824-9EEC6DF5A7EA}"/>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54D84406-D031-9BFB-4852-D5112B67B692}"/>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D2C19C5F-3972-CE6F-C305-3C51E7BCCC3C}"/>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982F5249-5265-9218-98B1-E45A1B4DF79A}"/>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92034BD1-F5E2-45CF-6FF3-3743275DD73E}"/>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A27654A6-FB37-2B2D-1F6A-3F6B6D1C08CF}"/>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FE669427-9554-D0EC-4A49-3CC0A15AFA0B}"/>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2F58B44B-B944-5471-6AFD-9DA6A02C451B}"/>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4" name="TextBox 13">
              <a:extLst>
                <a:ext uri="{FF2B5EF4-FFF2-40B4-BE49-F238E27FC236}">
                  <a16:creationId xmlns:a16="http://schemas.microsoft.com/office/drawing/2014/main" id="{FA11BA5A-FE58-E97E-3270-8A5C8D89E33C}"/>
                </a:ext>
              </a:extLst>
            </p:cNvPr>
            <p:cNvSpPr txBox="1"/>
            <p:nvPr userDrawn="1"/>
          </p:nvSpPr>
          <p:spPr>
            <a:xfrm rot="16200000">
              <a:off x="12562248" y="5173598"/>
              <a:ext cx="984244" cy="118174"/>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Arial" panose="020B0604020202020204" pitchFamily="34" charset="0"/>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Arial" panose="020B0604020202020204" pitchFamily="34" charset="0"/>
                <a:ea typeface="GT America Regular" charset="0"/>
                <a:cs typeface="GT America Regular" charset="0"/>
              </a:endParaRPr>
            </a:p>
          </p:txBody>
        </p:sp>
      </p:grpSp>
      <p:sp>
        <p:nvSpPr>
          <p:cNvPr id="38" name="TextBox 37">
            <a:extLst>
              <a:ext uri="{FF2B5EF4-FFF2-40B4-BE49-F238E27FC236}">
                <a16:creationId xmlns:a16="http://schemas.microsoft.com/office/drawing/2014/main" id="{563E7E32-D8D8-E0EA-B072-D58A22F0767B}"/>
              </a:ext>
            </a:extLst>
          </p:cNvPr>
          <p:cNvSpPr txBox="1"/>
          <p:nvPr userDrawn="1"/>
        </p:nvSpPr>
        <p:spPr>
          <a:xfrm>
            <a:off x="12356815" y="3377042"/>
            <a:ext cx="817531" cy="116635"/>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endParaRPr>
          </a:p>
        </p:txBody>
      </p:sp>
    </p:spTree>
    <p:extLst>
      <p:ext uri="{BB962C8B-B14F-4D97-AF65-F5344CB8AC3E}">
        <p14:creationId xmlns:p14="http://schemas.microsoft.com/office/powerpoint/2010/main" val="4022139673"/>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Dynamic Slices 3 / Light - Subhead">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8" name="Title 7">
            <a:extLst>
              <a:ext uri="{FF2B5EF4-FFF2-40B4-BE49-F238E27FC236}">
                <a16:creationId xmlns:a16="http://schemas.microsoft.com/office/drawing/2014/main" id="{F08C48AF-02EF-8FA0-A466-0869BF05C3EF}"/>
              </a:ext>
            </a:extLst>
          </p:cNvPr>
          <p:cNvSpPr>
            <a:spLocks noGrp="1"/>
          </p:cNvSpPr>
          <p:nvPr>
            <p:ph type="title"/>
          </p:nvPr>
        </p:nvSpPr>
        <p:spPr>
          <a:xfrm>
            <a:off x="546100" y="552450"/>
            <a:ext cx="6851649" cy="434975"/>
          </a:xfrm>
        </p:spPr>
        <p:txBody>
          <a:bodyPr/>
          <a:lstStyle>
            <a:lvl1pPr>
              <a:defRPr>
                <a:solidFill>
                  <a:schemeClr val="tx2"/>
                </a:solidFill>
              </a:defRPr>
            </a:lvl1pPr>
          </a:lstStyle>
          <a:p>
            <a:r>
              <a:rPr lang="en-US"/>
              <a:t>Click to edit Master title style</a:t>
            </a:r>
          </a:p>
        </p:txBody>
      </p:sp>
      <p:sp>
        <p:nvSpPr>
          <p:cNvPr id="4" name="Freeform 5">
            <a:extLst>
              <a:ext uri="{FF2B5EF4-FFF2-40B4-BE49-F238E27FC236}">
                <a16:creationId xmlns:a16="http://schemas.microsoft.com/office/drawing/2014/main" id="{3A949BFE-ECBB-4316-6710-3684B89FF00C}"/>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7" name="Text Placeholder 11">
            <a:extLst>
              <a:ext uri="{FF2B5EF4-FFF2-40B4-BE49-F238E27FC236}">
                <a16:creationId xmlns:a16="http://schemas.microsoft.com/office/drawing/2014/main" id="{42B1C8D0-9BF5-7D51-4653-BA462E698BF8}"/>
              </a:ext>
            </a:extLst>
          </p:cNvPr>
          <p:cNvSpPr>
            <a:spLocks noGrp="1"/>
          </p:cNvSpPr>
          <p:nvPr>
            <p:ph type="body" sz="quarter" idx="23"/>
          </p:nvPr>
        </p:nvSpPr>
        <p:spPr>
          <a:xfrm>
            <a:off x="546100" y="1127125"/>
            <a:ext cx="6853396" cy="292608"/>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8" name="Text Placeholder 13">
            <a:extLst>
              <a:ext uri="{FF2B5EF4-FFF2-40B4-BE49-F238E27FC236}">
                <a16:creationId xmlns:a16="http://schemas.microsoft.com/office/drawing/2014/main" id="{871AEB0B-0B00-555A-5C9B-C9A03C9EDEEB}"/>
              </a:ext>
            </a:extLst>
          </p:cNvPr>
          <p:cNvSpPr>
            <a:spLocks noGrp="1"/>
          </p:cNvSpPr>
          <p:nvPr>
            <p:ph type="body" sz="quarter" idx="24"/>
          </p:nvPr>
        </p:nvSpPr>
        <p:spPr>
          <a:xfrm>
            <a:off x="546100" y="6019801"/>
            <a:ext cx="5445125"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Arial" panose="020B0604020202020204" pitchFamily="34"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19" name="Content Placeholder 29">
            <a:extLst>
              <a:ext uri="{FF2B5EF4-FFF2-40B4-BE49-F238E27FC236}">
                <a16:creationId xmlns:a16="http://schemas.microsoft.com/office/drawing/2014/main" id="{B08BBDC8-9EE2-4892-A502-EE24EF94D90E}"/>
              </a:ext>
            </a:extLst>
          </p:cNvPr>
          <p:cNvSpPr>
            <a:spLocks noGrp="1"/>
          </p:cNvSpPr>
          <p:nvPr>
            <p:ph sz="quarter" idx="27"/>
          </p:nvPr>
        </p:nvSpPr>
        <p:spPr>
          <a:xfrm>
            <a:off x="546100" y="2425700"/>
            <a:ext cx="6851650" cy="27257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33">
            <a:extLst>
              <a:ext uri="{FF2B5EF4-FFF2-40B4-BE49-F238E27FC236}">
                <a16:creationId xmlns:a16="http://schemas.microsoft.com/office/drawing/2014/main" id="{49A0AA3E-9575-EECD-E637-A3C1AED8E871}"/>
              </a:ext>
            </a:extLst>
          </p:cNvPr>
          <p:cNvSpPr>
            <a:spLocks noGrp="1"/>
          </p:cNvSpPr>
          <p:nvPr>
            <p:ph type="body" sz="quarter" idx="29"/>
          </p:nvPr>
        </p:nvSpPr>
        <p:spPr>
          <a:xfrm>
            <a:off x="546100" y="1849437"/>
            <a:ext cx="6851650"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Picture Placeholder 9">
            <a:extLst>
              <a:ext uri="{FF2B5EF4-FFF2-40B4-BE49-F238E27FC236}">
                <a16:creationId xmlns:a16="http://schemas.microsoft.com/office/drawing/2014/main" id="{378C4A14-D3BD-0C77-5422-EA4EA16B7E7F}"/>
              </a:ext>
            </a:extLst>
          </p:cNvPr>
          <p:cNvSpPr>
            <a:spLocks noGrp="1"/>
          </p:cNvSpPr>
          <p:nvPr>
            <p:ph type="pic" sz="quarter" idx="13" hasCustomPrompt="1"/>
          </p:nvPr>
        </p:nvSpPr>
        <p:spPr>
          <a:xfrm>
            <a:off x="6096000" y="5292725"/>
            <a:ext cx="2029765" cy="1566863"/>
          </a:xfrm>
          <a:solidFill>
            <a:schemeClr val="accent1"/>
          </a:solidFill>
          <a:ln>
            <a:noFill/>
          </a:ln>
        </p:spPr>
        <p:txBody>
          <a:bodyPr anchor="ctr"/>
          <a:lstStyle>
            <a:lvl1pPr algn="ctr">
              <a:defRPr sz="1200" b="0">
                <a:solidFill>
                  <a:schemeClr val="bg1"/>
                </a:solidFill>
                <a:latin typeface="Arial" panose="020B0604020202020204" pitchFamily="34" charset="0"/>
              </a:defRPr>
            </a:lvl1pPr>
          </a:lstStyle>
          <a:p>
            <a:pPr lvl="0"/>
            <a:r>
              <a:rPr lang="en-US"/>
              <a:t>Dynamic slice image</a:t>
            </a:r>
            <a:br>
              <a:rPr lang="en-US"/>
            </a:br>
            <a:r>
              <a:rPr lang="en-US"/>
              <a:t>or color fill</a:t>
            </a:r>
          </a:p>
        </p:txBody>
      </p:sp>
      <p:sp>
        <p:nvSpPr>
          <p:cNvPr id="3" name="Rectangle 2">
            <a:extLst>
              <a:ext uri="{FF2B5EF4-FFF2-40B4-BE49-F238E27FC236}">
                <a16:creationId xmlns:a16="http://schemas.microsoft.com/office/drawing/2014/main" id="{72BB9506-B167-D1C5-0F86-C217EEE5BFC3}"/>
              </a:ext>
            </a:extLst>
          </p:cNvPr>
          <p:cNvSpPr/>
          <p:nvPr userDrawn="1"/>
        </p:nvSpPr>
        <p:spPr>
          <a:xfrm>
            <a:off x="8125764" y="0"/>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9">
            <a:extLst>
              <a:ext uri="{FF2B5EF4-FFF2-40B4-BE49-F238E27FC236}">
                <a16:creationId xmlns:a16="http://schemas.microsoft.com/office/drawing/2014/main" id="{1321E794-0491-E9E6-121A-E516B2215417}"/>
              </a:ext>
            </a:extLst>
          </p:cNvPr>
          <p:cNvSpPr>
            <a:spLocks noGrp="1"/>
          </p:cNvSpPr>
          <p:nvPr>
            <p:ph type="pic" sz="quarter" idx="14" hasCustomPrompt="1"/>
          </p:nvPr>
        </p:nvSpPr>
        <p:spPr>
          <a:xfrm>
            <a:off x="8125765" y="0"/>
            <a:ext cx="4066235" cy="5291137"/>
          </a:xfrm>
          <a:noFill/>
        </p:spPr>
        <p:txBody>
          <a:bodyPr lIns="548640" tIns="548640" rIns="548640" bIns="548640" anchor="ctr"/>
          <a:lstStyle>
            <a:lvl1pPr marL="0" indent="0" algn="l">
              <a:buFont typeface="Arial" panose="020B0604020202020204" pitchFamily="34" charset="0"/>
              <a:buNone/>
              <a:defRPr sz="3600" b="0">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Tree>
    <p:extLst>
      <p:ext uri="{BB962C8B-B14F-4D97-AF65-F5344CB8AC3E}">
        <p14:creationId xmlns:p14="http://schemas.microsoft.com/office/powerpoint/2010/main" val="1089459808"/>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Dynamic Slices 3 / Dark">
    <p:bg>
      <p:bgPr>
        <a:solidFill>
          <a:schemeClr val="tx2"/>
        </a:solidFill>
        <a:effectLst/>
      </p:bgPr>
    </p:bg>
    <p:spTree>
      <p:nvGrpSpPr>
        <p:cNvPr id="1" name=""/>
        <p:cNvGrpSpPr/>
        <p:nvPr/>
      </p:nvGrpSpPr>
      <p:grpSpPr>
        <a:xfrm>
          <a:off x="0" y="0"/>
          <a:ext cx="0" cy="0"/>
          <a:chOff x="0" y="0"/>
          <a:chExt cx="0" cy="0"/>
        </a:xfrm>
      </p:grpSpPr>
      <p:sp>
        <p:nvSpPr>
          <p:cNvPr id="20" name="Freeform 19">
            <a:extLst>
              <a:ext uri="{FF2B5EF4-FFF2-40B4-BE49-F238E27FC236}">
                <a16:creationId xmlns:a16="http://schemas.microsoft.com/office/drawing/2014/main" id="{091F8258-6B33-2DAE-610E-A14A266200A5}"/>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6" name="Title 5">
            <a:extLst>
              <a:ext uri="{FF2B5EF4-FFF2-40B4-BE49-F238E27FC236}">
                <a16:creationId xmlns:a16="http://schemas.microsoft.com/office/drawing/2014/main" id="{DC8B780F-A068-964A-78C1-26D461FDD8F3}"/>
              </a:ext>
            </a:extLst>
          </p:cNvPr>
          <p:cNvSpPr>
            <a:spLocks noGrp="1"/>
          </p:cNvSpPr>
          <p:nvPr>
            <p:ph type="title"/>
          </p:nvPr>
        </p:nvSpPr>
        <p:spPr>
          <a:xfrm>
            <a:off x="545147" y="552450"/>
            <a:ext cx="6850856" cy="434975"/>
          </a:xfrm>
        </p:spPr>
        <p:txBody>
          <a:bodyPr/>
          <a:lstStyle>
            <a:lvl1pPr>
              <a:defRPr>
                <a:solidFill>
                  <a:schemeClr val="accent1"/>
                </a:solidFill>
              </a:defRPr>
            </a:lvl1pPr>
          </a:lstStyle>
          <a:p>
            <a:r>
              <a:rPr lang="en-US"/>
              <a:t>Click to edit Master title style</a:t>
            </a:r>
          </a:p>
        </p:txBody>
      </p:sp>
      <p:sp>
        <p:nvSpPr>
          <p:cNvPr id="15" name="Text Placeholder 11">
            <a:extLst>
              <a:ext uri="{FF2B5EF4-FFF2-40B4-BE49-F238E27FC236}">
                <a16:creationId xmlns:a16="http://schemas.microsoft.com/office/drawing/2014/main" id="{E8E7A520-8D19-1EB7-4C7B-61AA51ACCF70}"/>
              </a:ext>
            </a:extLst>
          </p:cNvPr>
          <p:cNvSpPr>
            <a:spLocks noGrp="1"/>
          </p:cNvSpPr>
          <p:nvPr>
            <p:ph type="body" sz="quarter" idx="18"/>
          </p:nvPr>
        </p:nvSpPr>
        <p:spPr>
          <a:xfrm>
            <a:off x="546100" y="1127126"/>
            <a:ext cx="6851649" cy="295274"/>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16" name="Content Placeholder 25">
            <a:extLst>
              <a:ext uri="{FF2B5EF4-FFF2-40B4-BE49-F238E27FC236}">
                <a16:creationId xmlns:a16="http://schemas.microsoft.com/office/drawing/2014/main" id="{28AF4221-65CA-B054-F531-6DBCC5DE6AC0}"/>
              </a:ext>
            </a:extLst>
          </p:cNvPr>
          <p:cNvSpPr>
            <a:spLocks noGrp="1"/>
          </p:cNvSpPr>
          <p:nvPr>
            <p:ph sz="quarter" idx="23"/>
          </p:nvPr>
        </p:nvSpPr>
        <p:spPr>
          <a:xfrm>
            <a:off x="546892" y="1849438"/>
            <a:ext cx="6850857" cy="33020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13">
            <a:extLst>
              <a:ext uri="{FF2B5EF4-FFF2-40B4-BE49-F238E27FC236}">
                <a16:creationId xmlns:a16="http://schemas.microsoft.com/office/drawing/2014/main" id="{C1A6F190-ADA1-E908-E0F1-D9B0DC198DAE}"/>
              </a:ext>
            </a:extLst>
          </p:cNvPr>
          <p:cNvSpPr>
            <a:spLocks noGrp="1"/>
          </p:cNvSpPr>
          <p:nvPr>
            <p:ph type="body" sz="quarter" idx="24"/>
          </p:nvPr>
        </p:nvSpPr>
        <p:spPr>
          <a:xfrm>
            <a:off x="546892" y="6019801"/>
            <a:ext cx="5444333"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Arial" panose="020B0604020202020204" pitchFamily="34"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chemeClr val="bg1"/>
                </a:solidFill>
                <a:latin typeface="+mn-lt"/>
                <a:ea typeface="GT America Regular" charset="0"/>
                <a:cs typeface="GT America Regular" charset="0"/>
              </a:defRPr>
            </a:lvl9pPr>
          </a:lstStyle>
          <a:p>
            <a:pPr lvl="0"/>
            <a:r>
              <a:rPr lang="en-US"/>
              <a:t>Click to edit Master text styles</a:t>
            </a:r>
          </a:p>
        </p:txBody>
      </p:sp>
      <p:sp>
        <p:nvSpPr>
          <p:cNvPr id="2" name="Picture Placeholder 9">
            <a:extLst>
              <a:ext uri="{FF2B5EF4-FFF2-40B4-BE49-F238E27FC236}">
                <a16:creationId xmlns:a16="http://schemas.microsoft.com/office/drawing/2014/main" id="{7DD19302-3490-4363-31D6-A0E59636C5F8}"/>
              </a:ext>
            </a:extLst>
          </p:cNvPr>
          <p:cNvSpPr>
            <a:spLocks noGrp="1"/>
          </p:cNvSpPr>
          <p:nvPr>
            <p:ph type="pic" sz="quarter" idx="13" hasCustomPrompt="1"/>
          </p:nvPr>
        </p:nvSpPr>
        <p:spPr>
          <a:xfrm>
            <a:off x="6096000" y="5292725"/>
            <a:ext cx="2029765" cy="1566863"/>
          </a:xfrm>
          <a:solidFill>
            <a:schemeClr val="accent1"/>
          </a:solidFill>
          <a:ln>
            <a:noFill/>
          </a:ln>
        </p:spPr>
        <p:txBody>
          <a:bodyPr anchor="ctr"/>
          <a:lstStyle>
            <a:lvl1pPr algn="ctr">
              <a:defRPr sz="1200" b="0">
                <a:solidFill>
                  <a:schemeClr val="bg1"/>
                </a:solidFill>
                <a:latin typeface="Arial" panose="020B0604020202020204" pitchFamily="34" charset="0"/>
              </a:defRPr>
            </a:lvl1pPr>
          </a:lstStyle>
          <a:p>
            <a:pPr lvl="0"/>
            <a:r>
              <a:rPr lang="en-US"/>
              <a:t>Dynamic slice image</a:t>
            </a:r>
            <a:br>
              <a:rPr lang="en-US"/>
            </a:br>
            <a:r>
              <a:rPr lang="en-US"/>
              <a:t>or color fill</a:t>
            </a:r>
          </a:p>
        </p:txBody>
      </p:sp>
      <p:sp>
        <p:nvSpPr>
          <p:cNvPr id="3" name="Rectangle 2">
            <a:extLst>
              <a:ext uri="{FF2B5EF4-FFF2-40B4-BE49-F238E27FC236}">
                <a16:creationId xmlns:a16="http://schemas.microsoft.com/office/drawing/2014/main" id="{398A8D35-FB18-754A-7B6A-B3BC203A0044}"/>
              </a:ext>
            </a:extLst>
          </p:cNvPr>
          <p:cNvSpPr/>
          <p:nvPr userDrawn="1"/>
        </p:nvSpPr>
        <p:spPr>
          <a:xfrm>
            <a:off x="8125764" y="0"/>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Picture Placeholder 9">
            <a:extLst>
              <a:ext uri="{FF2B5EF4-FFF2-40B4-BE49-F238E27FC236}">
                <a16:creationId xmlns:a16="http://schemas.microsoft.com/office/drawing/2014/main" id="{DF234296-5557-C221-1254-5A736D5B7FFF}"/>
              </a:ext>
            </a:extLst>
          </p:cNvPr>
          <p:cNvSpPr>
            <a:spLocks noGrp="1"/>
          </p:cNvSpPr>
          <p:nvPr>
            <p:ph type="pic" sz="quarter" idx="14" hasCustomPrompt="1"/>
          </p:nvPr>
        </p:nvSpPr>
        <p:spPr>
          <a:xfrm>
            <a:off x="8125765" y="0"/>
            <a:ext cx="4066235" cy="5291137"/>
          </a:xfrm>
          <a:noFill/>
        </p:spPr>
        <p:txBody>
          <a:bodyPr lIns="548640" tIns="548640" rIns="548640" bIns="548640" anchor="ctr"/>
          <a:lstStyle>
            <a:lvl1pPr marL="0" indent="0" algn="l">
              <a:buFont typeface="Arial" panose="020B0604020202020204" pitchFamily="34" charset="0"/>
              <a:buNone/>
              <a:defRPr sz="3600" b="0">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Tree>
    <p:extLst>
      <p:ext uri="{BB962C8B-B14F-4D97-AF65-F5344CB8AC3E}">
        <p14:creationId xmlns:p14="http://schemas.microsoft.com/office/powerpoint/2010/main" val="4170878321"/>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Dynamic Slices 3 / Dark - Subhead">
    <p:bg>
      <p:bgPr>
        <a:solidFill>
          <a:schemeClr val="tx2"/>
        </a:solidFill>
        <a:effectLst/>
      </p:bgPr>
    </p:bg>
    <p:spTree>
      <p:nvGrpSpPr>
        <p:cNvPr id="1" name=""/>
        <p:cNvGrpSpPr/>
        <p:nvPr/>
      </p:nvGrpSpPr>
      <p:grpSpPr>
        <a:xfrm>
          <a:off x="0" y="0"/>
          <a:ext cx="0" cy="0"/>
          <a:chOff x="0" y="0"/>
          <a:chExt cx="0" cy="0"/>
        </a:xfrm>
      </p:grpSpPr>
      <p:sp>
        <p:nvSpPr>
          <p:cNvPr id="20" name="Freeform 19">
            <a:extLst>
              <a:ext uri="{FF2B5EF4-FFF2-40B4-BE49-F238E27FC236}">
                <a16:creationId xmlns:a16="http://schemas.microsoft.com/office/drawing/2014/main" id="{091F8258-6B33-2DAE-610E-A14A266200A5}"/>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8" name="Title 7">
            <a:extLst>
              <a:ext uri="{FF2B5EF4-FFF2-40B4-BE49-F238E27FC236}">
                <a16:creationId xmlns:a16="http://schemas.microsoft.com/office/drawing/2014/main" id="{F08C48AF-02EF-8FA0-A466-0869BF05C3EF}"/>
              </a:ext>
            </a:extLst>
          </p:cNvPr>
          <p:cNvSpPr>
            <a:spLocks noGrp="1"/>
          </p:cNvSpPr>
          <p:nvPr>
            <p:ph type="title"/>
          </p:nvPr>
        </p:nvSpPr>
        <p:spPr>
          <a:xfrm>
            <a:off x="546100" y="552450"/>
            <a:ext cx="6851649" cy="434975"/>
          </a:xfrm>
        </p:spPr>
        <p:txBody>
          <a:bodyPr/>
          <a:lstStyle>
            <a:lvl1pPr>
              <a:defRPr>
                <a:solidFill>
                  <a:schemeClr val="accent1"/>
                </a:solidFill>
              </a:defRPr>
            </a:lvl1pPr>
          </a:lstStyle>
          <a:p>
            <a:r>
              <a:rPr lang="en-US"/>
              <a:t>Click to edit Master title style</a:t>
            </a:r>
          </a:p>
        </p:txBody>
      </p:sp>
      <p:sp>
        <p:nvSpPr>
          <p:cNvPr id="13" name="Text Placeholder 11">
            <a:extLst>
              <a:ext uri="{FF2B5EF4-FFF2-40B4-BE49-F238E27FC236}">
                <a16:creationId xmlns:a16="http://schemas.microsoft.com/office/drawing/2014/main" id="{C1B3D74E-B270-D5EC-6F1E-2F3F425D169B}"/>
              </a:ext>
            </a:extLst>
          </p:cNvPr>
          <p:cNvSpPr>
            <a:spLocks noGrp="1"/>
          </p:cNvSpPr>
          <p:nvPr>
            <p:ph type="body" sz="quarter" idx="23"/>
          </p:nvPr>
        </p:nvSpPr>
        <p:spPr>
          <a:xfrm>
            <a:off x="546892" y="1127125"/>
            <a:ext cx="6853452" cy="292607"/>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17" name="Text Placeholder 13">
            <a:extLst>
              <a:ext uri="{FF2B5EF4-FFF2-40B4-BE49-F238E27FC236}">
                <a16:creationId xmlns:a16="http://schemas.microsoft.com/office/drawing/2014/main" id="{1F0B1429-1262-BB0D-EEE9-9308631827BA}"/>
              </a:ext>
            </a:extLst>
          </p:cNvPr>
          <p:cNvSpPr>
            <a:spLocks noGrp="1"/>
          </p:cNvSpPr>
          <p:nvPr>
            <p:ph type="body" sz="quarter" idx="24"/>
          </p:nvPr>
        </p:nvSpPr>
        <p:spPr>
          <a:xfrm>
            <a:off x="546892" y="6019801"/>
            <a:ext cx="5444333"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Arial" panose="020B0604020202020204" pitchFamily="34"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chemeClr val="bg1"/>
                </a:solidFill>
                <a:latin typeface="+mn-lt"/>
                <a:ea typeface="GT America Regular" charset="0"/>
                <a:cs typeface="GT America Regular" charset="0"/>
              </a:defRPr>
            </a:lvl9pPr>
          </a:lstStyle>
          <a:p>
            <a:pPr lvl="0"/>
            <a:r>
              <a:rPr lang="en-US"/>
              <a:t>Click to edit Master text styles</a:t>
            </a:r>
          </a:p>
        </p:txBody>
      </p:sp>
      <p:sp>
        <p:nvSpPr>
          <p:cNvPr id="18" name="Text Placeholder 33">
            <a:extLst>
              <a:ext uri="{FF2B5EF4-FFF2-40B4-BE49-F238E27FC236}">
                <a16:creationId xmlns:a16="http://schemas.microsoft.com/office/drawing/2014/main" id="{FC341142-156C-1A12-BFCF-8E43F622EC84}"/>
              </a:ext>
            </a:extLst>
          </p:cNvPr>
          <p:cNvSpPr>
            <a:spLocks noGrp="1"/>
          </p:cNvSpPr>
          <p:nvPr>
            <p:ph type="body" sz="quarter" idx="29"/>
          </p:nvPr>
        </p:nvSpPr>
        <p:spPr>
          <a:xfrm>
            <a:off x="546892" y="1849437"/>
            <a:ext cx="6850858"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bg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9" name="Content Placeholder 25">
            <a:extLst>
              <a:ext uri="{FF2B5EF4-FFF2-40B4-BE49-F238E27FC236}">
                <a16:creationId xmlns:a16="http://schemas.microsoft.com/office/drawing/2014/main" id="{697DE6C5-E6D7-D5B0-D5AF-03E4A50E0461}"/>
              </a:ext>
            </a:extLst>
          </p:cNvPr>
          <p:cNvSpPr>
            <a:spLocks noGrp="1"/>
          </p:cNvSpPr>
          <p:nvPr>
            <p:ph sz="quarter" idx="45"/>
          </p:nvPr>
        </p:nvSpPr>
        <p:spPr>
          <a:xfrm>
            <a:off x="546892" y="2425700"/>
            <a:ext cx="6850858" cy="2725738"/>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Picture Placeholder 9">
            <a:extLst>
              <a:ext uri="{FF2B5EF4-FFF2-40B4-BE49-F238E27FC236}">
                <a16:creationId xmlns:a16="http://schemas.microsoft.com/office/drawing/2014/main" id="{C6BD3E9F-3FB2-86B5-5D44-D025A9DEC744}"/>
              </a:ext>
            </a:extLst>
          </p:cNvPr>
          <p:cNvSpPr>
            <a:spLocks noGrp="1"/>
          </p:cNvSpPr>
          <p:nvPr>
            <p:ph type="pic" sz="quarter" idx="13" hasCustomPrompt="1"/>
          </p:nvPr>
        </p:nvSpPr>
        <p:spPr>
          <a:xfrm>
            <a:off x="6096000" y="5292725"/>
            <a:ext cx="2029765" cy="1566863"/>
          </a:xfrm>
          <a:solidFill>
            <a:schemeClr val="accent1"/>
          </a:solidFill>
          <a:ln>
            <a:noFill/>
          </a:ln>
        </p:spPr>
        <p:txBody>
          <a:bodyPr anchor="ctr"/>
          <a:lstStyle>
            <a:lvl1pPr algn="ctr">
              <a:defRPr sz="1200" b="0">
                <a:solidFill>
                  <a:schemeClr val="bg1"/>
                </a:solidFill>
                <a:latin typeface="Arial" panose="020B0604020202020204" pitchFamily="34" charset="0"/>
              </a:defRPr>
            </a:lvl1pPr>
          </a:lstStyle>
          <a:p>
            <a:pPr lvl="0"/>
            <a:r>
              <a:rPr lang="en-US"/>
              <a:t>Dynamic slice image</a:t>
            </a:r>
            <a:br>
              <a:rPr lang="en-US"/>
            </a:br>
            <a:r>
              <a:rPr lang="en-US"/>
              <a:t>or color fill</a:t>
            </a:r>
          </a:p>
        </p:txBody>
      </p:sp>
      <p:sp>
        <p:nvSpPr>
          <p:cNvPr id="3" name="Rectangle 2">
            <a:extLst>
              <a:ext uri="{FF2B5EF4-FFF2-40B4-BE49-F238E27FC236}">
                <a16:creationId xmlns:a16="http://schemas.microsoft.com/office/drawing/2014/main" id="{CEE01ADF-2A73-83EE-EE3F-AC171880FCD8}"/>
              </a:ext>
            </a:extLst>
          </p:cNvPr>
          <p:cNvSpPr/>
          <p:nvPr userDrawn="1"/>
        </p:nvSpPr>
        <p:spPr>
          <a:xfrm>
            <a:off x="8125764" y="0"/>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Picture Placeholder 9">
            <a:extLst>
              <a:ext uri="{FF2B5EF4-FFF2-40B4-BE49-F238E27FC236}">
                <a16:creationId xmlns:a16="http://schemas.microsoft.com/office/drawing/2014/main" id="{254E1435-77AE-ED78-111D-A9A3F32B09FD}"/>
              </a:ext>
            </a:extLst>
          </p:cNvPr>
          <p:cNvSpPr>
            <a:spLocks noGrp="1"/>
          </p:cNvSpPr>
          <p:nvPr>
            <p:ph type="pic" sz="quarter" idx="14" hasCustomPrompt="1"/>
          </p:nvPr>
        </p:nvSpPr>
        <p:spPr>
          <a:xfrm>
            <a:off x="8125765" y="0"/>
            <a:ext cx="4066235" cy="5291137"/>
          </a:xfrm>
          <a:noFill/>
        </p:spPr>
        <p:txBody>
          <a:bodyPr lIns="548640" tIns="548640" rIns="548640" bIns="548640" anchor="ctr"/>
          <a:lstStyle>
            <a:lvl1pPr marL="0" indent="0" algn="l">
              <a:buFont typeface="Arial" panose="020B0604020202020204" pitchFamily="34" charset="0"/>
              <a:buNone/>
              <a:defRPr sz="3600" b="0">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Tree>
    <p:extLst>
      <p:ext uri="{BB962C8B-B14F-4D97-AF65-F5344CB8AC3E}">
        <p14:creationId xmlns:p14="http://schemas.microsoft.com/office/powerpoint/2010/main" val="851152626"/>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1 Column - Thirds Right">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BB9BC941-343A-ECD1-D9EB-762F51A4DB1C}"/>
              </a:ext>
            </a:extLst>
          </p:cNvPr>
          <p:cNvSpPr/>
          <p:nvPr userDrawn="1"/>
        </p:nvSpPr>
        <p:spPr bwMode="hidden">
          <a:xfrm>
            <a:off x="4072128" y="0"/>
            <a:ext cx="270662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A5650459-F1D6-356F-1BD0-28F741FD03A7}"/>
              </a:ext>
            </a:extLst>
          </p:cNvPr>
          <p:cNvSpPr/>
          <p:nvPr userDrawn="1"/>
        </p:nvSpPr>
        <p:spPr bwMode="hidden">
          <a:xfrm>
            <a:off x="6778752" y="0"/>
            <a:ext cx="2706624"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F231D05A-0C4D-9AD2-7B54-AEC3D27C0526}"/>
              </a:ext>
            </a:extLst>
          </p:cNvPr>
          <p:cNvSpPr/>
          <p:nvPr userDrawn="1"/>
        </p:nvSpPr>
        <p:spPr bwMode="hidden">
          <a:xfrm>
            <a:off x="9485376" y="0"/>
            <a:ext cx="2706624" cy="6858000"/>
          </a:xfrm>
          <a:prstGeom prst="rect">
            <a:avLst/>
          </a:prstGeom>
          <a:solidFill>
            <a:srgbClr val="F0F0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Picture Placeholder 9">
            <a:extLst>
              <a:ext uri="{FF2B5EF4-FFF2-40B4-BE49-F238E27FC236}">
                <a16:creationId xmlns:a16="http://schemas.microsoft.com/office/drawing/2014/main" id="{CC315AB5-1A8A-0272-124A-17B0C97D4F3F}"/>
              </a:ext>
            </a:extLst>
          </p:cNvPr>
          <p:cNvSpPr>
            <a:spLocks noGrp="1"/>
          </p:cNvSpPr>
          <p:nvPr>
            <p:ph type="pic" sz="quarter" idx="28" hasCustomPrompt="1"/>
          </p:nvPr>
        </p:nvSpPr>
        <p:spPr>
          <a:xfrm>
            <a:off x="4287583" y="1700213"/>
            <a:ext cx="722376" cy="725487"/>
          </a:xfrm>
          <a:noFill/>
          <a:ln>
            <a:noFill/>
          </a:ln>
        </p:spPr>
        <p:txBody>
          <a:bodyPr anchor="b"/>
          <a:lstStyle>
            <a:lvl1pPr algn="ctr">
              <a:defRPr>
                <a:solidFill>
                  <a:schemeClr val="bg1"/>
                </a:solidFill>
              </a:defRPr>
            </a:lvl1pPr>
          </a:lstStyle>
          <a:p>
            <a:r>
              <a:rPr lang="en-US"/>
              <a:t>Icon</a:t>
            </a:r>
          </a:p>
        </p:txBody>
      </p:sp>
      <p:sp>
        <p:nvSpPr>
          <p:cNvPr id="21" name="Picture Placeholder 9">
            <a:extLst>
              <a:ext uri="{FF2B5EF4-FFF2-40B4-BE49-F238E27FC236}">
                <a16:creationId xmlns:a16="http://schemas.microsoft.com/office/drawing/2014/main" id="{9E00C7D1-33B8-8C13-3170-53723F9DC775}"/>
              </a:ext>
            </a:extLst>
          </p:cNvPr>
          <p:cNvSpPr>
            <a:spLocks noGrp="1"/>
          </p:cNvSpPr>
          <p:nvPr>
            <p:ph type="pic" sz="quarter" idx="29" hasCustomPrompt="1"/>
          </p:nvPr>
        </p:nvSpPr>
        <p:spPr>
          <a:xfrm>
            <a:off x="6969823" y="1700213"/>
            <a:ext cx="722376" cy="725487"/>
          </a:xfrm>
          <a:noFill/>
          <a:ln>
            <a:noFill/>
          </a:ln>
        </p:spPr>
        <p:txBody>
          <a:bodyPr anchor="b"/>
          <a:lstStyle>
            <a:lvl1pPr algn="ctr">
              <a:defRPr>
                <a:solidFill>
                  <a:schemeClr val="bg1"/>
                </a:solidFill>
              </a:defRPr>
            </a:lvl1pPr>
          </a:lstStyle>
          <a:p>
            <a:r>
              <a:rPr lang="en-US"/>
              <a:t>Icon</a:t>
            </a:r>
          </a:p>
        </p:txBody>
      </p:sp>
      <p:sp>
        <p:nvSpPr>
          <p:cNvPr id="22" name="Picture Placeholder 9">
            <a:extLst>
              <a:ext uri="{FF2B5EF4-FFF2-40B4-BE49-F238E27FC236}">
                <a16:creationId xmlns:a16="http://schemas.microsoft.com/office/drawing/2014/main" id="{25C2B24F-2F63-693C-4B5C-5218010E6E17}"/>
              </a:ext>
            </a:extLst>
          </p:cNvPr>
          <p:cNvSpPr>
            <a:spLocks noGrp="1"/>
          </p:cNvSpPr>
          <p:nvPr>
            <p:ph type="pic" sz="quarter" idx="30" hasCustomPrompt="1"/>
          </p:nvPr>
        </p:nvSpPr>
        <p:spPr>
          <a:xfrm>
            <a:off x="9695606" y="1700213"/>
            <a:ext cx="722376" cy="725487"/>
          </a:xfrm>
          <a:noFill/>
          <a:ln>
            <a:noFill/>
          </a:ln>
        </p:spPr>
        <p:txBody>
          <a:bodyPr anchor="b"/>
          <a:lstStyle>
            <a:lvl1pPr algn="ctr">
              <a:defRPr>
                <a:solidFill>
                  <a:schemeClr val="tx1"/>
                </a:solidFill>
              </a:defRPr>
            </a:lvl1pPr>
          </a:lstStyle>
          <a:p>
            <a:r>
              <a:rPr lang="en-US"/>
              <a:t>Icon</a:t>
            </a:r>
          </a:p>
        </p:txBody>
      </p:sp>
      <p:sp>
        <p:nvSpPr>
          <p:cNvPr id="6" name="Title 5">
            <a:extLst>
              <a:ext uri="{FF2B5EF4-FFF2-40B4-BE49-F238E27FC236}">
                <a16:creationId xmlns:a16="http://schemas.microsoft.com/office/drawing/2014/main" id="{F70F910A-0FDA-8569-64E0-CDA719003479}"/>
              </a:ext>
            </a:extLst>
          </p:cNvPr>
          <p:cNvSpPr>
            <a:spLocks noGrp="1"/>
          </p:cNvSpPr>
          <p:nvPr>
            <p:ph type="title"/>
          </p:nvPr>
        </p:nvSpPr>
        <p:spPr>
          <a:xfrm>
            <a:off x="546101" y="552450"/>
            <a:ext cx="3513784" cy="434975"/>
          </a:xfrm>
        </p:spPr>
        <p:txBody>
          <a:bodyPr rIns="274320"/>
          <a:lstStyle>
            <a:lvl1pPr>
              <a:defRPr>
                <a:solidFill>
                  <a:schemeClr val="tx2"/>
                </a:solidFill>
              </a:defRPr>
            </a:lvl1pPr>
          </a:lstStyle>
          <a:p>
            <a:r>
              <a:rPr lang="en-US"/>
              <a:t>Click to edit Master title style</a:t>
            </a:r>
          </a:p>
        </p:txBody>
      </p:sp>
      <p:sp>
        <p:nvSpPr>
          <p:cNvPr id="4" name="Freeform 5">
            <a:extLst>
              <a:ext uri="{FF2B5EF4-FFF2-40B4-BE49-F238E27FC236}">
                <a16:creationId xmlns:a16="http://schemas.microsoft.com/office/drawing/2014/main" id="{C6DF79E6-D4E8-1A83-F47C-3A44B264B93E}"/>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35" name="Text Placeholder 10">
            <a:extLst>
              <a:ext uri="{FF2B5EF4-FFF2-40B4-BE49-F238E27FC236}">
                <a16:creationId xmlns:a16="http://schemas.microsoft.com/office/drawing/2014/main" id="{B88CC021-CDD2-6418-1ADC-6959FDAC120A}"/>
              </a:ext>
            </a:extLst>
          </p:cNvPr>
          <p:cNvSpPr>
            <a:spLocks noGrp="1"/>
          </p:cNvSpPr>
          <p:nvPr>
            <p:ph type="body" sz="quarter" idx="21"/>
          </p:nvPr>
        </p:nvSpPr>
        <p:spPr>
          <a:xfrm>
            <a:off x="546100" y="1127125"/>
            <a:ext cx="3310473"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36" name="Text Placeholder 15">
            <a:extLst>
              <a:ext uri="{FF2B5EF4-FFF2-40B4-BE49-F238E27FC236}">
                <a16:creationId xmlns:a16="http://schemas.microsoft.com/office/drawing/2014/main" id="{BC76AFF6-CF90-29B2-6B5F-2F953DE61D0F}"/>
              </a:ext>
            </a:extLst>
          </p:cNvPr>
          <p:cNvSpPr>
            <a:spLocks noGrp="1"/>
          </p:cNvSpPr>
          <p:nvPr>
            <p:ph type="body" sz="quarter" idx="22"/>
          </p:nvPr>
        </p:nvSpPr>
        <p:spPr>
          <a:xfrm>
            <a:off x="546100" y="6019800"/>
            <a:ext cx="3314822"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Arial" panose="020B0604020202020204" pitchFamily="34"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37" name="Content Placeholder 22">
            <a:extLst>
              <a:ext uri="{FF2B5EF4-FFF2-40B4-BE49-F238E27FC236}">
                <a16:creationId xmlns:a16="http://schemas.microsoft.com/office/drawing/2014/main" id="{97E0F40B-B869-0C41-17E9-7CB4DEBBA384}"/>
              </a:ext>
            </a:extLst>
          </p:cNvPr>
          <p:cNvSpPr>
            <a:spLocks noGrp="1"/>
          </p:cNvSpPr>
          <p:nvPr>
            <p:ph sz="quarter" idx="23"/>
          </p:nvPr>
        </p:nvSpPr>
        <p:spPr>
          <a:xfrm>
            <a:off x="546099" y="1849438"/>
            <a:ext cx="3310473" cy="4017962"/>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39" name="Content Placeholder 38">
            <a:extLst>
              <a:ext uri="{FF2B5EF4-FFF2-40B4-BE49-F238E27FC236}">
                <a16:creationId xmlns:a16="http://schemas.microsoft.com/office/drawing/2014/main" id="{B8FB8A65-64DE-688C-A8C8-69259DE4ACFC}"/>
              </a:ext>
            </a:extLst>
          </p:cNvPr>
          <p:cNvSpPr>
            <a:spLocks noGrp="1"/>
          </p:cNvSpPr>
          <p:nvPr>
            <p:ph sz="quarter" idx="51"/>
          </p:nvPr>
        </p:nvSpPr>
        <p:spPr>
          <a:xfrm>
            <a:off x="4287584" y="2714626"/>
            <a:ext cx="1947672" cy="2727324"/>
          </a:xfrm>
        </p:spPr>
        <p:txBody>
          <a:bodyPr/>
          <a:lstStyle>
            <a:lvl1pPr>
              <a:defRPr b="1">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1" name="Content Placeholder 40">
            <a:extLst>
              <a:ext uri="{FF2B5EF4-FFF2-40B4-BE49-F238E27FC236}">
                <a16:creationId xmlns:a16="http://schemas.microsoft.com/office/drawing/2014/main" id="{83F5807E-64D9-26C9-A052-A940055EC2EC}"/>
              </a:ext>
            </a:extLst>
          </p:cNvPr>
          <p:cNvSpPr>
            <a:spLocks noGrp="1"/>
          </p:cNvSpPr>
          <p:nvPr>
            <p:ph sz="quarter" idx="52"/>
          </p:nvPr>
        </p:nvSpPr>
        <p:spPr>
          <a:xfrm>
            <a:off x="6988240" y="2714625"/>
            <a:ext cx="1947672" cy="2727325"/>
          </a:xfrm>
        </p:spPr>
        <p:txBody>
          <a:bodyPr/>
          <a:lstStyle>
            <a:lvl1pPr>
              <a:defRPr b="1">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3" name="Content Placeholder 42">
            <a:extLst>
              <a:ext uri="{FF2B5EF4-FFF2-40B4-BE49-F238E27FC236}">
                <a16:creationId xmlns:a16="http://schemas.microsoft.com/office/drawing/2014/main" id="{D4223DE0-4467-4663-D8D2-667F2C64D3E3}"/>
              </a:ext>
            </a:extLst>
          </p:cNvPr>
          <p:cNvSpPr>
            <a:spLocks noGrp="1"/>
          </p:cNvSpPr>
          <p:nvPr>
            <p:ph sz="quarter" idx="53"/>
          </p:nvPr>
        </p:nvSpPr>
        <p:spPr>
          <a:xfrm>
            <a:off x="9694862" y="2714625"/>
            <a:ext cx="1943101" cy="2727325"/>
          </a:xfrm>
        </p:spPr>
        <p:txBody>
          <a:bodyPr/>
          <a:lstStyle>
            <a:lvl1pPr>
              <a:defRPr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Tree>
    <p:extLst>
      <p:ext uri="{BB962C8B-B14F-4D97-AF65-F5344CB8AC3E}">
        <p14:creationId xmlns:p14="http://schemas.microsoft.com/office/powerpoint/2010/main" val="703345167"/>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1 Column Left - Custom Columns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DC42E88-6CA5-D615-F095-E179BC98BD17}"/>
              </a:ext>
            </a:extLst>
          </p:cNvPr>
          <p:cNvSpPr/>
          <p:nvPr userDrawn="1"/>
        </p:nvSpPr>
        <p:spPr bwMode="hidden">
          <a:xfrm>
            <a:off x="4059886" y="0"/>
            <a:ext cx="813211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F70F910A-0FDA-8569-64E0-CDA719003479}"/>
              </a:ext>
            </a:extLst>
          </p:cNvPr>
          <p:cNvSpPr>
            <a:spLocks noGrp="1"/>
          </p:cNvSpPr>
          <p:nvPr>
            <p:ph type="title"/>
          </p:nvPr>
        </p:nvSpPr>
        <p:spPr>
          <a:xfrm>
            <a:off x="546099" y="552450"/>
            <a:ext cx="3513785" cy="434975"/>
          </a:xfrm>
        </p:spPr>
        <p:txBody>
          <a:bodyPr rIns="274320"/>
          <a:lstStyle/>
          <a:p>
            <a:r>
              <a:rPr lang="en-US"/>
              <a:t>Click to edit Master title style</a:t>
            </a:r>
          </a:p>
        </p:txBody>
      </p:sp>
      <p:sp>
        <p:nvSpPr>
          <p:cNvPr id="11" name="Footer Placeholder 10">
            <a:extLst>
              <a:ext uri="{FF2B5EF4-FFF2-40B4-BE49-F238E27FC236}">
                <a16:creationId xmlns:a16="http://schemas.microsoft.com/office/drawing/2014/main" id="{BAECEC3D-770F-7250-26AF-412E70DE9C76}"/>
              </a:ext>
            </a:extLst>
          </p:cNvPr>
          <p:cNvSpPr>
            <a:spLocks noGrp="1"/>
          </p:cNvSpPr>
          <p:nvPr>
            <p:ph type="ftr" sz="quarter" idx="33"/>
          </p:nvPr>
        </p:nvSpPr>
        <p:spPr/>
        <p:txBody>
          <a:bodyPr/>
          <a:lstStyle>
            <a:lvl1pPr>
              <a:defRPr>
                <a:solidFill>
                  <a:schemeClr val="bg1"/>
                </a:solidFill>
              </a:defRPr>
            </a:lvl1pPr>
          </a:lstStyle>
          <a:p>
            <a:r>
              <a:rPr lang="en-US"/>
              <a:t>See slide 12 for instructions on how to update footer</a:t>
            </a:r>
          </a:p>
        </p:txBody>
      </p:sp>
      <p:sp>
        <p:nvSpPr>
          <p:cNvPr id="16" name="Slide Number Placeholder 15">
            <a:extLst>
              <a:ext uri="{FF2B5EF4-FFF2-40B4-BE49-F238E27FC236}">
                <a16:creationId xmlns:a16="http://schemas.microsoft.com/office/drawing/2014/main" id="{C768E3CA-EE05-5C0C-7FDE-235DD91067BA}"/>
              </a:ext>
            </a:extLst>
          </p:cNvPr>
          <p:cNvSpPr>
            <a:spLocks noGrp="1"/>
          </p:cNvSpPr>
          <p:nvPr>
            <p:ph type="sldNum" sz="quarter" idx="34"/>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4" name="Freeform 5">
            <a:extLst>
              <a:ext uri="{FF2B5EF4-FFF2-40B4-BE49-F238E27FC236}">
                <a16:creationId xmlns:a16="http://schemas.microsoft.com/office/drawing/2014/main" id="{074E9702-7D53-759A-8744-90315F172A39}"/>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27" name="Text Placeholder 10">
            <a:extLst>
              <a:ext uri="{FF2B5EF4-FFF2-40B4-BE49-F238E27FC236}">
                <a16:creationId xmlns:a16="http://schemas.microsoft.com/office/drawing/2014/main" id="{8476A416-A714-4210-10C5-4ECE5403AD92}"/>
              </a:ext>
            </a:extLst>
          </p:cNvPr>
          <p:cNvSpPr>
            <a:spLocks noGrp="1"/>
          </p:cNvSpPr>
          <p:nvPr>
            <p:ph type="body" sz="quarter" idx="21"/>
          </p:nvPr>
        </p:nvSpPr>
        <p:spPr>
          <a:xfrm>
            <a:off x="546100" y="1127125"/>
            <a:ext cx="3310473"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8" name="Text Placeholder 15">
            <a:extLst>
              <a:ext uri="{FF2B5EF4-FFF2-40B4-BE49-F238E27FC236}">
                <a16:creationId xmlns:a16="http://schemas.microsoft.com/office/drawing/2014/main" id="{E821CB68-EA76-1467-1729-66BB76463650}"/>
              </a:ext>
            </a:extLst>
          </p:cNvPr>
          <p:cNvSpPr>
            <a:spLocks noGrp="1"/>
          </p:cNvSpPr>
          <p:nvPr>
            <p:ph type="body" sz="quarter" idx="22"/>
          </p:nvPr>
        </p:nvSpPr>
        <p:spPr>
          <a:xfrm>
            <a:off x="546100" y="6019800"/>
            <a:ext cx="3314822"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Arial" panose="020B0604020202020204" pitchFamily="34"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29" name="Content Placeholder 22">
            <a:extLst>
              <a:ext uri="{FF2B5EF4-FFF2-40B4-BE49-F238E27FC236}">
                <a16:creationId xmlns:a16="http://schemas.microsoft.com/office/drawing/2014/main" id="{51AAE891-E737-DFDA-7D8D-D6B9BFB4D07E}"/>
              </a:ext>
            </a:extLst>
          </p:cNvPr>
          <p:cNvSpPr>
            <a:spLocks noGrp="1"/>
          </p:cNvSpPr>
          <p:nvPr>
            <p:ph sz="quarter" idx="23"/>
          </p:nvPr>
        </p:nvSpPr>
        <p:spPr>
          <a:xfrm>
            <a:off x="546099" y="1849438"/>
            <a:ext cx="3310473" cy="4017962"/>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31" name="Content Placeholder 30">
            <a:extLst>
              <a:ext uri="{FF2B5EF4-FFF2-40B4-BE49-F238E27FC236}">
                <a16:creationId xmlns:a16="http://schemas.microsoft.com/office/drawing/2014/main" id="{11D2A5E2-5CF6-5A53-7EC3-8225F0D7FD1E}"/>
              </a:ext>
            </a:extLst>
          </p:cNvPr>
          <p:cNvSpPr>
            <a:spLocks noGrp="1"/>
          </p:cNvSpPr>
          <p:nvPr>
            <p:ph sz="quarter" idx="49" hasCustomPrompt="1"/>
          </p:nvPr>
        </p:nvSpPr>
        <p:spPr>
          <a:xfrm>
            <a:off x="4781550" y="552448"/>
            <a:ext cx="2103120" cy="2057400"/>
          </a:xfrm>
        </p:spPr>
        <p:txBody>
          <a:bodyPr/>
          <a:lstStyle>
            <a:lvl1pPr>
              <a:defRPr sz="4800">
                <a:solidFill>
                  <a:schemeClr val="accent1"/>
                </a:solidFill>
                <a:latin typeface="+mj-lt"/>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lvl="0"/>
            <a:r>
              <a:rPr lang="en-US"/>
              <a:t>00</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1325EC07-DA2D-56D3-9A3C-C6F0509F3655}"/>
              </a:ext>
            </a:extLst>
          </p:cNvPr>
          <p:cNvSpPr>
            <a:spLocks noGrp="1"/>
          </p:cNvSpPr>
          <p:nvPr>
            <p:ph sz="quarter" idx="50" hasCustomPrompt="1"/>
          </p:nvPr>
        </p:nvSpPr>
        <p:spPr>
          <a:xfrm>
            <a:off x="7157707" y="552449"/>
            <a:ext cx="2103120" cy="2057400"/>
          </a:xfrm>
        </p:spPr>
        <p:txBody>
          <a:bodyPr/>
          <a:lstStyle>
            <a:lvl1pPr>
              <a:defRPr lang="en-US" sz="4800" b="0"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34DD913C-76A7-91A4-17C2-6A7974B58E09}"/>
              </a:ext>
            </a:extLst>
          </p:cNvPr>
          <p:cNvSpPr>
            <a:spLocks noGrp="1"/>
          </p:cNvSpPr>
          <p:nvPr>
            <p:ph sz="quarter" idx="51" hasCustomPrompt="1"/>
          </p:nvPr>
        </p:nvSpPr>
        <p:spPr>
          <a:xfrm>
            <a:off x="9533864" y="552449"/>
            <a:ext cx="2103120" cy="2057400"/>
          </a:xfrm>
        </p:spPr>
        <p:txBody>
          <a:bodyPr/>
          <a:lstStyle>
            <a:lvl1pPr>
              <a:defRPr lang="en-US" sz="4800" b="0"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91F7FEDE-0C8C-BB6B-64FE-0D7DAA4C41CC}"/>
              </a:ext>
            </a:extLst>
          </p:cNvPr>
          <p:cNvSpPr>
            <a:spLocks noGrp="1"/>
          </p:cNvSpPr>
          <p:nvPr>
            <p:ph sz="quarter" idx="52" hasCustomPrompt="1"/>
          </p:nvPr>
        </p:nvSpPr>
        <p:spPr>
          <a:xfrm>
            <a:off x="4781550" y="3013075"/>
            <a:ext cx="2103120" cy="2057400"/>
          </a:xfrm>
        </p:spPr>
        <p:txBody>
          <a:bodyPr/>
          <a:lstStyle>
            <a:lvl1pPr>
              <a:defRPr lang="en-US" sz="4800" b="0"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F341F831-D937-52AC-79EE-ED9B317A7A26}"/>
              </a:ext>
            </a:extLst>
          </p:cNvPr>
          <p:cNvSpPr>
            <a:spLocks noGrp="1"/>
          </p:cNvSpPr>
          <p:nvPr>
            <p:ph sz="quarter" idx="53" hasCustomPrompt="1"/>
          </p:nvPr>
        </p:nvSpPr>
        <p:spPr>
          <a:xfrm>
            <a:off x="7157707" y="3013074"/>
            <a:ext cx="2103120" cy="2057400"/>
          </a:xfrm>
        </p:spPr>
        <p:txBody>
          <a:bodyPr/>
          <a:lstStyle>
            <a:lvl1pPr>
              <a:defRPr lang="en-US" sz="4800" b="0"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42" name="Content Placeholder 41">
            <a:extLst>
              <a:ext uri="{FF2B5EF4-FFF2-40B4-BE49-F238E27FC236}">
                <a16:creationId xmlns:a16="http://schemas.microsoft.com/office/drawing/2014/main" id="{34CDFFDE-72E2-952B-48CC-53250B995DFF}"/>
              </a:ext>
            </a:extLst>
          </p:cNvPr>
          <p:cNvSpPr>
            <a:spLocks noGrp="1"/>
          </p:cNvSpPr>
          <p:nvPr>
            <p:ph sz="quarter" idx="54" hasCustomPrompt="1"/>
          </p:nvPr>
        </p:nvSpPr>
        <p:spPr>
          <a:xfrm>
            <a:off x="9520599" y="3013074"/>
            <a:ext cx="2116385" cy="2057400"/>
          </a:xfrm>
        </p:spPr>
        <p:txBody>
          <a:bodyPr/>
          <a:lstStyle>
            <a:lvl1pPr>
              <a:defRPr lang="en-US" sz="4800" b="0"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16590559"/>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 Column Left - Quadrant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10A8DD4-AFB3-6A0D-E0DC-BE0C252106E0}"/>
              </a:ext>
            </a:extLst>
          </p:cNvPr>
          <p:cNvSpPr>
            <a:spLocks/>
          </p:cNvSpPr>
          <p:nvPr userDrawn="1"/>
        </p:nvSpPr>
        <p:spPr>
          <a:xfrm>
            <a:off x="4055115" y="-3224"/>
            <a:ext cx="8136885" cy="68612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DF7171D-56DB-60BD-88D4-7F7BF6A5CD65}"/>
              </a:ext>
            </a:extLst>
          </p:cNvPr>
          <p:cNvSpPr/>
          <p:nvPr userDrawn="1"/>
        </p:nvSpPr>
        <p:spPr>
          <a:xfrm>
            <a:off x="4055115" y="3429000"/>
            <a:ext cx="4069080" cy="3429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166F2CC-C885-AE48-D625-8EF6963758F0}"/>
              </a:ext>
            </a:extLst>
          </p:cNvPr>
          <p:cNvSpPr/>
          <p:nvPr userDrawn="1"/>
        </p:nvSpPr>
        <p:spPr>
          <a:xfrm>
            <a:off x="8121341" y="0"/>
            <a:ext cx="4069080" cy="3429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reeform 5">
            <a:extLst>
              <a:ext uri="{FF2B5EF4-FFF2-40B4-BE49-F238E27FC236}">
                <a16:creationId xmlns:a16="http://schemas.microsoft.com/office/drawing/2014/main" id="{68BA6A1E-20D9-E197-8F00-A2A7CD418E82}"/>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2" name="Text Placeholder 15">
            <a:extLst>
              <a:ext uri="{FF2B5EF4-FFF2-40B4-BE49-F238E27FC236}">
                <a16:creationId xmlns:a16="http://schemas.microsoft.com/office/drawing/2014/main" id="{10D68855-6C8B-26E2-7D19-EF4C14B54255}"/>
              </a:ext>
            </a:extLst>
          </p:cNvPr>
          <p:cNvSpPr>
            <a:spLocks noGrp="1"/>
          </p:cNvSpPr>
          <p:nvPr>
            <p:ph type="body" sz="quarter" idx="46"/>
          </p:nvPr>
        </p:nvSpPr>
        <p:spPr>
          <a:xfrm>
            <a:off x="546100" y="6019800"/>
            <a:ext cx="3314822"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Arial" panose="020B0604020202020204" pitchFamily="34"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20" name="Content Placeholder 19">
            <a:extLst>
              <a:ext uri="{FF2B5EF4-FFF2-40B4-BE49-F238E27FC236}">
                <a16:creationId xmlns:a16="http://schemas.microsoft.com/office/drawing/2014/main" id="{8C68C4CC-CEF3-3402-F640-B77CCA9E63E6}"/>
              </a:ext>
            </a:extLst>
          </p:cNvPr>
          <p:cNvSpPr>
            <a:spLocks noGrp="1"/>
          </p:cNvSpPr>
          <p:nvPr>
            <p:ph sz="quarter" idx="47" hasCustomPrompt="1"/>
          </p:nvPr>
        </p:nvSpPr>
        <p:spPr>
          <a:xfrm>
            <a:off x="4055115" y="-3223"/>
            <a:ext cx="4069080" cy="3429000"/>
          </a:xfrm>
          <a:noFill/>
        </p:spPr>
        <p:txBody>
          <a:bodyPr lIns="548640" tIns="0" rIns="548640" bIns="0" anchor="ctr"/>
          <a:lstStyle>
            <a:lvl1pPr>
              <a:defRPr b="1">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marL="800100" indent="0">
              <a:buNone/>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Add a photo or chart</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419B93D8-9F40-73DB-5A94-C874C8DAA5C6}"/>
              </a:ext>
            </a:extLst>
          </p:cNvPr>
          <p:cNvSpPr>
            <a:spLocks noGrp="1"/>
          </p:cNvSpPr>
          <p:nvPr>
            <p:ph sz="quarter" idx="48" hasCustomPrompt="1"/>
          </p:nvPr>
        </p:nvSpPr>
        <p:spPr>
          <a:xfrm>
            <a:off x="8496993" y="3747156"/>
            <a:ext cx="3320934" cy="2795912"/>
          </a:xfrm>
          <a:noFill/>
        </p:spPr>
        <p:txBody>
          <a:bodyPr lIns="548640" tIns="0" rIns="548640" bIns="0" anchor="ctr" anchorCtr="0"/>
          <a:lstStyle>
            <a:lvl1pPr>
              <a:defRPr b="1">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lvl="0"/>
            <a:r>
              <a:rPr lang="en-US"/>
              <a:t>Add a photo or chart</a:t>
            </a:r>
          </a:p>
          <a:p>
            <a:pPr lvl="1"/>
            <a:r>
              <a:rPr lang="en-US"/>
              <a:t>Second level</a:t>
            </a:r>
          </a:p>
          <a:p>
            <a:pPr lvl="2"/>
            <a:r>
              <a:rPr lang="en-US"/>
              <a:t>Third level</a:t>
            </a:r>
          </a:p>
          <a:p>
            <a:pPr lvl="3"/>
            <a:r>
              <a:rPr lang="en-US"/>
              <a:t>Fourth level</a:t>
            </a:r>
          </a:p>
          <a:p>
            <a:pPr lvl="4"/>
            <a:r>
              <a:rPr lang="en-US"/>
              <a:t>Fifth level</a:t>
            </a:r>
          </a:p>
        </p:txBody>
      </p:sp>
      <p:sp>
        <p:nvSpPr>
          <p:cNvPr id="25" name="Content Placeholder 24">
            <a:extLst>
              <a:ext uri="{FF2B5EF4-FFF2-40B4-BE49-F238E27FC236}">
                <a16:creationId xmlns:a16="http://schemas.microsoft.com/office/drawing/2014/main" id="{F6249455-82E8-40E3-5DFB-873B422998AB}"/>
              </a:ext>
            </a:extLst>
          </p:cNvPr>
          <p:cNvSpPr>
            <a:spLocks noGrp="1"/>
          </p:cNvSpPr>
          <p:nvPr>
            <p:ph sz="quarter" idx="49" hasCustomPrompt="1"/>
          </p:nvPr>
        </p:nvSpPr>
        <p:spPr>
          <a:xfrm>
            <a:off x="4055115" y="3429000"/>
            <a:ext cx="4069080" cy="3429000"/>
          </a:xfrm>
          <a:noFill/>
        </p:spPr>
        <p:txBody>
          <a:bodyPr vert="horz" lIns="548640" tIns="0" rIns="548640" bIns="0" rtlCol="0" anchor="ctr">
            <a:normAutofit/>
          </a:bodyPr>
          <a:lstStyle>
            <a:lvl1pPr>
              <a:defRPr lang="en-US" sz="2100" b="0" dirty="0" smtClean="0">
                <a:solidFill>
                  <a:schemeClr val="bg1"/>
                </a:solidFill>
                <a:latin typeface="+mj-lt"/>
              </a:defRPr>
            </a:lvl1pPr>
            <a:lvl2pPr>
              <a:defRPr lang="en-US" dirty="0" smtClean="0">
                <a:solidFill>
                  <a:schemeClr val="bg1"/>
                </a:solidFill>
              </a:defRPr>
            </a:lvl2pPr>
            <a:lvl3pPr>
              <a:buClrTx/>
              <a:defRPr lang="en-US" dirty="0" smtClean="0">
                <a:solidFill>
                  <a:schemeClr val="bg1"/>
                </a:solidFill>
              </a:defRPr>
            </a:lvl3pPr>
            <a:lvl4pPr>
              <a:defRPr lang="en-US" dirty="0" smtClean="0">
                <a:solidFill>
                  <a:schemeClr val="bg1"/>
                </a:solidFill>
              </a:defRPr>
            </a:lvl4pPr>
            <a:lvl5pPr>
              <a:buClrTx/>
              <a:defRPr lang="en-US" dirty="0">
                <a:solidFill>
                  <a:schemeClr val="bg1"/>
                </a:solidFill>
              </a:defRPr>
            </a:lvl5pPr>
            <a:lvl6pPr marL="800100" indent="0">
              <a:buNone/>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Quotes, text, or image</a:t>
            </a:r>
          </a:p>
          <a:p>
            <a:pPr lvl="1"/>
            <a:r>
              <a:rPr lang="en-US"/>
              <a:t>Second level</a:t>
            </a:r>
          </a:p>
          <a:p>
            <a:pPr lvl="2"/>
            <a:r>
              <a:rPr lang="en-US"/>
              <a:t>Third level</a:t>
            </a:r>
          </a:p>
          <a:p>
            <a:pPr lvl="3"/>
            <a:r>
              <a:rPr lang="en-US"/>
              <a:t>Fourth level</a:t>
            </a:r>
          </a:p>
          <a:p>
            <a:pPr lvl="4"/>
            <a:r>
              <a:rPr lang="en-US"/>
              <a:t>Fifth level</a:t>
            </a:r>
          </a:p>
        </p:txBody>
      </p:sp>
      <p:sp>
        <p:nvSpPr>
          <p:cNvPr id="27" name="Content Placeholder 26">
            <a:extLst>
              <a:ext uri="{FF2B5EF4-FFF2-40B4-BE49-F238E27FC236}">
                <a16:creationId xmlns:a16="http://schemas.microsoft.com/office/drawing/2014/main" id="{6433A83F-D9D0-E3DD-A0A1-A356E73FBFB2}"/>
              </a:ext>
            </a:extLst>
          </p:cNvPr>
          <p:cNvSpPr>
            <a:spLocks noGrp="1"/>
          </p:cNvSpPr>
          <p:nvPr>
            <p:ph sz="quarter" idx="50" hasCustomPrompt="1"/>
          </p:nvPr>
        </p:nvSpPr>
        <p:spPr>
          <a:xfrm>
            <a:off x="8122920" y="0"/>
            <a:ext cx="4069080" cy="3429000"/>
          </a:xfrm>
          <a:noFill/>
        </p:spPr>
        <p:txBody>
          <a:bodyPr vert="horz" lIns="548640" tIns="0" rIns="548640" bIns="0" rtlCol="0" anchor="ctr">
            <a:normAutofit/>
          </a:bodyPr>
          <a:lstStyle>
            <a:lvl1pPr>
              <a:defRPr lang="en-US" sz="2100" dirty="0" smtClean="0">
                <a:solidFill>
                  <a:schemeClr val="bg1"/>
                </a:solidFill>
                <a:latin typeface="+mj-lt"/>
              </a:defRPr>
            </a:lvl1pPr>
            <a:lvl2pPr>
              <a:defRPr lang="en-US" dirty="0" smtClean="0">
                <a:solidFill>
                  <a:schemeClr val="bg1"/>
                </a:solidFill>
              </a:defRPr>
            </a:lvl2pPr>
            <a:lvl3pPr>
              <a:buClrTx/>
              <a:defRPr lang="en-US" dirty="0" smtClean="0">
                <a:solidFill>
                  <a:schemeClr val="bg1"/>
                </a:solidFill>
              </a:defRPr>
            </a:lvl3pPr>
            <a:lvl4pPr>
              <a:defRPr lang="en-US" dirty="0" smtClean="0">
                <a:solidFill>
                  <a:schemeClr val="bg1"/>
                </a:solidFill>
              </a:defRPr>
            </a:lvl4pPr>
            <a:lvl5pPr>
              <a:buClrTx/>
              <a:defRPr lang="en-US" dirty="0">
                <a:solidFill>
                  <a:schemeClr val="bg1"/>
                </a:solidFill>
              </a:defRPr>
            </a:lvl5pPr>
            <a:lvl6pPr marL="800100" indent="0">
              <a:buNone/>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Quotes, text, or image</a:t>
            </a:r>
          </a:p>
          <a:p>
            <a:pPr lvl="1"/>
            <a:r>
              <a:rPr lang="en-US"/>
              <a:t>Second level</a:t>
            </a:r>
          </a:p>
          <a:p>
            <a:pPr lvl="2"/>
            <a:r>
              <a:rPr lang="en-US"/>
              <a:t>Third level</a:t>
            </a:r>
          </a:p>
          <a:p>
            <a:pPr lvl="3"/>
            <a:r>
              <a:rPr lang="en-US"/>
              <a:t>Fourth level</a:t>
            </a:r>
          </a:p>
          <a:p>
            <a:pPr lvl="4"/>
            <a:r>
              <a:rPr lang="en-US"/>
              <a:t>Fifth level</a:t>
            </a:r>
          </a:p>
        </p:txBody>
      </p:sp>
      <p:sp>
        <p:nvSpPr>
          <p:cNvPr id="7" name="Title 5">
            <a:extLst>
              <a:ext uri="{FF2B5EF4-FFF2-40B4-BE49-F238E27FC236}">
                <a16:creationId xmlns:a16="http://schemas.microsoft.com/office/drawing/2014/main" id="{48AC8EA4-0D69-7185-E21E-3A998D4C0283}"/>
              </a:ext>
            </a:extLst>
          </p:cNvPr>
          <p:cNvSpPr>
            <a:spLocks noGrp="1"/>
          </p:cNvSpPr>
          <p:nvPr>
            <p:ph type="title"/>
          </p:nvPr>
        </p:nvSpPr>
        <p:spPr>
          <a:xfrm>
            <a:off x="546099" y="552450"/>
            <a:ext cx="3513785" cy="434975"/>
          </a:xfrm>
        </p:spPr>
        <p:txBody>
          <a:bodyPr rIns="274320"/>
          <a:lstStyle/>
          <a:p>
            <a:r>
              <a:rPr lang="en-US"/>
              <a:t>Click to edit Master title style</a:t>
            </a:r>
          </a:p>
        </p:txBody>
      </p:sp>
      <p:sp>
        <p:nvSpPr>
          <p:cNvPr id="8" name="Text Placeholder 10">
            <a:extLst>
              <a:ext uri="{FF2B5EF4-FFF2-40B4-BE49-F238E27FC236}">
                <a16:creationId xmlns:a16="http://schemas.microsoft.com/office/drawing/2014/main" id="{2FE058B6-3992-C015-0C1B-CF5A092DD0C5}"/>
              </a:ext>
            </a:extLst>
          </p:cNvPr>
          <p:cNvSpPr>
            <a:spLocks noGrp="1"/>
          </p:cNvSpPr>
          <p:nvPr>
            <p:ph type="body" sz="quarter" idx="21"/>
          </p:nvPr>
        </p:nvSpPr>
        <p:spPr>
          <a:xfrm>
            <a:off x="546100" y="1127125"/>
            <a:ext cx="3310473"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9" name="Content Placeholder 22">
            <a:extLst>
              <a:ext uri="{FF2B5EF4-FFF2-40B4-BE49-F238E27FC236}">
                <a16:creationId xmlns:a16="http://schemas.microsoft.com/office/drawing/2014/main" id="{C1B56411-5CA6-9842-0E70-A429EA905CD5}"/>
              </a:ext>
            </a:extLst>
          </p:cNvPr>
          <p:cNvSpPr>
            <a:spLocks noGrp="1"/>
          </p:cNvSpPr>
          <p:nvPr>
            <p:ph sz="quarter" idx="23"/>
          </p:nvPr>
        </p:nvSpPr>
        <p:spPr>
          <a:xfrm>
            <a:off x="546099" y="1849438"/>
            <a:ext cx="3310473" cy="4017962"/>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Tree>
    <p:extLst>
      <p:ext uri="{BB962C8B-B14F-4D97-AF65-F5344CB8AC3E}">
        <p14:creationId xmlns:p14="http://schemas.microsoft.com/office/powerpoint/2010/main" val="1178940713"/>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5 Column - Icons">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12" name="Title 11">
            <a:extLst>
              <a:ext uri="{FF2B5EF4-FFF2-40B4-BE49-F238E27FC236}">
                <a16:creationId xmlns:a16="http://schemas.microsoft.com/office/drawing/2014/main" id="{91874068-FCB3-3E67-FD8A-888858391AF4}"/>
              </a:ext>
            </a:extLst>
          </p:cNvPr>
          <p:cNvSpPr>
            <a:spLocks noGrp="1"/>
          </p:cNvSpPr>
          <p:nvPr>
            <p:ph type="title"/>
          </p:nvPr>
        </p:nvSpPr>
        <p:spPr>
          <a:xfrm>
            <a:off x="546100" y="552450"/>
            <a:ext cx="11091861" cy="434975"/>
          </a:xfrm>
        </p:spPr>
        <p:txBody>
          <a:bodyPr/>
          <a:lstStyle>
            <a:lvl1pPr>
              <a:defRPr>
                <a:solidFill>
                  <a:schemeClr val="tx2"/>
                </a:solidFill>
              </a:defRPr>
            </a:lvl1pPr>
          </a:lstStyle>
          <a:p>
            <a:r>
              <a:rPr lang="en-US"/>
              <a:t>Click to edit Master title style</a:t>
            </a:r>
          </a:p>
        </p:txBody>
      </p:sp>
      <p:sp>
        <p:nvSpPr>
          <p:cNvPr id="3" name="Picture Placeholder 9">
            <a:extLst>
              <a:ext uri="{FF2B5EF4-FFF2-40B4-BE49-F238E27FC236}">
                <a16:creationId xmlns:a16="http://schemas.microsoft.com/office/drawing/2014/main" id="{FD134F76-7012-6EEC-A825-D898002DCBEA}"/>
              </a:ext>
            </a:extLst>
          </p:cNvPr>
          <p:cNvSpPr>
            <a:spLocks noGrp="1"/>
          </p:cNvSpPr>
          <p:nvPr>
            <p:ph type="pic" sz="quarter" idx="28" hasCustomPrompt="1"/>
          </p:nvPr>
        </p:nvSpPr>
        <p:spPr>
          <a:xfrm>
            <a:off x="545821" y="1849438"/>
            <a:ext cx="694944" cy="720725"/>
          </a:xfrm>
          <a:noFill/>
          <a:ln>
            <a:noFill/>
          </a:ln>
        </p:spPr>
        <p:txBody>
          <a:bodyPr tIns="457200" anchor="ctr">
            <a:normAutofit/>
          </a:bodyPr>
          <a:lstStyle>
            <a:lvl1pPr algn="ctr">
              <a:defRPr sz="1100">
                <a:solidFill>
                  <a:schemeClr val="tx1"/>
                </a:solidFill>
              </a:defRPr>
            </a:lvl1pPr>
          </a:lstStyle>
          <a:p>
            <a:r>
              <a:rPr lang="en-US"/>
              <a:t>Icon</a:t>
            </a:r>
          </a:p>
        </p:txBody>
      </p:sp>
      <p:sp>
        <p:nvSpPr>
          <p:cNvPr id="22" name="Picture Placeholder 9">
            <a:extLst>
              <a:ext uri="{FF2B5EF4-FFF2-40B4-BE49-F238E27FC236}">
                <a16:creationId xmlns:a16="http://schemas.microsoft.com/office/drawing/2014/main" id="{863DF09F-2802-54BC-34C2-BC92D3C8205A}"/>
              </a:ext>
            </a:extLst>
          </p:cNvPr>
          <p:cNvSpPr>
            <a:spLocks noGrp="1"/>
          </p:cNvSpPr>
          <p:nvPr>
            <p:ph type="pic" sz="quarter" idx="36" hasCustomPrompt="1"/>
          </p:nvPr>
        </p:nvSpPr>
        <p:spPr>
          <a:xfrm>
            <a:off x="2802335" y="1849438"/>
            <a:ext cx="694944" cy="720725"/>
          </a:xfrm>
          <a:noFill/>
          <a:ln>
            <a:noFill/>
          </a:ln>
        </p:spPr>
        <p:txBody>
          <a:bodyPr tIns="457200" anchor="ctr">
            <a:normAutofit/>
          </a:bodyPr>
          <a:lstStyle>
            <a:lvl1pPr algn="ctr">
              <a:defRPr sz="1100">
                <a:solidFill>
                  <a:schemeClr val="tx1"/>
                </a:solidFill>
              </a:defRPr>
            </a:lvl1pPr>
          </a:lstStyle>
          <a:p>
            <a:r>
              <a:rPr lang="en-US"/>
              <a:t>Icon</a:t>
            </a:r>
          </a:p>
        </p:txBody>
      </p:sp>
      <p:sp>
        <p:nvSpPr>
          <p:cNvPr id="23" name="Picture Placeholder 9">
            <a:extLst>
              <a:ext uri="{FF2B5EF4-FFF2-40B4-BE49-F238E27FC236}">
                <a16:creationId xmlns:a16="http://schemas.microsoft.com/office/drawing/2014/main" id="{3D2406FE-BD16-3B98-1AC4-2D5AA65FF9D9}"/>
              </a:ext>
            </a:extLst>
          </p:cNvPr>
          <p:cNvSpPr>
            <a:spLocks noGrp="1"/>
          </p:cNvSpPr>
          <p:nvPr>
            <p:ph type="pic" sz="quarter" idx="37" hasCustomPrompt="1"/>
          </p:nvPr>
        </p:nvSpPr>
        <p:spPr>
          <a:xfrm>
            <a:off x="5050633" y="1849438"/>
            <a:ext cx="694944" cy="720725"/>
          </a:xfrm>
          <a:noFill/>
          <a:ln>
            <a:noFill/>
          </a:ln>
        </p:spPr>
        <p:txBody>
          <a:bodyPr tIns="457200" anchor="ctr">
            <a:normAutofit/>
          </a:bodyPr>
          <a:lstStyle>
            <a:lvl1pPr algn="ctr">
              <a:defRPr sz="1100">
                <a:solidFill>
                  <a:schemeClr val="tx1"/>
                </a:solidFill>
              </a:defRPr>
            </a:lvl1pPr>
          </a:lstStyle>
          <a:p>
            <a:r>
              <a:rPr lang="en-US"/>
              <a:t>Icon</a:t>
            </a:r>
          </a:p>
        </p:txBody>
      </p:sp>
      <p:sp>
        <p:nvSpPr>
          <p:cNvPr id="24" name="Picture Placeholder 9">
            <a:extLst>
              <a:ext uri="{FF2B5EF4-FFF2-40B4-BE49-F238E27FC236}">
                <a16:creationId xmlns:a16="http://schemas.microsoft.com/office/drawing/2014/main" id="{18479DC6-6C65-6D06-16A5-DC26A0B633FF}"/>
              </a:ext>
            </a:extLst>
          </p:cNvPr>
          <p:cNvSpPr>
            <a:spLocks noGrp="1"/>
          </p:cNvSpPr>
          <p:nvPr>
            <p:ph type="pic" sz="quarter" idx="38" hasCustomPrompt="1"/>
          </p:nvPr>
        </p:nvSpPr>
        <p:spPr>
          <a:xfrm>
            <a:off x="7298931" y="1849438"/>
            <a:ext cx="694944" cy="720725"/>
          </a:xfrm>
          <a:noFill/>
          <a:ln>
            <a:noFill/>
          </a:ln>
        </p:spPr>
        <p:txBody>
          <a:bodyPr tIns="457200" anchor="ctr">
            <a:normAutofit/>
          </a:bodyPr>
          <a:lstStyle>
            <a:lvl1pPr algn="ctr">
              <a:defRPr sz="1100">
                <a:solidFill>
                  <a:schemeClr val="tx1"/>
                </a:solidFill>
              </a:defRPr>
            </a:lvl1pPr>
          </a:lstStyle>
          <a:p>
            <a:r>
              <a:rPr lang="en-US"/>
              <a:t>Icon</a:t>
            </a:r>
          </a:p>
        </p:txBody>
      </p:sp>
      <p:sp>
        <p:nvSpPr>
          <p:cNvPr id="25" name="Picture Placeholder 9">
            <a:extLst>
              <a:ext uri="{FF2B5EF4-FFF2-40B4-BE49-F238E27FC236}">
                <a16:creationId xmlns:a16="http://schemas.microsoft.com/office/drawing/2014/main" id="{BBAE8DFB-8DC8-374F-6F98-F8A1ADCA2C3C}"/>
              </a:ext>
            </a:extLst>
          </p:cNvPr>
          <p:cNvSpPr>
            <a:spLocks noGrp="1"/>
          </p:cNvSpPr>
          <p:nvPr>
            <p:ph type="pic" sz="quarter" idx="39" hasCustomPrompt="1"/>
          </p:nvPr>
        </p:nvSpPr>
        <p:spPr>
          <a:xfrm>
            <a:off x="9547229" y="1849438"/>
            <a:ext cx="694944" cy="720725"/>
          </a:xfrm>
          <a:noFill/>
          <a:ln>
            <a:noFill/>
          </a:ln>
        </p:spPr>
        <p:txBody>
          <a:bodyPr tIns="457200" anchor="ctr">
            <a:normAutofit/>
          </a:bodyPr>
          <a:lstStyle>
            <a:lvl1pPr algn="ctr">
              <a:defRPr sz="1100">
                <a:solidFill>
                  <a:schemeClr val="tx1"/>
                </a:solidFill>
              </a:defRPr>
            </a:lvl1pPr>
          </a:lstStyle>
          <a:p>
            <a:r>
              <a:rPr lang="en-US"/>
              <a:t>Icon</a:t>
            </a:r>
          </a:p>
        </p:txBody>
      </p:sp>
      <p:sp>
        <p:nvSpPr>
          <p:cNvPr id="2" name="Freeform 5">
            <a:extLst>
              <a:ext uri="{FF2B5EF4-FFF2-40B4-BE49-F238E27FC236}">
                <a16:creationId xmlns:a16="http://schemas.microsoft.com/office/drawing/2014/main" id="{F865BEBC-DC71-5993-E446-743B2380E9F4}"/>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1" name="Text Placeholder 10">
            <a:extLst>
              <a:ext uri="{FF2B5EF4-FFF2-40B4-BE49-F238E27FC236}">
                <a16:creationId xmlns:a16="http://schemas.microsoft.com/office/drawing/2014/main" id="{5155D0AF-DC50-1231-8C20-9614D9642834}"/>
              </a:ext>
            </a:extLst>
          </p:cNvPr>
          <p:cNvSpPr>
            <a:spLocks noGrp="1"/>
          </p:cNvSpPr>
          <p:nvPr>
            <p:ph type="body" sz="quarter" idx="45"/>
          </p:nvPr>
        </p:nvSpPr>
        <p:spPr>
          <a:xfrm>
            <a:off x="546100" y="1127125"/>
            <a:ext cx="11091861"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3" name="Text Placeholder 15">
            <a:extLst>
              <a:ext uri="{FF2B5EF4-FFF2-40B4-BE49-F238E27FC236}">
                <a16:creationId xmlns:a16="http://schemas.microsoft.com/office/drawing/2014/main" id="{23EA351B-2744-2292-EA13-ECF616B5AF66}"/>
              </a:ext>
            </a:extLst>
          </p:cNvPr>
          <p:cNvSpPr>
            <a:spLocks noGrp="1"/>
          </p:cNvSpPr>
          <p:nvPr>
            <p:ph type="body" sz="quarter" idx="46"/>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Arial" panose="020B0604020202020204" pitchFamily="34"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14" name="Content Placeholder 32">
            <a:extLst>
              <a:ext uri="{FF2B5EF4-FFF2-40B4-BE49-F238E27FC236}">
                <a16:creationId xmlns:a16="http://schemas.microsoft.com/office/drawing/2014/main" id="{739AFE11-1479-0079-CBFD-DE22CF1EF3D7}"/>
              </a:ext>
            </a:extLst>
          </p:cNvPr>
          <p:cNvSpPr>
            <a:spLocks noGrp="1"/>
          </p:cNvSpPr>
          <p:nvPr>
            <p:ph sz="quarter" idx="40"/>
          </p:nvPr>
        </p:nvSpPr>
        <p:spPr>
          <a:xfrm>
            <a:off x="546100" y="2715418"/>
            <a:ext cx="1828800" cy="3152775"/>
          </a:xfrm>
        </p:spPr>
        <p:txBody>
          <a:bodyPr/>
          <a:lstStyle>
            <a:lvl1pPr>
              <a:defRPr lang="en-US" sz="2000" b="0" i="0" kern="1200" dirty="0" smtClean="0">
                <a:solidFill>
                  <a:schemeClr val="tx2"/>
                </a:solidFill>
                <a:latin typeface="+mj-lt"/>
                <a:ea typeface="GT America Regular" charset="0"/>
                <a:cs typeface="GT America Regular"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A10D501-BB72-6F51-3E2C-9A5D9855D3B8}"/>
              </a:ext>
            </a:extLst>
          </p:cNvPr>
          <p:cNvSpPr>
            <a:spLocks noGrp="1"/>
          </p:cNvSpPr>
          <p:nvPr>
            <p:ph sz="quarter" idx="47"/>
          </p:nvPr>
        </p:nvSpPr>
        <p:spPr>
          <a:xfrm>
            <a:off x="2802335" y="2714624"/>
            <a:ext cx="1828800" cy="3152775"/>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18" name="Content Placeholder 17">
            <a:extLst>
              <a:ext uri="{FF2B5EF4-FFF2-40B4-BE49-F238E27FC236}">
                <a16:creationId xmlns:a16="http://schemas.microsoft.com/office/drawing/2014/main" id="{DDF53402-575C-C10C-7E8E-6C99DEA94988}"/>
              </a:ext>
            </a:extLst>
          </p:cNvPr>
          <p:cNvSpPr>
            <a:spLocks noGrp="1"/>
          </p:cNvSpPr>
          <p:nvPr>
            <p:ph sz="quarter" idx="48"/>
          </p:nvPr>
        </p:nvSpPr>
        <p:spPr>
          <a:xfrm>
            <a:off x="5050632" y="2715417"/>
            <a:ext cx="1828800" cy="3152775"/>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21" name="Content Placeholder 20">
            <a:extLst>
              <a:ext uri="{FF2B5EF4-FFF2-40B4-BE49-F238E27FC236}">
                <a16:creationId xmlns:a16="http://schemas.microsoft.com/office/drawing/2014/main" id="{B95D6E10-7BC7-5B48-5FC8-AA3FBBF31296}"/>
              </a:ext>
            </a:extLst>
          </p:cNvPr>
          <p:cNvSpPr>
            <a:spLocks noGrp="1"/>
          </p:cNvSpPr>
          <p:nvPr>
            <p:ph sz="quarter" idx="49"/>
          </p:nvPr>
        </p:nvSpPr>
        <p:spPr>
          <a:xfrm>
            <a:off x="7298927" y="2716608"/>
            <a:ext cx="1828800" cy="3152775"/>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34" name="Content Placeholder 33">
            <a:extLst>
              <a:ext uri="{FF2B5EF4-FFF2-40B4-BE49-F238E27FC236}">
                <a16:creationId xmlns:a16="http://schemas.microsoft.com/office/drawing/2014/main" id="{35D3FA32-E657-445D-AFF1-5F98826EF595}"/>
              </a:ext>
            </a:extLst>
          </p:cNvPr>
          <p:cNvSpPr>
            <a:spLocks noGrp="1"/>
          </p:cNvSpPr>
          <p:nvPr>
            <p:ph sz="quarter" idx="50"/>
          </p:nvPr>
        </p:nvSpPr>
        <p:spPr>
          <a:xfrm>
            <a:off x="9547222" y="2714624"/>
            <a:ext cx="1828800" cy="3152775"/>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grpSp>
        <p:nvGrpSpPr>
          <p:cNvPr id="4" name="Group 3">
            <a:extLst>
              <a:ext uri="{FF2B5EF4-FFF2-40B4-BE49-F238E27FC236}">
                <a16:creationId xmlns:a16="http://schemas.microsoft.com/office/drawing/2014/main" id="{B90427AB-29B5-D8C3-553A-F255898D9147}"/>
              </a:ext>
            </a:extLst>
          </p:cNvPr>
          <p:cNvGrpSpPr/>
          <p:nvPr userDrawn="1"/>
        </p:nvGrpSpPr>
        <p:grpSpPr>
          <a:xfrm>
            <a:off x="12356815" y="0"/>
            <a:ext cx="756833" cy="6872642"/>
            <a:chOff x="12356815" y="0"/>
            <a:chExt cx="756833" cy="6872642"/>
          </a:xfrm>
        </p:grpSpPr>
        <p:sp>
          <p:nvSpPr>
            <p:cNvPr id="5" name="Rectangle 4">
              <a:extLst>
                <a:ext uri="{FF2B5EF4-FFF2-40B4-BE49-F238E27FC236}">
                  <a16:creationId xmlns:a16="http://schemas.microsoft.com/office/drawing/2014/main" id="{A7E5A6D2-8346-C7C9-5DC7-90F42423066B}"/>
                </a:ext>
              </a:extLst>
            </p:cNvPr>
            <p:cNvSpPr/>
            <p:nvPr userDrawn="1"/>
          </p:nvSpPr>
          <p:spPr>
            <a:xfrm>
              <a:off x="12356815" y="0"/>
              <a:ext cx="553069" cy="3279913"/>
            </a:xfrm>
            <a:prstGeom prst="rect">
              <a:avLst/>
            </a:prstGeom>
            <a:solidFill>
              <a:srgbClr val="F2F2F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6" name="TextBox 5">
              <a:extLst>
                <a:ext uri="{FF2B5EF4-FFF2-40B4-BE49-F238E27FC236}">
                  <a16:creationId xmlns:a16="http://schemas.microsoft.com/office/drawing/2014/main" id="{9F29526F-9BBF-B7D7-E040-F76741CFBAF1}"/>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ON LIGHT AND EXTRA LIGHT</a:t>
              </a:r>
            </a:p>
          </p:txBody>
        </p:sp>
        <p:sp>
          <p:nvSpPr>
            <p:cNvPr id="7" name="Rectangle 6">
              <a:extLst>
                <a:ext uri="{FF2B5EF4-FFF2-40B4-BE49-F238E27FC236}">
                  <a16:creationId xmlns:a16="http://schemas.microsoft.com/office/drawing/2014/main" id="{8CC6872D-D912-EDF5-404D-8C595577C3D1}"/>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0" name="Group 9">
              <a:extLst>
                <a:ext uri="{FF2B5EF4-FFF2-40B4-BE49-F238E27FC236}">
                  <a16:creationId xmlns:a16="http://schemas.microsoft.com/office/drawing/2014/main" id="{E45E68FF-D3B9-213A-BDB9-75C86880C44D}"/>
                </a:ext>
              </a:extLst>
            </p:cNvPr>
            <p:cNvGrpSpPr/>
            <p:nvPr userDrawn="1"/>
          </p:nvGrpSpPr>
          <p:grpSpPr>
            <a:xfrm>
              <a:off x="12442019" y="3791214"/>
              <a:ext cx="382660" cy="2882942"/>
              <a:chOff x="14001569" y="3716048"/>
              <a:chExt cx="316248" cy="3171236"/>
            </a:xfrm>
          </p:grpSpPr>
          <p:sp>
            <p:nvSpPr>
              <p:cNvPr id="35" name="Rectangle 34">
                <a:extLst>
                  <a:ext uri="{FF2B5EF4-FFF2-40B4-BE49-F238E27FC236}">
                    <a16:creationId xmlns:a16="http://schemas.microsoft.com/office/drawing/2014/main" id="{16FDC8C1-8112-0259-2169-9FF34CF8BB33}"/>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B4E86AA0-59B1-0A56-A978-EBEFD759EEF6}"/>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617D2783-8A1D-E47C-AE82-6C2E09DF21FA}"/>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8" name="Rectangle 37">
                <a:extLst>
                  <a:ext uri="{FF2B5EF4-FFF2-40B4-BE49-F238E27FC236}">
                    <a16:creationId xmlns:a16="http://schemas.microsoft.com/office/drawing/2014/main" id="{C2CC9D5C-1E15-CED3-7460-6D7AB16A15EC}"/>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9" name="Rectangle 38">
                <a:extLst>
                  <a:ext uri="{FF2B5EF4-FFF2-40B4-BE49-F238E27FC236}">
                    <a16:creationId xmlns:a16="http://schemas.microsoft.com/office/drawing/2014/main" id="{2057C852-B7A6-CC32-AE68-54D8C48E3582}"/>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0" name="Rectangle 39">
                <a:extLst>
                  <a:ext uri="{FF2B5EF4-FFF2-40B4-BE49-F238E27FC236}">
                    <a16:creationId xmlns:a16="http://schemas.microsoft.com/office/drawing/2014/main" id="{3BE2957B-BB9C-BB4C-54E0-7E1EBB94AB5F}"/>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1" name="Rectangle 40">
                <a:extLst>
                  <a:ext uri="{FF2B5EF4-FFF2-40B4-BE49-F238E27FC236}">
                    <a16:creationId xmlns:a16="http://schemas.microsoft.com/office/drawing/2014/main" id="{2F664ACB-F59B-954C-4465-D698A691FD1F}"/>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2" name="Rectangle 41">
                <a:extLst>
                  <a:ext uri="{FF2B5EF4-FFF2-40B4-BE49-F238E27FC236}">
                    <a16:creationId xmlns:a16="http://schemas.microsoft.com/office/drawing/2014/main" id="{99C34A4D-E282-7DE3-F99D-C3276C90F60C}"/>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3" name="Rectangle 42">
                <a:extLst>
                  <a:ext uri="{FF2B5EF4-FFF2-40B4-BE49-F238E27FC236}">
                    <a16:creationId xmlns:a16="http://schemas.microsoft.com/office/drawing/2014/main" id="{6C74494D-A878-DD6F-EE20-E6E3179C2278}"/>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4" name="Rectangle 43">
                <a:extLst>
                  <a:ext uri="{FF2B5EF4-FFF2-40B4-BE49-F238E27FC236}">
                    <a16:creationId xmlns:a16="http://schemas.microsoft.com/office/drawing/2014/main" id="{89684F70-EA46-B83B-1059-957FF42DA108}"/>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5" name="Group 14">
              <a:extLst>
                <a:ext uri="{FF2B5EF4-FFF2-40B4-BE49-F238E27FC236}">
                  <a16:creationId xmlns:a16="http://schemas.microsoft.com/office/drawing/2014/main" id="{B26A8E68-FF0D-F86E-F9B1-242B7BAABDB0}"/>
                </a:ext>
              </a:extLst>
            </p:cNvPr>
            <p:cNvGrpSpPr/>
            <p:nvPr userDrawn="1"/>
          </p:nvGrpSpPr>
          <p:grpSpPr>
            <a:xfrm>
              <a:off x="12442019" y="198485"/>
              <a:ext cx="382660" cy="2882942"/>
              <a:chOff x="12742785" y="3716048"/>
              <a:chExt cx="316248" cy="3171236"/>
            </a:xfrm>
          </p:grpSpPr>
          <p:sp>
            <p:nvSpPr>
              <p:cNvPr id="19" name="Rectangle 18">
                <a:extLst>
                  <a:ext uri="{FF2B5EF4-FFF2-40B4-BE49-F238E27FC236}">
                    <a16:creationId xmlns:a16="http://schemas.microsoft.com/office/drawing/2014/main" id="{DE96B631-4826-BAA5-4808-2788D42C8329}"/>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0" name="Rectangle 19">
                <a:extLst>
                  <a:ext uri="{FF2B5EF4-FFF2-40B4-BE49-F238E27FC236}">
                    <a16:creationId xmlns:a16="http://schemas.microsoft.com/office/drawing/2014/main" id="{AE9F8F1B-6271-605B-E210-A6B549F70494}"/>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CF8B4B7B-E0C5-C957-D174-09BE3DEAB6A2}"/>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E63F14B0-62C6-B88F-7B56-A203A0F29ED5}"/>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42E4BF7B-2A48-8D6C-7493-D3152F199257}"/>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59E22A53-3943-8D63-5482-0F2A16787309}"/>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D3FCABB4-54D2-518E-4134-9F254D7480C7}"/>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B7FBEC40-218E-7C23-4709-19139A097B2F}"/>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3F842FC0-DF4D-9632-FE9D-4E7D2FB776B6}"/>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698CCC57-6845-9613-4268-B5F50C22F0B3}"/>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7" name="TextBox 16">
              <a:extLst>
                <a:ext uri="{FF2B5EF4-FFF2-40B4-BE49-F238E27FC236}">
                  <a16:creationId xmlns:a16="http://schemas.microsoft.com/office/drawing/2014/main" id="{C51BFD21-4CE7-7CF8-3A6D-CC9EF3BDDEA2}"/>
                </a:ext>
              </a:extLst>
            </p:cNvPr>
            <p:cNvSpPr txBox="1"/>
            <p:nvPr userDrawn="1"/>
          </p:nvSpPr>
          <p:spPr>
            <a:xfrm rot="16200000">
              <a:off x="12562248" y="5173598"/>
              <a:ext cx="984244" cy="118174"/>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Arial" panose="020B0604020202020204" pitchFamily="34" charset="0"/>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Arial" panose="020B0604020202020204" pitchFamily="34" charset="0"/>
                <a:ea typeface="GT America Regular" charset="0"/>
                <a:cs typeface="GT America Regular" charset="0"/>
              </a:endParaRPr>
            </a:p>
          </p:txBody>
        </p:sp>
      </p:grpSp>
      <p:sp>
        <p:nvSpPr>
          <p:cNvPr id="45" name="TextBox 44">
            <a:extLst>
              <a:ext uri="{FF2B5EF4-FFF2-40B4-BE49-F238E27FC236}">
                <a16:creationId xmlns:a16="http://schemas.microsoft.com/office/drawing/2014/main" id="{1E5377EC-13FC-F6FE-6C36-AE959BA31713}"/>
              </a:ext>
            </a:extLst>
          </p:cNvPr>
          <p:cNvSpPr txBox="1"/>
          <p:nvPr userDrawn="1"/>
        </p:nvSpPr>
        <p:spPr>
          <a:xfrm>
            <a:off x="12356815" y="3377042"/>
            <a:ext cx="817531" cy="116635"/>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endParaRPr>
          </a:p>
        </p:txBody>
      </p:sp>
    </p:spTree>
    <p:extLst>
      <p:ext uri="{BB962C8B-B14F-4D97-AF65-F5344CB8AC3E}">
        <p14:creationId xmlns:p14="http://schemas.microsoft.com/office/powerpoint/2010/main" val="1915601635"/>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3 Column - Photo Top">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noChangeAspect="1"/>
          </p:cNvSpPr>
          <p:nvPr>
            <p:ph type="pic" sz="quarter" idx="13"/>
          </p:nvPr>
        </p:nvSpPr>
        <p:spPr>
          <a:xfrm>
            <a:off x="0" y="0"/>
            <a:ext cx="12192000" cy="3429000"/>
          </a:xfrm>
          <a:solidFill>
            <a:schemeClr val="bg1">
              <a:lumMod val="65000"/>
            </a:schemeClr>
          </a:solidFill>
        </p:spPr>
        <p:txBody>
          <a:bodyPr anchor="ctr"/>
          <a:lstStyle>
            <a:lvl1pPr algn="ctr">
              <a:defRPr>
                <a:solidFill>
                  <a:schemeClr val="bg1"/>
                </a:solidFill>
              </a:defRPr>
            </a:lvl1pPr>
          </a:lstStyle>
          <a:p>
            <a:r>
              <a:rPr lang="en-US"/>
              <a:t>Click icon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12" name="Title 11">
            <a:extLst>
              <a:ext uri="{FF2B5EF4-FFF2-40B4-BE49-F238E27FC236}">
                <a16:creationId xmlns:a16="http://schemas.microsoft.com/office/drawing/2014/main" id="{91874068-FCB3-3E67-FD8A-888858391AF4}"/>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Freeform 5">
            <a:extLst>
              <a:ext uri="{FF2B5EF4-FFF2-40B4-BE49-F238E27FC236}">
                <a16:creationId xmlns:a16="http://schemas.microsoft.com/office/drawing/2014/main" id="{71FB9F00-A1C6-0B41-BCF5-7DBE317FE533}"/>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3" name="Text Placeholder 10">
            <a:extLst>
              <a:ext uri="{FF2B5EF4-FFF2-40B4-BE49-F238E27FC236}">
                <a16:creationId xmlns:a16="http://schemas.microsoft.com/office/drawing/2014/main" id="{89B32E50-9450-0A92-9772-59EA93C40AE7}"/>
              </a:ext>
            </a:extLst>
          </p:cNvPr>
          <p:cNvSpPr>
            <a:spLocks noGrp="1"/>
          </p:cNvSpPr>
          <p:nvPr>
            <p:ph type="body" sz="quarter" idx="45"/>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14" name="Text Placeholder 15">
            <a:extLst>
              <a:ext uri="{FF2B5EF4-FFF2-40B4-BE49-F238E27FC236}">
                <a16:creationId xmlns:a16="http://schemas.microsoft.com/office/drawing/2014/main" id="{81B1CE43-1A7D-92BC-9BE0-98FB6FC0D573}"/>
              </a:ext>
            </a:extLst>
          </p:cNvPr>
          <p:cNvSpPr>
            <a:spLocks noGrp="1"/>
          </p:cNvSpPr>
          <p:nvPr>
            <p:ph type="body" sz="quarter" idx="46"/>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Arial" panose="020B0604020202020204" pitchFamily="34"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15" name="Content Placeholder 32">
            <a:extLst>
              <a:ext uri="{FF2B5EF4-FFF2-40B4-BE49-F238E27FC236}">
                <a16:creationId xmlns:a16="http://schemas.microsoft.com/office/drawing/2014/main" id="{BA6EB3DD-394B-9F7E-9B89-633914C3BBFB}"/>
              </a:ext>
            </a:extLst>
          </p:cNvPr>
          <p:cNvSpPr>
            <a:spLocks noGrp="1"/>
          </p:cNvSpPr>
          <p:nvPr>
            <p:ph sz="quarter" idx="40"/>
          </p:nvPr>
        </p:nvSpPr>
        <p:spPr>
          <a:xfrm>
            <a:off x="546100" y="3984625"/>
            <a:ext cx="3520440" cy="1882775"/>
          </a:xfrm>
        </p:spPr>
        <p:txBody>
          <a:bodyPr/>
          <a:lstStyle>
            <a:lvl1pPr>
              <a:defRPr lang="en-US" sz="2000" b="0" i="0" kern="1200" dirty="0" smtClean="0">
                <a:solidFill>
                  <a:schemeClr val="tx2"/>
                </a:solidFill>
                <a:latin typeface="+mj-lt"/>
                <a:ea typeface="GT America Regular" charset="0"/>
                <a:cs typeface="GT America Regular"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15">
            <a:extLst>
              <a:ext uri="{FF2B5EF4-FFF2-40B4-BE49-F238E27FC236}">
                <a16:creationId xmlns:a16="http://schemas.microsoft.com/office/drawing/2014/main" id="{5BB03F0A-D74D-D67C-7DAC-CF0BD1A2F886}"/>
              </a:ext>
            </a:extLst>
          </p:cNvPr>
          <p:cNvSpPr>
            <a:spLocks noGrp="1"/>
          </p:cNvSpPr>
          <p:nvPr>
            <p:ph sz="quarter" idx="47"/>
          </p:nvPr>
        </p:nvSpPr>
        <p:spPr>
          <a:xfrm>
            <a:off x="4328238" y="3984624"/>
            <a:ext cx="3520440" cy="1882775"/>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20" name="Content Placeholder 17">
            <a:extLst>
              <a:ext uri="{FF2B5EF4-FFF2-40B4-BE49-F238E27FC236}">
                <a16:creationId xmlns:a16="http://schemas.microsoft.com/office/drawing/2014/main" id="{A4CFDEF4-9A06-FDBA-C4CA-F65EF5657C9A}"/>
              </a:ext>
            </a:extLst>
          </p:cNvPr>
          <p:cNvSpPr>
            <a:spLocks noGrp="1"/>
          </p:cNvSpPr>
          <p:nvPr>
            <p:ph sz="quarter" idx="48"/>
          </p:nvPr>
        </p:nvSpPr>
        <p:spPr>
          <a:xfrm>
            <a:off x="8117522" y="3984624"/>
            <a:ext cx="3520440" cy="1882775"/>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grpSp>
        <p:nvGrpSpPr>
          <p:cNvPr id="2" name="Group 1">
            <a:extLst>
              <a:ext uri="{FF2B5EF4-FFF2-40B4-BE49-F238E27FC236}">
                <a16:creationId xmlns:a16="http://schemas.microsoft.com/office/drawing/2014/main" id="{2C365AED-49EE-AA59-4E2A-FCAFCF616CF2}"/>
              </a:ext>
            </a:extLst>
          </p:cNvPr>
          <p:cNvGrpSpPr/>
          <p:nvPr userDrawn="1"/>
        </p:nvGrpSpPr>
        <p:grpSpPr>
          <a:xfrm>
            <a:off x="12356815" y="0"/>
            <a:ext cx="756833" cy="6872642"/>
            <a:chOff x="12356815" y="0"/>
            <a:chExt cx="756833" cy="6872642"/>
          </a:xfrm>
        </p:grpSpPr>
        <p:sp>
          <p:nvSpPr>
            <p:cNvPr id="4" name="Rectangle 3">
              <a:extLst>
                <a:ext uri="{FF2B5EF4-FFF2-40B4-BE49-F238E27FC236}">
                  <a16:creationId xmlns:a16="http://schemas.microsoft.com/office/drawing/2014/main" id="{841F30C3-28B6-AFCE-B24B-3BDDCBDF97A3}"/>
                </a:ext>
              </a:extLst>
            </p:cNvPr>
            <p:cNvSpPr/>
            <p:nvPr userDrawn="1"/>
          </p:nvSpPr>
          <p:spPr>
            <a:xfrm>
              <a:off x="12356815" y="0"/>
              <a:ext cx="553069" cy="3279913"/>
            </a:xfrm>
            <a:prstGeom prst="rect">
              <a:avLst/>
            </a:prstGeom>
            <a:solidFill>
              <a:srgbClr val="F2F2F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5" name="TextBox 4">
              <a:extLst>
                <a:ext uri="{FF2B5EF4-FFF2-40B4-BE49-F238E27FC236}">
                  <a16:creationId xmlns:a16="http://schemas.microsoft.com/office/drawing/2014/main" id="{C24BD654-63BE-D854-FEE5-C494F302EB16}"/>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ON LIGHT AND EXTRA LIGHT</a:t>
              </a:r>
            </a:p>
          </p:txBody>
        </p:sp>
        <p:sp>
          <p:nvSpPr>
            <p:cNvPr id="6" name="Rectangle 5">
              <a:extLst>
                <a:ext uri="{FF2B5EF4-FFF2-40B4-BE49-F238E27FC236}">
                  <a16:creationId xmlns:a16="http://schemas.microsoft.com/office/drawing/2014/main" id="{438BB7AA-F074-D300-D451-3B2A1767239E}"/>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7" name="Group 6">
              <a:extLst>
                <a:ext uri="{FF2B5EF4-FFF2-40B4-BE49-F238E27FC236}">
                  <a16:creationId xmlns:a16="http://schemas.microsoft.com/office/drawing/2014/main" id="{116067C9-69E2-F436-8DBC-097F8E59B29F}"/>
                </a:ext>
              </a:extLst>
            </p:cNvPr>
            <p:cNvGrpSpPr/>
            <p:nvPr userDrawn="1"/>
          </p:nvGrpSpPr>
          <p:grpSpPr>
            <a:xfrm>
              <a:off x="12442019" y="3791214"/>
              <a:ext cx="382660" cy="2882942"/>
              <a:chOff x="14001569" y="3716048"/>
              <a:chExt cx="316248" cy="3171236"/>
            </a:xfrm>
          </p:grpSpPr>
          <p:sp>
            <p:nvSpPr>
              <p:cNvPr id="29" name="Rectangle 28">
                <a:extLst>
                  <a:ext uri="{FF2B5EF4-FFF2-40B4-BE49-F238E27FC236}">
                    <a16:creationId xmlns:a16="http://schemas.microsoft.com/office/drawing/2014/main" id="{6EDD4E88-B53A-0DEF-FDBD-7A42D590F51C}"/>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FDF567F6-06E2-D3CC-8755-728DC12601F0}"/>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708408F5-57EC-47C9-C70E-9617D6C84949}"/>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E4145798-FA40-E2C3-80A6-C019DE4D5DFD}"/>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34CE01C7-9485-0275-7348-0F21A6FE8409}"/>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AE7ECE5D-17CC-62C7-ECBD-232FDE25AFE3}"/>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3EAD9019-2BA9-2499-A856-69F2DA015692}"/>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BEB9F995-0DF4-E45D-0D1E-ED4D6067E390}"/>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51BB3C3A-A0E8-A986-9E55-7D7C941B2FFB}"/>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8" name="Rectangle 37">
                <a:extLst>
                  <a:ext uri="{FF2B5EF4-FFF2-40B4-BE49-F238E27FC236}">
                    <a16:creationId xmlns:a16="http://schemas.microsoft.com/office/drawing/2014/main" id="{CB895196-3D61-3F2B-9979-A556BE90FFF1}"/>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1" name="Group 10">
              <a:extLst>
                <a:ext uri="{FF2B5EF4-FFF2-40B4-BE49-F238E27FC236}">
                  <a16:creationId xmlns:a16="http://schemas.microsoft.com/office/drawing/2014/main" id="{705879C0-A32D-32A7-D5BA-4C6E07517F05}"/>
                </a:ext>
              </a:extLst>
            </p:cNvPr>
            <p:cNvGrpSpPr/>
            <p:nvPr userDrawn="1"/>
          </p:nvGrpSpPr>
          <p:grpSpPr>
            <a:xfrm>
              <a:off x="12442019" y="198485"/>
              <a:ext cx="382660" cy="2882942"/>
              <a:chOff x="12742785" y="3716048"/>
              <a:chExt cx="316248" cy="3171236"/>
            </a:xfrm>
          </p:grpSpPr>
          <p:sp>
            <p:nvSpPr>
              <p:cNvPr id="18" name="Rectangle 17">
                <a:extLst>
                  <a:ext uri="{FF2B5EF4-FFF2-40B4-BE49-F238E27FC236}">
                    <a16:creationId xmlns:a16="http://schemas.microsoft.com/office/drawing/2014/main" id="{2A5DE2B3-299D-B055-0529-C099D7DCF0AC}"/>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9" name="Rectangle 18">
                <a:extLst>
                  <a:ext uri="{FF2B5EF4-FFF2-40B4-BE49-F238E27FC236}">
                    <a16:creationId xmlns:a16="http://schemas.microsoft.com/office/drawing/2014/main" id="{F2699730-3F23-4980-E0BA-3A5305A910FB}"/>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758ECAB0-7910-2A9A-A0FC-309379E1AD9F}"/>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0CCEFAF3-B229-081D-86A0-96021A766899}"/>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817C5D4C-A9D1-1269-BF96-A6774A30698C}"/>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F64CD140-8253-D429-24E9-0D97E417DB24}"/>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DF853F28-D3FF-55D2-8F29-FB132896D292}"/>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1E5CDA5E-7C1D-FA4C-DD8B-5A33A5009E62}"/>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C0CC3D7C-F655-58F8-3747-4D3BD5C787A3}"/>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BB9D4FE9-5534-6ED1-327E-A3336FD1C1B7}"/>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6" name="TextBox 15">
              <a:extLst>
                <a:ext uri="{FF2B5EF4-FFF2-40B4-BE49-F238E27FC236}">
                  <a16:creationId xmlns:a16="http://schemas.microsoft.com/office/drawing/2014/main" id="{E529C02B-282C-F0C2-B83E-A80434C173FE}"/>
                </a:ext>
              </a:extLst>
            </p:cNvPr>
            <p:cNvSpPr txBox="1"/>
            <p:nvPr userDrawn="1"/>
          </p:nvSpPr>
          <p:spPr>
            <a:xfrm rot="16200000">
              <a:off x="12562248" y="5173598"/>
              <a:ext cx="984244" cy="118174"/>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Arial" panose="020B0604020202020204" pitchFamily="34" charset="0"/>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Arial" panose="020B0604020202020204" pitchFamily="34" charset="0"/>
                <a:ea typeface="GT America Regular" charset="0"/>
                <a:cs typeface="GT America Regular" charset="0"/>
              </a:endParaRPr>
            </a:p>
          </p:txBody>
        </p:sp>
      </p:grpSp>
      <p:sp>
        <p:nvSpPr>
          <p:cNvPr id="39" name="TextBox 38">
            <a:extLst>
              <a:ext uri="{FF2B5EF4-FFF2-40B4-BE49-F238E27FC236}">
                <a16:creationId xmlns:a16="http://schemas.microsoft.com/office/drawing/2014/main" id="{BE283BCE-BA0B-BFC6-4147-A83E56AF3BF0}"/>
              </a:ext>
            </a:extLst>
          </p:cNvPr>
          <p:cNvSpPr txBox="1"/>
          <p:nvPr userDrawn="1"/>
        </p:nvSpPr>
        <p:spPr>
          <a:xfrm>
            <a:off x="12356815" y="3377042"/>
            <a:ext cx="817531" cy="116635"/>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endParaRPr>
          </a:p>
        </p:txBody>
      </p:sp>
    </p:spTree>
    <p:extLst>
      <p:ext uri="{BB962C8B-B14F-4D97-AF65-F5344CB8AC3E}">
        <p14:creationId xmlns:p14="http://schemas.microsoft.com/office/powerpoint/2010/main" val="1974225659"/>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3 Column - Photo Top/Icons">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noChangeAspect="1"/>
          </p:cNvSpPr>
          <p:nvPr>
            <p:ph type="pic" sz="quarter" idx="13"/>
          </p:nvPr>
        </p:nvSpPr>
        <p:spPr>
          <a:xfrm>
            <a:off x="0" y="0"/>
            <a:ext cx="12192000" cy="2570163"/>
          </a:xfrm>
          <a:solidFill>
            <a:schemeClr val="bg1">
              <a:lumMod val="65000"/>
            </a:schemeClr>
          </a:solidFill>
        </p:spPr>
        <p:txBody>
          <a:bodyPr tIns="548640" anchor="ctr"/>
          <a:lstStyle>
            <a:lvl1pPr algn="ctr">
              <a:defRPr>
                <a:solidFill>
                  <a:schemeClr val="bg1"/>
                </a:solidFill>
              </a:defRPr>
            </a:lvl1pPr>
          </a:lstStyle>
          <a:p>
            <a:r>
              <a:rPr lang="en-US"/>
              <a:t>Click icon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11" name="Picture Placeholder 9">
            <a:extLst>
              <a:ext uri="{FF2B5EF4-FFF2-40B4-BE49-F238E27FC236}">
                <a16:creationId xmlns:a16="http://schemas.microsoft.com/office/drawing/2014/main" id="{8C6C4B9C-0B61-5ABC-74A2-BD33D2CF5DE4}"/>
              </a:ext>
            </a:extLst>
          </p:cNvPr>
          <p:cNvSpPr>
            <a:spLocks noGrp="1"/>
          </p:cNvSpPr>
          <p:nvPr>
            <p:ph type="pic" sz="quarter" idx="28" hasCustomPrompt="1"/>
          </p:nvPr>
        </p:nvSpPr>
        <p:spPr>
          <a:xfrm>
            <a:off x="546100" y="3146426"/>
            <a:ext cx="694944" cy="692149"/>
          </a:xfrm>
          <a:noFill/>
          <a:ln>
            <a:noFill/>
          </a:ln>
        </p:spPr>
        <p:txBody>
          <a:bodyPr anchor="ctr"/>
          <a:lstStyle>
            <a:lvl1pPr algn="ctr">
              <a:defRPr>
                <a:solidFill>
                  <a:schemeClr val="tx1"/>
                </a:solidFill>
              </a:defRPr>
            </a:lvl1pPr>
          </a:lstStyle>
          <a:p>
            <a:r>
              <a:rPr lang="en-US"/>
              <a:t>Icon</a:t>
            </a:r>
          </a:p>
        </p:txBody>
      </p:sp>
      <p:sp>
        <p:nvSpPr>
          <p:cNvPr id="12" name="Picture Placeholder 9">
            <a:extLst>
              <a:ext uri="{FF2B5EF4-FFF2-40B4-BE49-F238E27FC236}">
                <a16:creationId xmlns:a16="http://schemas.microsoft.com/office/drawing/2014/main" id="{944A16B1-3C9F-C007-5BDB-4655C3395D3B}"/>
              </a:ext>
            </a:extLst>
          </p:cNvPr>
          <p:cNvSpPr>
            <a:spLocks noGrp="1"/>
          </p:cNvSpPr>
          <p:nvPr>
            <p:ph type="pic" sz="quarter" idx="29" hasCustomPrompt="1"/>
          </p:nvPr>
        </p:nvSpPr>
        <p:spPr>
          <a:xfrm>
            <a:off x="4328238" y="3146426"/>
            <a:ext cx="694944" cy="692150"/>
          </a:xfrm>
          <a:noFill/>
          <a:ln>
            <a:noFill/>
          </a:ln>
        </p:spPr>
        <p:txBody>
          <a:bodyPr anchor="ctr"/>
          <a:lstStyle>
            <a:lvl1pPr algn="ctr">
              <a:defRPr>
                <a:solidFill>
                  <a:schemeClr val="tx1"/>
                </a:solidFill>
              </a:defRPr>
            </a:lvl1pPr>
          </a:lstStyle>
          <a:p>
            <a:r>
              <a:rPr lang="en-US"/>
              <a:t>Icon</a:t>
            </a:r>
          </a:p>
        </p:txBody>
      </p:sp>
      <p:sp>
        <p:nvSpPr>
          <p:cNvPr id="13" name="Picture Placeholder 9">
            <a:extLst>
              <a:ext uri="{FF2B5EF4-FFF2-40B4-BE49-F238E27FC236}">
                <a16:creationId xmlns:a16="http://schemas.microsoft.com/office/drawing/2014/main" id="{A5A79627-D088-B1B1-9F23-A62FAFD9CC75}"/>
              </a:ext>
            </a:extLst>
          </p:cNvPr>
          <p:cNvSpPr>
            <a:spLocks noGrp="1"/>
          </p:cNvSpPr>
          <p:nvPr>
            <p:ph type="pic" sz="quarter" idx="30" hasCustomPrompt="1"/>
          </p:nvPr>
        </p:nvSpPr>
        <p:spPr>
          <a:xfrm>
            <a:off x="8117522" y="3146426"/>
            <a:ext cx="694944" cy="692150"/>
          </a:xfrm>
          <a:noFill/>
          <a:ln>
            <a:noFill/>
          </a:ln>
        </p:spPr>
        <p:txBody>
          <a:bodyPr anchor="ctr"/>
          <a:lstStyle>
            <a:lvl1pPr algn="ctr">
              <a:defRPr>
                <a:solidFill>
                  <a:schemeClr val="tx1"/>
                </a:solidFill>
              </a:defRPr>
            </a:lvl1pPr>
          </a:lstStyle>
          <a:p>
            <a:r>
              <a:rPr lang="en-US"/>
              <a:t>Icon</a:t>
            </a:r>
          </a:p>
        </p:txBody>
      </p:sp>
      <p:sp>
        <p:nvSpPr>
          <p:cNvPr id="4" name="Title 3">
            <a:extLst>
              <a:ext uri="{FF2B5EF4-FFF2-40B4-BE49-F238E27FC236}">
                <a16:creationId xmlns:a16="http://schemas.microsoft.com/office/drawing/2014/main" id="{DBDE9691-3D56-DAA7-8818-1939ACD60B6C}"/>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Freeform 5">
            <a:extLst>
              <a:ext uri="{FF2B5EF4-FFF2-40B4-BE49-F238E27FC236}">
                <a16:creationId xmlns:a16="http://schemas.microsoft.com/office/drawing/2014/main" id="{A93EB283-34D5-EEA2-8ED6-3A751877E61B}"/>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6" name="Text Placeholder 10">
            <a:extLst>
              <a:ext uri="{FF2B5EF4-FFF2-40B4-BE49-F238E27FC236}">
                <a16:creationId xmlns:a16="http://schemas.microsoft.com/office/drawing/2014/main" id="{6805229E-B1FB-69C3-19F0-88C0E54FE8AD}"/>
              </a:ext>
            </a:extLst>
          </p:cNvPr>
          <p:cNvSpPr>
            <a:spLocks noGrp="1"/>
          </p:cNvSpPr>
          <p:nvPr>
            <p:ph type="body" sz="quarter" idx="45"/>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17" name="Text Placeholder 15">
            <a:extLst>
              <a:ext uri="{FF2B5EF4-FFF2-40B4-BE49-F238E27FC236}">
                <a16:creationId xmlns:a16="http://schemas.microsoft.com/office/drawing/2014/main" id="{6F3F2673-21ED-7F6B-10C0-910AB986E7A3}"/>
              </a:ext>
            </a:extLst>
          </p:cNvPr>
          <p:cNvSpPr>
            <a:spLocks noGrp="1"/>
          </p:cNvSpPr>
          <p:nvPr>
            <p:ph type="body" sz="quarter" idx="46"/>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Arial" panose="020B0604020202020204" pitchFamily="34"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18" name="Content Placeholder 32">
            <a:extLst>
              <a:ext uri="{FF2B5EF4-FFF2-40B4-BE49-F238E27FC236}">
                <a16:creationId xmlns:a16="http://schemas.microsoft.com/office/drawing/2014/main" id="{A987ED96-C80E-4781-0F7F-E940B58D1115}"/>
              </a:ext>
            </a:extLst>
          </p:cNvPr>
          <p:cNvSpPr>
            <a:spLocks noGrp="1"/>
          </p:cNvSpPr>
          <p:nvPr>
            <p:ph sz="quarter" idx="40"/>
          </p:nvPr>
        </p:nvSpPr>
        <p:spPr>
          <a:xfrm>
            <a:off x="546100" y="3984625"/>
            <a:ext cx="3520440" cy="1882775"/>
          </a:xfrm>
        </p:spPr>
        <p:txBody>
          <a:bodyPr/>
          <a:lstStyle>
            <a:lvl1pPr>
              <a:defRPr lang="en-US" sz="2000" b="0" i="0" kern="1200" dirty="0" smtClean="0">
                <a:solidFill>
                  <a:schemeClr val="tx2"/>
                </a:solidFill>
                <a:latin typeface="+mj-lt"/>
                <a:ea typeface="GT America Regular" charset="0"/>
                <a:cs typeface="GT America Regular"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5">
            <a:extLst>
              <a:ext uri="{FF2B5EF4-FFF2-40B4-BE49-F238E27FC236}">
                <a16:creationId xmlns:a16="http://schemas.microsoft.com/office/drawing/2014/main" id="{8E8CFD94-7258-5E47-4E33-9E574B7B0C33}"/>
              </a:ext>
            </a:extLst>
          </p:cNvPr>
          <p:cNvSpPr>
            <a:spLocks noGrp="1"/>
          </p:cNvSpPr>
          <p:nvPr>
            <p:ph sz="quarter" idx="47"/>
          </p:nvPr>
        </p:nvSpPr>
        <p:spPr>
          <a:xfrm>
            <a:off x="4328238" y="3984624"/>
            <a:ext cx="3520440" cy="1882775"/>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20" name="Content Placeholder 17">
            <a:extLst>
              <a:ext uri="{FF2B5EF4-FFF2-40B4-BE49-F238E27FC236}">
                <a16:creationId xmlns:a16="http://schemas.microsoft.com/office/drawing/2014/main" id="{B9EFDEF9-B5E4-7A79-CE8B-DD409F6BDE1B}"/>
              </a:ext>
            </a:extLst>
          </p:cNvPr>
          <p:cNvSpPr>
            <a:spLocks noGrp="1"/>
          </p:cNvSpPr>
          <p:nvPr>
            <p:ph sz="quarter" idx="48"/>
          </p:nvPr>
        </p:nvSpPr>
        <p:spPr>
          <a:xfrm>
            <a:off x="8117522" y="3984624"/>
            <a:ext cx="3520440" cy="1882775"/>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grpSp>
        <p:nvGrpSpPr>
          <p:cNvPr id="2" name="Group 1">
            <a:extLst>
              <a:ext uri="{FF2B5EF4-FFF2-40B4-BE49-F238E27FC236}">
                <a16:creationId xmlns:a16="http://schemas.microsoft.com/office/drawing/2014/main" id="{05523900-B6C1-B138-7D49-29CA1ECC768A}"/>
              </a:ext>
            </a:extLst>
          </p:cNvPr>
          <p:cNvGrpSpPr/>
          <p:nvPr userDrawn="1"/>
        </p:nvGrpSpPr>
        <p:grpSpPr>
          <a:xfrm>
            <a:off x="12356815" y="0"/>
            <a:ext cx="756833" cy="6872642"/>
            <a:chOff x="12356815" y="0"/>
            <a:chExt cx="756833" cy="6872642"/>
          </a:xfrm>
        </p:grpSpPr>
        <p:sp>
          <p:nvSpPr>
            <p:cNvPr id="5" name="Rectangle 4">
              <a:extLst>
                <a:ext uri="{FF2B5EF4-FFF2-40B4-BE49-F238E27FC236}">
                  <a16:creationId xmlns:a16="http://schemas.microsoft.com/office/drawing/2014/main" id="{18FD2C69-0D49-31DB-5DBE-7776E429D48A}"/>
                </a:ext>
              </a:extLst>
            </p:cNvPr>
            <p:cNvSpPr/>
            <p:nvPr userDrawn="1"/>
          </p:nvSpPr>
          <p:spPr>
            <a:xfrm>
              <a:off x="12356815" y="0"/>
              <a:ext cx="553069" cy="3279913"/>
            </a:xfrm>
            <a:prstGeom prst="rect">
              <a:avLst/>
            </a:prstGeom>
            <a:solidFill>
              <a:srgbClr val="F2F2F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6" name="TextBox 5">
              <a:extLst>
                <a:ext uri="{FF2B5EF4-FFF2-40B4-BE49-F238E27FC236}">
                  <a16:creationId xmlns:a16="http://schemas.microsoft.com/office/drawing/2014/main" id="{A18E9B3C-F5E2-7785-3FE2-CD8A6205E69B}"/>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ON LIGHT AND EXTRA LIGHT</a:t>
              </a:r>
            </a:p>
          </p:txBody>
        </p:sp>
        <p:sp>
          <p:nvSpPr>
            <p:cNvPr id="7" name="Rectangle 6">
              <a:extLst>
                <a:ext uri="{FF2B5EF4-FFF2-40B4-BE49-F238E27FC236}">
                  <a16:creationId xmlns:a16="http://schemas.microsoft.com/office/drawing/2014/main" id="{35BC0A84-A0F5-5EA8-BD9B-94EE101742D2}"/>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4" name="Group 13">
              <a:extLst>
                <a:ext uri="{FF2B5EF4-FFF2-40B4-BE49-F238E27FC236}">
                  <a16:creationId xmlns:a16="http://schemas.microsoft.com/office/drawing/2014/main" id="{8F541EDB-C236-65A5-ECE4-5ACCC57459B4}"/>
                </a:ext>
              </a:extLst>
            </p:cNvPr>
            <p:cNvGrpSpPr/>
            <p:nvPr userDrawn="1"/>
          </p:nvGrpSpPr>
          <p:grpSpPr>
            <a:xfrm>
              <a:off x="12442019" y="3791214"/>
              <a:ext cx="382660" cy="2882942"/>
              <a:chOff x="14001569" y="3716048"/>
              <a:chExt cx="316248" cy="3171236"/>
            </a:xfrm>
          </p:grpSpPr>
          <p:sp>
            <p:nvSpPr>
              <p:cNvPr id="32" name="Rectangle 31">
                <a:extLst>
                  <a:ext uri="{FF2B5EF4-FFF2-40B4-BE49-F238E27FC236}">
                    <a16:creationId xmlns:a16="http://schemas.microsoft.com/office/drawing/2014/main" id="{E14BE022-AD1C-282D-148E-199537BA9B2F}"/>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907BEB51-933D-BA91-BEFB-B5FBBE761C85}"/>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F63DF5D4-CE5E-7452-DA0E-1AA315B29A04}"/>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24DC8893-BCC1-915B-8C68-C99DBA247621}"/>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83A9D11D-A17B-E5EB-E3FB-8891E725AB6B}"/>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240361DA-93A3-3521-C1CB-FD511D973268}"/>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8" name="Rectangle 37">
                <a:extLst>
                  <a:ext uri="{FF2B5EF4-FFF2-40B4-BE49-F238E27FC236}">
                    <a16:creationId xmlns:a16="http://schemas.microsoft.com/office/drawing/2014/main" id="{C991C083-D6DE-BB88-337E-BF251C812D7D}"/>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9" name="Rectangle 38">
                <a:extLst>
                  <a:ext uri="{FF2B5EF4-FFF2-40B4-BE49-F238E27FC236}">
                    <a16:creationId xmlns:a16="http://schemas.microsoft.com/office/drawing/2014/main" id="{B4CFD476-032E-81F3-0296-6D041BAC973D}"/>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0" name="Rectangle 39">
                <a:extLst>
                  <a:ext uri="{FF2B5EF4-FFF2-40B4-BE49-F238E27FC236}">
                    <a16:creationId xmlns:a16="http://schemas.microsoft.com/office/drawing/2014/main" id="{FEB0B929-8BEB-E617-E8BE-CEF857989707}"/>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1" name="Rectangle 40">
                <a:extLst>
                  <a:ext uri="{FF2B5EF4-FFF2-40B4-BE49-F238E27FC236}">
                    <a16:creationId xmlns:a16="http://schemas.microsoft.com/office/drawing/2014/main" id="{B679381C-67C3-DFF2-2DC3-CACE01E52EEA}"/>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5" name="Group 14">
              <a:extLst>
                <a:ext uri="{FF2B5EF4-FFF2-40B4-BE49-F238E27FC236}">
                  <a16:creationId xmlns:a16="http://schemas.microsoft.com/office/drawing/2014/main" id="{AE0B6A5D-2411-2C9B-2AAF-ABEE511731C6}"/>
                </a:ext>
              </a:extLst>
            </p:cNvPr>
            <p:cNvGrpSpPr/>
            <p:nvPr userDrawn="1"/>
          </p:nvGrpSpPr>
          <p:grpSpPr>
            <a:xfrm>
              <a:off x="12442019" y="198485"/>
              <a:ext cx="382660" cy="2882942"/>
              <a:chOff x="12742785" y="3716048"/>
              <a:chExt cx="316248" cy="3171236"/>
            </a:xfrm>
          </p:grpSpPr>
          <p:sp>
            <p:nvSpPr>
              <p:cNvPr id="22" name="Rectangle 21">
                <a:extLst>
                  <a:ext uri="{FF2B5EF4-FFF2-40B4-BE49-F238E27FC236}">
                    <a16:creationId xmlns:a16="http://schemas.microsoft.com/office/drawing/2014/main" id="{DA4C0434-0F4A-6E0A-E06B-2D27EA50EB78}"/>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47B146DD-9C34-06DF-9FE2-4E2A1A1C6B7E}"/>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A56571D6-473D-F327-5CDB-69D48EBB3E2A}"/>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099826DE-D7BB-EB5C-39B9-CE8D2EF22B5D}"/>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3713BC80-FFA1-78C9-FE27-547A1E6C72C0}"/>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6CF4A443-CFCA-E5E7-48FA-46CB4809375A}"/>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448B1162-7D6C-27A4-48B2-D1EEBE9E2D3C}"/>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0AE3DC69-91C3-4D2F-D138-0252D44DEA03}"/>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9ACD119C-2FA3-FE38-B9EA-D53597CD3CBD}"/>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263D27CB-5474-6145-56D7-7BD328CF5CD0}"/>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21" name="TextBox 20">
              <a:extLst>
                <a:ext uri="{FF2B5EF4-FFF2-40B4-BE49-F238E27FC236}">
                  <a16:creationId xmlns:a16="http://schemas.microsoft.com/office/drawing/2014/main" id="{761F77DC-3995-8B8D-CBB1-6E3ACA77BA68}"/>
                </a:ext>
              </a:extLst>
            </p:cNvPr>
            <p:cNvSpPr txBox="1"/>
            <p:nvPr userDrawn="1"/>
          </p:nvSpPr>
          <p:spPr>
            <a:xfrm rot="16200000">
              <a:off x="12562248" y="5173598"/>
              <a:ext cx="984244" cy="118174"/>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Arial" panose="020B0604020202020204" pitchFamily="34" charset="0"/>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Arial" panose="020B0604020202020204" pitchFamily="34" charset="0"/>
                <a:ea typeface="GT America Regular" charset="0"/>
                <a:cs typeface="GT America Regular" charset="0"/>
              </a:endParaRPr>
            </a:p>
          </p:txBody>
        </p:sp>
      </p:grpSp>
      <p:sp>
        <p:nvSpPr>
          <p:cNvPr id="42" name="TextBox 41">
            <a:extLst>
              <a:ext uri="{FF2B5EF4-FFF2-40B4-BE49-F238E27FC236}">
                <a16:creationId xmlns:a16="http://schemas.microsoft.com/office/drawing/2014/main" id="{F589DE97-81C9-5BA6-9D08-077E4E809C48}"/>
              </a:ext>
            </a:extLst>
          </p:cNvPr>
          <p:cNvSpPr txBox="1"/>
          <p:nvPr userDrawn="1"/>
        </p:nvSpPr>
        <p:spPr>
          <a:xfrm>
            <a:off x="12356815" y="3377042"/>
            <a:ext cx="817531" cy="116635"/>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endParaRPr>
          </a:p>
        </p:txBody>
      </p:sp>
    </p:spTree>
    <p:extLst>
      <p:ext uri="{BB962C8B-B14F-4D97-AF65-F5344CB8AC3E}">
        <p14:creationId xmlns:p14="http://schemas.microsoft.com/office/powerpoint/2010/main" val="3296586668"/>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3x3 - Photo Top">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noChangeAspect="1"/>
          </p:cNvSpPr>
          <p:nvPr>
            <p:ph type="pic" sz="quarter" idx="13"/>
          </p:nvPr>
        </p:nvSpPr>
        <p:spPr>
          <a:xfrm>
            <a:off x="0" y="1"/>
            <a:ext cx="12192000" cy="1700212"/>
          </a:xfrm>
          <a:solidFill>
            <a:schemeClr val="bg1">
              <a:lumMod val="65000"/>
            </a:schemeClr>
          </a:solidFill>
        </p:spPr>
        <p:txBody>
          <a:bodyPr lIns="2560320" anchor="ctr"/>
          <a:lstStyle>
            <a:lvl1pPr algn="ctr">
              <a:defRPr>
                <a:solidFill>
                  <a:schemeClr val="bg1"/>
                </a:solidFill>
              </a:defRPr>
            </a:lvl1pPr>
          </a:lstStyle>
          <a:p>
            <a:r>
              <a:rPr lang="en-US"/>
              <a:t>Click icon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39" name="Picture Placeholder 9">
            <a:extLst>
              <a:ext uri="{FF2B5EF4-FFF2-40B4-BE49-F238E27FC236}">
                <a16:creationId xmlns:a16="http://schemas.microsoft.com/office/drawing/2014/main" id="{DEE24B91-16DE-DAB3-3069-2978764EB319}"/>
              </a:ext>
            </a:extLst>
          </p:cNvPr>
          <p:cNvSpPr>
            <a:spLocks noGrp="1"/>
          </p:cNvSpPr>
          <p:nvPr>
            <p:ph type="pic" sz="quarter" idx="37" hasCustomPrompt="1"/>
          </p:nvPr>
        </p:nvSpPr>
        <p:spPr>
          <a:xfrm>
            <a:off x="546100" y="2006963"/>
            <a:ext cx="731520" cy="707662"/>
          </a:xfrm>
          <a:noFill/>
          <a:ln>
            <a:noFill/>
          </a:ln>
        </p:spPr>
        <p:txBody>
          <a:bodyPr tIns="411480" anchor="ctr">
            <a:normAutofit/>
          </a:bodyPr>
          <a:lstStyle>
            <a:lvl1pPr algn="ctr">
              <a:defRPr sz="1100">
                <a:solidFill>
                  <a:schemeClr val="tx1"/>
                </a:solidFill>
              </a:defRPr>
            </a:lvl1pPr>
          </a:lstStyle>
          <a:p>
            <a:r>
              <a:rPr lang="en-US"/>
              <a:t>Icon</a:t>
            </a:r>
          </a:p>
        </p:txBody>
      </p:sp>
      <p:sp>
        <p:nvSpPr>
          <p:cNvPr id="40" name="Picture Placeholder 9">
            <a:extLst>
              <a:ext uri="{FF2B5EF4-FFF2-40B4-BE49-F238E27FC236}">
                <a16:creationId xmlns:a16="http://schemas.microsoft.com/office/drawing/2014/main" id="{F003E950-C9D0-0278-0715-C906BEF230C3}"/>
              </a:ext>
            </a:extLst>
          </p:cNvPr>
          <p:cNvSpPr>
            <a:spLocks noGrp="1"/>
          </p:cNvSpPr>
          <p:nvPr>
            <p:ph type="pic" sz="quarter" idx="38" hasCustomPrompt="1"/>
          </p:nvPr>
        </p:nvSpPr>
        <p:spPr>
          <a:xfrm>
            <a:off x="4335779" y="2006963"/>
            <a:ext cx="731520" cy="707662"/>
          </a:xfrm>
          <a:noFill/>
          <a:ln>
            <a:noFill/>
          </a:ln>
        </p:spPr>
        <p:txBody>
          <a:bodyPr tIns="411480" anchor="ctr">
            <a:normAutofit/>
          </a:bodyPr>
          <a:lstStyle>
            <a:lvl1pPr algn="ctr">
              <a:defRPr sz="1100">
                <a:solidFill>
                  <a:schemeClr val="tx1"/>
                </a:solidFill>
              </a:defRPr>
            </a:lvl1pPr>
          </a:lstStyle>
          <a:p>
            <a:r>
              <a:rPr lang="en-US"/>
              <a:t>Icon</a:t>
            </a:r>
          </a:p>
        </p:txBody>
      </p:sp>
      <p:sp>
        <p:nvSpPr>
          <p:cNvPr id="41" name="Picture Placeholder 9">
            <a:extLst>
              <a:ext uri="{FF2B5EF4-FFF2-40B4-BE49-F238E27FC236}">
                <a16:creationId xmlns:a16="http://schemas.microsoft.com/office/drawing/2014/main" id="{773CBB8A-601B-B68F-970A-8D6534F2D520}"/>
              </a:ext>
            </a:extLst>
          </p:cNvPr>
          <p:cNvSpPr>
            <a:spLocks noGrp="1"/>
          </p:cNvSpPr>
          <p:nvPr>
            <p:ph type="pic" sz="quarter" idx="39" hasCustomPrompt="1"/>
          </p:nvPr>
        </p:nvSpPr>
        <p:spPr>
          <a:xfrm>
            <a:off x="8131809" y="2006963"/>
            <a:ext cx="731520" cy="707662"/>
          </a:xfrm>
          <a:noFill/>
          <a:ln>
            <a:noFill/>
          </a:ln>
        </p:spPr>
        <p:txBody>
          <a:bodyPr tIns="411480" anchor="ctr">
            <a:normAutofit/>
          </a:bodyPr>
          <a:lstStyle>
            <a:lvl1pPr algn="ctr">
              <a:defRPr sz="1100">
                <a:solidFill>
                  <a:schemeClr val="tx1"/>
                </a:solidFill>
              </a:defRPr>
            </a:lvl1pPr>
          </a:lstStyle>
          <a:p>
            <a:r>
              <a:rPr lang="en-US"/>
              <a:t>Icon</a:t>
            </a:r>
          </a:p>
        </p:txBody>
      </p:sp>
      <p:sp>
        <p:nvSpPr>
          <p:cNvPr id="42" name="Picture Placeholder 9">
            <a:extLst>
              <a:ext uri="{FF2B5EF4-FFF2-40B4-BE49-F238E27FC236}">
                <a16:creationId xmlns:a16="http://schemas.microsoft.com/office/drawing/2014/main" id="{CDAB1DAD-1044-2753-ED1B-2F53ADC1F076}"/>
              </a:ext>
            </a:extLst>
          </p:cNvPr>
          <p:cNvSpPr>
            <a:spLocks noGrp="1"/>
          </p:cNvSpPr>
          <p:nvPr>
            <p:ph type="pic" sz="quarter" idx="40" hasCustomPrompt="1"/>
          </p:nvPr>
        </p:nvSpPr>
        <p:spPr>
          <a:xfrm>
            <a:off x="546100" y="4124325"/>
            <a:ext cx="731520" cy="730250"/>
          </a:xfrm>
          <a:noFill/>
          <a:ln>
            <a:noFill/>
          </a:ln>
        </p:spPr>
        <p:txBody>
          <a:bodyPr tIns="411480" anchor="ctr">
            <a:normAutofit/>
          </a:bodyPr>
          <a:lstStyle>
            <a:lvl1pPr algn="ctr">
              <a:defRPr sz="1100">
                <a:solidFill>
                  <a:schemeClr val="tx1"/>
                </a:solidFill>
              </a:defRPr>
            </a:lvl1pPr>
          </a:lstStyle>
          <a:p>
            <a:r>
              <a:rPr lang="en-US"/>
              <a:t>Icon</a:t>
            </a:r>
          </a:p>
        </p:txBody>
      </p:sp>
      <p:sp>
        <p:nvSpPr>
          <p:cNvPr id="43" name="Picture Placeholder 9">
            <a:extLst>
              <a:ext uri="{FF2B5EF4-FFF2-40B4-BE49-F238E27FC236}">
                <a16:creationId xmlns:a16="http://schemas.microsoft.com/office/drawing/2014/main" id="{8E533476-771C-C1A8-684B-5F369B8AD702}"/>
              </a:ext>
            </a:extLst>
          </p:cNvPr>
          <p:cNvSpPr>
            <a:spLocks noGrp="1"/>
          </p:cNvSpPr>
          <p:nvPr>
            <p:ph type="pic" sz="quarter" idx="41" hasCustomPrompt="1"/>
          </p:nvPr>
        </p:nvSpPr>
        <p:spPr>
          <a:xfrm>
            <a:off x="4335779" y="4124325"/>
            <a:ext cx="731520" cy="730250"/>
          </a:xfrm>
          <a:noFill/>
          <a:ln>
            <a:noFill/>
          </a:ln>
        </p:spPr>
        <p:txBody>
          <a:bodyPr tIns="411480" anchor="ctr">
            <a:normAutofit/>
          </a:bodyPr>
          <a:lstStyle>
            <a:lvl1pPr algn="ctr">
              <a:defRPr sz="1100">
                <a:solidFill>
                  <a:schemeClr val="tx1"/>
                </a:solidFill>
              </a:defRPr>
            </a:lvl1pPr>
          </a:lstStyle>
          <a:p>
            <a:r>
              <a:rPr lang="en-US"/>
              <a:t>Icon</a:t>
            </a:r>
          </a:p>
        </p:txBody>
      </p:sp>
      <p:sp>
        <p:nvSpPr>
          <p:cNvPr id="44" name="Picture Placeholder 9">
            <a:extLst>
              <a:ext uri="{FF2B5EF4-FFF2-40B4-BE49-F238E27FC236}">
                <a16:creationId xmlns:a16="http://schemas.microsoft.com/office/drawing/2014/main" id="{8229F8E0-54EB-CC61-EDE5-D49015E07E9D}"/>
              </a:ext>
            </a:extLst>
          </p:cNvPr>
          <p:cNvSpPr>
            <a:spLocks noGrp="1"/>
          </p:cNvSpPr>
          <p:nvPr>
            <p:ph type="pic" sz="quarter" idx="42" hasCustomPrompt="1"/>
          </p:nvPr>
        </p:nvSpPr>
        <p:spPr>
          <a:xfrm>
            <a:off x="8131809" y="4124325"/>
            <a:ext cx="731520" cy="730250"/>
          </a:xfrm>
          <a:noFill/>
          <a:ln>
            <a:noFill/>
          </a:ln>
        </p:spPr>
        <p:txBody>
          <a:bodyPr tIns="411480" anchor="ctr">
            <a:normAutofit/>
          </a:bodyPr>
          <a:lstStyle>
            <a:lvl1pPr algn="ctr">
              <a:defRPr sz="1100">
                <a:solidFill>
                  <a:schemeClr val="tx1"/>
                </a:solidFill>
              </a:defRPr>
            </a:lvl1pPr>
          </a:lstStyle>
          <a:p>
            <a:r>
              <a:rPr lang="en-US"/>
              <a:t>Icon</a:t>
            </a:r>
          </a:p>
        </p:txBody>
      </p:sp>
      <p:sp>
        <p:nvSpPr>
          <p:cNvPr id="4" name="Title 3">
            <a:extLst>
              <a:ext uri="{FF2B5EF4-FFF2-40B4-BE49-F238E27FC236}">
                <a16:creationId xmlns:a16="http://schemas.microsoft.com/office/drawing/2014/main" id="{38E069FA-BCFF-0525-82A8-9D43A0F7FFAD}"/>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Freeform 5">
            <a:extLst>
              <a:ext uri="{FF2B5EF4-FFF2-40B4-BE49-F238E27FC236}">
                <a16:creationId xmlns:a16="http://schemas.microsoft.com/office/drawing/2014/main" id="{9770A17F-69E1-3883-06E4-BFC90C571285}"/>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3" name="Text Placeholder 10">
            <a:extLst>
              <a:ext uri="{FF2B5EF4-FFF2-40B4-BE49-F238E27FC236}">
                <a16:creationId xmlns:a16="http://schemas.microsoft.com/office/drawing/2014/main" id="{310489FA-6FE3-5196-57BA-4C39CF6D97C9}"/>
              </a:ext>
            </a:extLst>
          </p:cNvPr>
          <p:cNvSpPr>
            <a:spLocks noGrp="1"/>
          </p:cNvSpPr>
          <p:nvPr>
            <p:ph type="body" sz="quarter" idx="45"/>
          </p:nvPr>
        </p:nvSpPr>
        <p:spPr>
          <a:xfrm>
            <a:off x="548640" y="1127125"/>
            <a:ext cx="5442585"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15" name="Text Placeholder 15">
            <a:extLst>
              <a:ext uri="{FF2B5EF4-FFF2-40B4-BE49-F238E27FC236}">
                <a16:creationId xmlns:a16="http://schemas.microsoft.com/office/drawing/2014/main" id="{9BA8EFE1-927F-55D6-A4B0-B8DDF6AF954B}"/>
              </a:ext>
            </a:extLst>
          </p:cNvPr>
          <p:cNvSpPr>
            <a:spLocks noGrp="1"/>
          </p:cNvSpPr>
          <p:nvPr>
            <p:ph type="body" sz="quarter" idx="46"/>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Arial" panose="020B0604020202020204" pitchFamily="34"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20" name="Content Placeholder 32">
            <a:extLst>
              <a:ext uri="{FF2B5EF4-FFF2-40B4-BE49-F238E27FC236}">
                <a16:creationId xmlns:a16="http://schemas.microsoft.com/office/drawing/2014/main" id="{0C04A2DB-44E7-1779-7153-66AE7C17B9DA}"/>
              </a:ext>
            </a:extLst>
          </p:cNvPr>
          <p:cNvSpPr>
            <a:spLocks noGrp="1"/>
          </p:cNvSpPr>
          <p:nvPr>
            <p:ph sz="quarter" idx="49"/>
          </p:nvPr>
        </p:nvSpPr>
        <p:spPr>
          <a:xfrm>
            <a:off x="546100" y="2847975"/>
            <a:ext cx="3520440" cy="990598"/>
          </a:xfrm>
        </p:spPr>
        <p:txBody>
          <a:bodyPr/>
          <a:lstStyle>
            <a:lvl1pPr>
              <a:defRPr lang="en-US" sz="2000" b="0" i="0" kern="1200" dirty="0" smtClean="0">
                <a:solidFill>
                  <a:schemeClr val="tx2"/>
                </a:solidFill>
                <a:latin typeface="+mj-lt"/>
                <a:ea typeface="GT America Regular" charset="0"/>
                <a:cs typeface="GT America Regular" charset="0"/>
              </a:defRPr>
            </a:lvl1pPr>
          </a:lstStyle>
          <a:p>
            <a:pPr lvl="0"/>
            <a:r>
              <a:rPr lang="en-US"/>
              <a:t>Click to edit Master text styles</a:t>
            </a:r>
          </a:p>
          <a:p>
            <a:pPr lvl="1"/>
            <a:r>
              <a:rPr lang="en-US"/>
              <a:t>Second level</a:t>
            </a:r>
          </a:p>
          <a:p>
            <a:pPr lvl="2"/>
            <a:r>
              <a:rPr lang="en-US"/>
              <a:t>Third level</a:t>
            </a:r>
          </a:p>
        </p:txBody>
      </p:sp>
      <p:sp>
        <p:nvSpPr>
          <p:cNvPr id="24" name="Content Placeholder 15">
            <a:extLst>
              <a:ext uri="{FF2B5EF4-FFF2-40B4-BE49-F238E27FC236}">
                <a16:creationId xmlns:a16="http://schemas.microsoft.com/office/drawing/2014/main" id="{CF9DFE53-830B-1A4C-F472-E0E7B9624139}"/>
              </a:ext>
            </a:extLst>
          </p:cNvPr>
          <p:cNvSpPr>
            <a:spLocks noGrp="1"/>
          </p:cNvSpPr>
          <p:nvPr>
            <p:ph sz="quarter" idx="50"/>
          </p:nvPr>
        </p:nvSpPr>
        <p:spPr>
          <a:xfrm>
            <a:off x="4335779" y="2847975"/>
            <a:ext cx="3520440" cy="990598"/>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5" name="Content Placeholder 17">
            <a:extLst>
              <a:ext uri="{FF2B5EF4-FFF2-40B4-BE49-F238E27FC236}">
                <a16:creationId xmlns:a16="http://schemas.microsoft.com/office/drawing/2014/main" id="{9C6C9551-6B74-0885-811D-B5B985D52982}"/>
              </a:ext>
            </a:extLst>
          </p:cNvPr>
          <p:cNvSpPr>
            <a:spLocks noGrp="1"/>
          </p:cNvSpPr>
          <p:nvPr>
            <p:ph sz="quarter" idx="51"/>
          </p:nvPr>
        </p:nvSpPr>
        <p:spPr>
          <a:xfrm>
            <a:off x="8125460" y="2847975"/>
            <a:ext cx="3520440" cy="990600"/>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6" name="Content Placeholder 20">
            <a:extLst>
              <a:ext uri="{FF2B5EF4-FFF2-40B4-BE49-F238E27FC236}">
                <a16:creationId xmlns:a16="http://schemas.microsoft.com/office/drawing/2014/main" id="{2A0BC643-D0E4-E606-F236-457295E113C5}"/>
              </a:ext>
            </a:extLst>
          </p:cNvPr>
          <p:cNvSpPr>
            <a:spLocks noGrp="1"/>
          </p:cNvSpPr>
          <p:nvPr>
            <p:ph sz="quarter" idx="52"/>
          </p:nvPr>
        </p:nvSpPr>
        <p:spPr>
          <a:xfrm>
            <a:off x="546100" y="5003800"/>
            <a:ext cx="3529172" cy="1016000"/>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7" name="Content Placeholder 33">
            <a:extLst>
              <a:ext uri="{FF2B5EF4-FFF2-40B4-BE49-F238E27FC236}">
                <a16:creationId xmlns:a16="http://schemas.microsoft.com/office/drawing/2014/main" id="{A2615C15-0FEC-C591-F37F-CCD2AAD8F80C}"/>
              </a:ext>
            </a:extLst>
          </p:cNvPr>
          <p:cNvSpPr>
            <a:spLocks noGrp="1"/>
          </p:cNvSpPr>
          <p:nvPr>
            <p:ph sz="quarter" idx="53"/>
          </p:nvPr>
        </p:nvSpPr>
        <p:spPr>
          <a:xfrm>
            <a:off x="4335779" y="5003800"/>
            <a:ext cx="3520440" cy="1015999"/>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9" name="Content Placeholder 28">
            <a:extLst>
              <a:ext uri="{FF2B5EF4-FFF2-40B4-BE49-F238E27FC236}">
                <a16:creationId xmlns:a16="http://schemas.microsoft.com/office/drawing/2014/main" id="{9C9DFC81-DE9E-FF0E-B59B-9F9419556889}"/>
              </a:ext>
            </a:extLst>
          </p:cNvPr>
          <p:cNvSpPr>
            <a:spLocks noGrp="1"/>
          </p:cNvSpPr>
          <p:nvPr>
            <p:ph sz="quarter" idx="54"/>
          </p:nvPr>
        </p:nvSpPr>
        <p:spPr>
          <a:xfrm>
            <a:off x="8116726" y="5003800"/>
            <a:ext cx="3521237" cy="1016000"/>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grpSp>
        <p:nvGrpSpPr>
          <p:cNvPr id="2" name="Group 1">
            <a:extLst>
              <a:ext uri="{FF2B5EF4-FFF2-40B4-BE49-F238E27FC236}">
                <a16:creationId xmlns:a16="http://schemas.microsoft.com/office/drawing/2014/main" id="{BF855D37-451A-A814-0C17-369445433AE6}"/>
              </a:ext>
            </a:extLst>
          </p:cNvPr>
          <p:cNvGrpSpPr/>
          <p:nvPr userDrawn="1"/>
        </p:nvGrpSpPr>
        <p:grpSpPr>
          <a:xfrm>
            <a:off x="12356815" y="0"/>
            <a:ext cx="756833" cy="6872642"/>
            <a:chOff x="12356815" y="0"/>
            <a:chExt cx="756833" cy="6872642"/>
          </a:xfrm>
        </p:grpSpPr>
        <p:sp>
          <p:nvSpPr>
            <p:cNvPr id="5" name="Rectangle 4">
              <a:extLst>
                <a:ext uri="{FF2B5EF4-FFF2-40B4-BE49-F238E27FC236}">
                  <a16:creationId xmlns:a16="http://schemas.microsoft.com/office/drawing/2014/main" id="{CD4F1F01-8454-38F6-8D3B-0C98F3E75E1F}"/>
                </a:ext>
              </a:extLst>
            </p:cNvPr>
            <p:cNvSpPr/>
            <p:nvPr userDrawn="1"/>
          </p:nvSpPr>
          <p:spPr>
            <a:xfrm>
              <a:off x="12356815" y="0"/>
              <a:ext cx="553069" cy="3279913"/>
            </a:xfrm>
            <a:prstGeom prst="rect">
              <a:avLst/>
            </a:prstGeom>
            <a:solidFill>
              <a:srgbClr val="F2F2F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6" name="TextBox 5">
              <a:extLst>
                <a:ext uri="{FF2B5EF4-FFF2-40B4-BE49-F238E27FC236}">
                  <a16:creationId xmlns:a16="http://schemas.microsoft.com/office/drawing/2014/main" id="{F7274A4C-30E1-574C-4667-3644372E721F}"/>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ON LIGHT AND EXTRA LIGHT</a:t>
              </a:r>
            </a:p>
          </p:txBody>
        </p:sp>
        <p:sp>
          <p:nvSpPr>
            <p:cNvPr id="7" name="Rectangle 6">
              <a:extLst>
                <a:ext uri="{FF2B5EF4-FFF2-40B4-BE49-F238E27FC236}">
                  <a16:creationId xmlns:a16="http://schemas.microsoft.com/office/drawing/2014/main" id="{4E028A50-7B29-2422-1DD0-A2A9C6765FAE}"/>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1" name="Group 10">
              <a:extLst>
                <a:ext uri="{FF2B5EF4-FFF2-40B4-BE49-F238E27FC236}">
                  <a16:creationId xmlns:a16="http://schemas.microsoft.com/office/drawing/2014/main" id="{87BFE31F-D5EC-1F0A-E734-DADB3E34A852}"/>
                </a:ext>
              </a:extLst>
            </p:cNvPr>
            <p:cNvGrpSpPr/>
            <p:nvPr userDrawn="1"/>
          </p:nvGrpSpPr>
          <p:grpSpPr>
            <a:xfrm>
              <a:off x="12442019" y="3791214"/>
              <a:ext cx="382660" cy="2882942"/>
              <a:chOff x="14001569" y="3716048"/>
              <a:chExt cx="316248" cy="3171236"/>
            </a:xfrm>
          </p:grpSpPr>
          <p:sp>
            <p:nvSpPr>
              <p:cNvPr id="32" name="Rectangle 31">
                <a:extLst>
                  <a:ext uri="{FF2B5EF4-FFF2-40B4-BE49-F238E27FC236}">
                    <a16:creationId xmlns:a16="http://schemas.microsoft.com/office/drawing/2014/main" id="{FE981A5D-03A8-1F7C-888D-0D4DC2C0996D}"/>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542C99CC-C576-DC49-FA69-63B4DAEE2591}"/>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B39C9A65-54D7-DA44-D427-9552B7D16D7E}"/>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C530584C-0DB3-75AD-FAE7-2A4ECCE9BDA3}"/>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83E37567-B5C9-7260-C390-30D2BC44E484}"/>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3DA5FE33-8ACF-BFFB-000F-57BAE039C215}"/>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8" name="Rectangle 37">
                <a:extLst>
                  <a:ext uri="{FF2B5EF4-FFF2-40B4-BE49-F238E27FC236}">
                    <a16:creationId xmlns:a16="http://schemas.microsoft.com/office/drawing/2014/main" id="{8B6774CB-9DAC-256A-A4CE-10B86752452F}"/>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5" name="Rectangle 44">
                <a:extLst>
                  <a:ext uri="{FF2B5EF4-FFF2-40B4-BE49-F238E27FC236}">
                    <a16:creationId xmlns:a16="http://schemas.microsoft.com/office/drawing/2014/main" id="{5E3A9168-4EEE-8EFB-C335-27A91C2EAA7F}"/>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6" name="Rectangle 45">
                <a:extLst>
                  <a:ext uri="{FF2B5EF4-FFF2-40B4-BE49-F238E27FC236}">
                    <a16:creationId xmlns:a16="http://schemas.microsoft.com/office/drawing/2014/main" id="{BDC26274-1E92-0A54-C79D-398EF7474DB2}"/>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7" name="Rectangle 46">
                <a:extLst>
                  <a:ext uri="{FF2B5EF4-FFF2-40B4-BE49-F238E27FC236}">
                    <a16:creationId xmlns:a16="http://schemas.microsoft.com/office/drawing/2014/main" id="{661C926A-A43D-DC3E-CFDF-42CA29BAA8A5}"/>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2" name="Group 11">
              <a:extLst>
                <a:ext uri="{FF2B5EF4-FFF2-40B4-BE49-F238E27FC236}">
                  <a16:creationId xmlns:a16="http://schemas.microsoft.com/office/drawing/2014/main" id="{A5999CEE-F22B-94B1-2021-3CAD0C4AF1AB}"/>
                </a:ext>
              </a:extLst>
            </p:cNvPr>
            <p:cNvGrpSpPr/>
            <p:nvPr userDrawn="1"/>
          </p:nvGrpSpPr>
          <p:grpSpPr>
            <a:xfrm>
              <a:off x="12442019" y="198485"/>
              <a:ext cx="382660" cy="2882942"/>
              <a:chOff x="12742785" y="3716048"/>
              <a:chExt cx="316248" cy="3171236"/>
            </a:xfrm>
          </p:grpSpPr>
          <p:sp>
            <p:nvSpPr>
              <p:cNvPr id="16" name="Rectangle 15">
                <a:extLst>
                  <a:ext uri="{FF2B5EF4-FFF2-40B4-BE49-F238E27FC236}">
                    <a16:creationId xmlns:a16="http://schemas.microsoft.com/office/drawing/2014/main" id="{CF13E9EA-7D14-5837-D411-AF3C43CC7BED}"/>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7" name="Rectangle 16">
                <a:extLst>
                  <a:ext uri="{FF2B5EF4-FFF2-40B4-BE49-F238E27FC236}">
                    <a16:creationId xmlns:a16="http://schemas.microsoft.com/office/drawing/2014/main" id="{499A4BF8-C20F-98C2-D623-75321F992F46}"/>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8" name="Rectangle 17">
                <a:extLst>
                  <a:ext uri="{FF2B5EF4-FFF2-40B4-BE49-F238E27FC236}">
                    <a16:creationId xmlns:a16="http://schemas.microsoft.com/office/drawing/2014/main" id="{F4EE941A-BDE9-0AB3-85FF-81AA98FBC756}"/>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9" name="Rectangle 18">
                <a:extLst>
                  <a:ext uri="{FF2B5EF4-FFF2-40B4-BE49-F238E27FC236}">
                    <a16:creationId xmlns:a16="http://schemas.microsoft.com/office/drawing/2014/main" id="{1B019714-7667-5459-2047-BD6973BDFB23}"/>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99A3C890-FB93-44DA-57B4-CDCE0DC60798}"/>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856A0FFC-FEFD-EF18-8CAC-33DB683C325E}"/>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D93F4400-D0A7-E6BA-5643-8382A9842558}"/>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EAE0CFD4-A0B3-D4EA-CF77-0CF4D14961EB}"/>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398CB572-5B48-5691-2E32-D330BCCCF06E}"/>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A56F8E14-F166-4A02-DB87-204EC52C6358}"/>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4" name="TextBox 13">
              <a:extLst>
                <a:ext uri="{FF2B5EF4-FFF2-40B4-BE49-F238E27FC236}">
                  <a16:creationId xmlns:a16="http://schemas.microsoft.com/office/drawing/2014/main" id="{3BB27052-B9D8-01BF-B702-E7CC60692E97}"/>
                </a:ext>
              </a:extLst>
            </p:cNvPr>
            <p:cNvSpPr txBox="1"/>
            <p:nvPr userDrawn="1"/>
          </p:nvSpPr>
          <p:spPr>
            <a:xfrm rot="16200000">
              <a:off x="12562248" y="5173598"/>
              <a:ext cx="984244" cy="118174"/>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Arial" panose="020B0604020202020204" pitchFamily="34" charset="0"/>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Arial" panose="020B0604020202020204" pitchFamily="34" charset="0"/>
                <a:ea typeface="GT America Regular" charset="0"/>
                <a:cs typeface="GT America Regular" charset="0"/>
              </a:endParaRPr>
            </a:p>
          </p:txBody>
        </p:sp>
      </p:grpSp>
      <p:sp>
        <p:nvSpPr>
          <p:cNvPr id="48" name="TextBox 47">
            <a:extLst>
              <a:ext uri="{FF2B5EF4-FFF2-40B4-BE49-F238E27FC236}">
                <a16:creationId xmlns:a16="http://schemas.microsoft.com/office/drawing/2014/main" id="{B2091325-8528-E4F9-EA3E-71E7FF99B24D}"/>
              </a:ext>
            </a:extLst>
          </p:cNvPr>
          <p:cNvSpPr txBox="1"/>
          <p:nvPr userDrawn="1"/>
        </p:nvSpPr>
        <p:spPr>
          <a:xfrm>
            <a:off x="12356815" y="3377042"/>
            <a:ext cx="817531" cy="116635"/>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endParaRPr>
          </a:p>
        </p:txBody>
      </p:sp>
    </p:spTree>
    <p:extLst>
      <p:ext uri="{BB962C8B-B14F-4D97-AF65-F5344CB8AC3E}">
        <p14:creationId xmlns:p14="http://schemas.microsoft.com/office/powerpoint/2010/main" val="552307725"/>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p>
            <a:r>
              <a:rPr lang="en-US"/>
              <a:t>See slide 12 for instructions on how to update footer</a:t>
            </a:r>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9" name="Title 8">
            <a:extLst>
              <a:ext uri="{FF2B5EF4-FFF2-40B4-BE49-F238E27FC236}">
                <a16:creationId xmlns:a16="http://schemas.microsoft.com/office/drawing/2014/main" id="{32664483-5AC8-0F16-9C46-37836889B6E9}"/>
              </a:ext>
            </a:extLst>
          </p:cNvPr>
          <p:cNvSpPr>
            <a:spLocks noGrp="1"/>
          </p:cNvSpPr>
          <p:nvPr>
            <p:ph type="title"/>
          </p:nvPr>
        </p:nvSpPr>
        <p:spPr>
          <a:xfrm>
            <a:off x="546100" y="552450"/>
            <a:ext cx="11091861" cy="434975"/>
          </a:xfrm>
        </p:spPr>
        <p:txBody>
          <a:bodyPr/>
          <a:lstStyle/>
          <a:p>
            <a:r>
              <a:rPr lang="en-US"/>
              <a:t>Click to edit Master title style</a:t>
            </a:r>
          </a:p>
        </p:txBody>
      </p:sp>
      <p:sp>
        <p:nvSpPr>
          <p:cNvPr id="3" name="Freeform 5">
            <a:extLst>
              <a:ext uri="{FF2B5EF4-FFF2-40B4-BE49-F238E27FC236}">
                <a16:creationId xmlns:a16="http://schemas.microsoft.com/office/drawing/2014/main" id="{7FE8C2D7-70E3-CC7C-8803-9B39088A71F9}"/>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4" name="Text Placeholder 10">
            <a:extLst>
              <a:ext uri="{FF2B5EF4-FFF2-40B4-BE49-F238E27FC236}">
                <a16:creationId xmlns:a16="http://schemas.microsoft.com/office/drawing/2014/main" id="{8D27C407-E192-03E9-638A-6586423552D1}"/>
              </a:ext>
            </a:extLst>
          </p:cNvPr>
          <p:cNvSpPr>
            <a:spLocks noGrp="1"/>
          </p:cNvSpPr>
          <p:nvPr>
            <p:ph type="body" sz="quarter" idx="45"/>
          </p:nvPr>
        </p:nvSpPr>
        <p:spPr>
          <a:xfrm>
            <a:off x="546100" y="1127125"/>
            <a:ext cx="1109186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Arial" panose="020B0604020202020204" pitchFamily="34"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3604622496"/>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itle Only - 2/3 - Cont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358A6F4-B333-A552-568A-94CF983B89AB}"/>
              </a:ext>
            </a:extLst>
          </p:cNvPr>
          <p:cNvSpPr/>
          <p:nvPr userDrawn="1"/>
        </p:nvSpPr>
        <p:spPr>
          <a:xfrm>
            <a:off x="4060168" y="0"/>
            <a:ext cx="8131831" cy="6858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p>
            <a:r>
              <a:rPr lang="en-US"/>
              <a:t>See slide 12 for instructions on how to update footer</a:t>
            </a:r>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9" name="Title 8">
            <a:extLst>
              <a:ext uri="{FF2B5EF4-FFF2-40B4-BE49-F238E27FC236}">
                <a16:creationId xmlns:a16="http://schemas.microsoft.com/office/drawing/2014/main" id="{32664483-5AC8-0F16-9C46-37836889B6E9}"/>
              </a:ext>
            </a:extLst>
          </p:cNvPr>
          <p:cNvSpPr>
            <a:spLocks noGrp="1"/>
          </p:cNvSpPr>
          <p:nvPr>
            <p:ph type="title"/>
          </p:nvPr>
        </p:nvSpPr>
        <p:spPr>
          <a:xfrm>
            <a:off x="546101" y="552450"/>
            <a:ext cx="3349252" cy="434975"/>
          </a:xfrm>
        </p:spPr>
        <p:txBody>
          <a:bodyPr/>
          <a:lstStyle/>
          <a:p>
            <a:r>
              <a:rPr lang="en-US"/>
              <a:t>Click to edit Master title style</a:t>
            </a:r>
          </a:p>
        </p:txBody>
      </p:sp>
      <p:sp>
        <p:nvSpPr>
          <p:cNvPr id="3" name="Freeform 5">
            <a:extLst>
              <a:ext uri="{FF2B5EF4-FFF2-40B4-BE49-F238E27FC236}">
                <a16:creationId xmlns:a16="http://schemas.microsoft.com/office/drawing/2014/main" id="{7FE8C2D7-70E3-CC7C-8803-9B39088A71F9}"/>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4" name="Text Placeholder 10">
            <a:extLst>
              <a:ext uri="{FF2B5EF4-FFF2-40B4-BE49-F238E27FC236}">
                <a16:creationId xmlns:a16="http://schemas.microsoft.com/office/drawing/2014/main" id="{8D27C407-E192-03E9-638A-6586423552D1}"/>
              </a:ext>
            </a:extLst>
          </p:cNvPr>
          <p:cNvSpPr>
            <a:spLocks noGrp="1"/>
          </p:cNvSpPr>
          <p:nvPr>
            <p:ph type="body" sz="quarter" idx="45"/>
          </p:nvPr>
        </p:nvSpPr>
        <p:spPr>
          <a:xfrm>
            <a:off x="546100" y="1127125"/>
            <a:ext cx="334925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p:nvPr>
        </p:nvSpPr>
        <p:spPr>
          <a:xfrm>
            <a:off x="546101" y="6019800"/>
            <a:ext cx="3349252"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Arial" panose="020B0604020202020204" pitchFamily="34"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grpSp>
        <p:nvGrpSpPr>
          <p:cNvPr id="92" name="Group 91">
            <a:extLst>
              <a:ext uri="{FF2B5EF4-FFF2-40B4-BE49-F238E27FC236}">
                <a16:creationId xmlns:a16="http://schemas.microsoft.com/office/drawing/2014/main" id="{0798617E-247E-2737-1739-69175F72DF00}"/>
              </a:ext>
            </a:extLst>
          </p:cNvPr>
          <p:cNvGrpSpPr/>
          <p:nvPr userDrawn="1"/>
        </p:nvGrpSpPr>
        <p:grpSpPr>
          <a:xfrm>
            <a:off x="12356815" y="0"/>
            <a:ext cx="756834" cy="6872642"/>
            <a:chOff x="12356815" y="0"/>
            <a:chExt cx="756834" cy="6872642"/>
          </a:xfrm>
        </p:grpSpPr>
        <p:sp>
          <p:nvSpPr>
            <p:cNvPr id="2" name="Rectangle 1">
              <a:extLst>
                <a:ext uri="{FF2B5EF4-FFF2-40B4-BE49-F238E27FC236}">
                  <a16:creationId xmlns:a16="http://schemas.microsoft.com/office/drawing/2014/main" id="{A8D8143E-0BF4-CD52-C859-DEEB4D250714}"/>
                </a:ext>
              </a:extLst>
            </p:cNvPr>
            <p:cNvSpPr/>
            <p:nvPr userDrawn="1"/>
          </p:nvSpPr>
          <p:spPr>
            <a:xfrm>
              <a:off x="12356815" y="0"/>
              <a:ext cx="553069" cy="3279913"/>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52" name="TextBox 51">
              <a:extLst>
                <a:ext uri="{FF2B5EF4-FFF2-40B4-BE49-F238E27FC236}">
                  <a16:creationId xmlns:a16="http://schemas.microsoft.com/office/drawing/2014/main" id="{BA12C94B-1B42-D761-2F94-3AE3FA3D0E4A}"/>
                </a:ext>
              </a:extLst>
            </p:cNvPr>
            <p:cNvSpPr txBox="1"/>
            <p:nvPr userDrawn="1"/>
          </p:nvSpPr>
          <p:spPr>
            <a:xfrm rot="16200000">
              <a:off x="12332217"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ON LIGHT AND EXTRA LIGHT</a:t>
              </a:r>
            </a:p>
          </p:txBody>
        </p:sp>
        <p:sp>
          <p:nvSpPr>
            <p:cNvPr id="63" name="Rectangle 62">
              <a:extLst>
                <a:ext uri="{FF2B5EF4-FFF2-40B4-BE49-F238E27FC236}">
                  <a16:creationId xmlns:a16="http://schemas.microsoft.com/office/drawing/2014/main" id="{498A5541-0A28-FFA7-355E-523ACAA049C3}"/>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69" name="Group 68">
              <a:extLst>
                <a:ext uri="{FF2B5EF4-FFF2-40B4-BE49-F238E27FC236}">
                  <a16:creationId xmlns:a16="http://schemas.microsoft.com/office/drawing/2014/main" id="{50161755-2B78-00C9-A75B-71F84182FE40}"/>
                </a:ext>
              </a:extLst>
            </p:cNvPr>
            <p:cNvGrpSpPr/>
            <p:nvPr userDrawn="1"/>
          </p:nvGrpSpPr>
          <p:grpSpPr>
            <a:xfrm>
              <a:off x="12442019" y="3791214"/>
              <a:ext cx="382660" cy="2882942"/>
              <a:chOff x="14001569" y="3716048"/>
              <a:chExt cx="316248" cy="3171236"/>
            </a:xfrm>
          </p:grpSpPr>
          <p:sp>
            <p:nvSpPr>
              <p:cNvPr id="70" name="Rectangle 69">
                <a:extLst>
                  <a:ext uri="{FF2B5EF4-FFF2-40B4-BE49-F238E27FC236}">
                    <a16:creationId xmlns:a16="http://schemas.microsoft.com/office/drawing/2014/main" id="{D1D05B16-0692-674D-48F8-AD7BBDD9B293}"/>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71" name="Rectangle 70">
                <a:extLst>
                  <a:ext uri="{FF2B5EF4-FFF2-40B4-BE49-F238E27FC236}">
                    <a16:creationId xmlns:a16="http://schemas.microsoft.com/office/drawing/2014/main" id="{1A9D4841-7275-B41A-4187-0A664F3AA979}"/>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72" name="Rectangle 71">
                <a:extLst>
                  <a:ext uri="{FF2B5EF4-FFF2-40B4-BE49-F238E27FC236}">
                    <a16:creationId xmlns:a16="http://schemas.microsoft.com/office/drawing/2014/main" id="{0E1B8A8B-4CC8-7EFB-4533-5C24C8463212}"/>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73" name="Rectangle 72">
                <a:extLst>
                  <a:ext uri="{FF2B5EF4-FFF2-40B4-BE49-F238E27FC236}">
                    <a16:creationId xmlns:a16="http://schemas.microsoft.com/office/drawing/2014/main" id="{81F22297-2327-1EDD-3468-BE9F9A29D15D}"/>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74" name="Rectangle 73">
                <a:extLst>
                  <a:ext uri="{FF2B5EF4-FFF2-40B4-BE49-F238E27FC236}">
                    <a16:creationId xmlns:a16="http://schemas.microsoft.com/office/drawing/2014/main" id="{B93BF0BB-47B9-DE28-B1E2-8EEA2154770D}"/>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75" name="Rectangle 74">
                <a:extLst>
                  <a:ext uri="{FF2B5EF4-FFF2-40B4-BE49-F238E27FC236}">
                    <a16:creationId xmlns:a16="http://schemas.microsoft.com/office/drawing/2014/main" id="{E6568330-DF08-4678-3BE8-5BCE081D0716}"/>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76" name="Rectangle 75">
                <a:extLst>
                  <a:ext uri="{FF2B5EF4-FFF2-40B4-BE49-F238E27FC236}">
                    <a16:creationId xmlns:a16="http://schemas.microsoft.com/office/drawing/2014/main" id="{3EE71149-E1B3-38BE-6723-9A8827447536}"/>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77" name="Rectangle 76">
                <a:extLst>
                  <a:ext uri="{FF2B5EF4-FFF2-40B4-BE49-F238E27FC236}">
                    <a16:creationId xmlns:a16="http://schemas.microsoft.com/office/drawing/2014/main" id="{CE1A5062-78FB-0249-0CB3-520B18CF9784}"/>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78" name="Rectangle 77">
                <a:extLst>
                  <a:ext uri="{FF2B5EF4-FFF2-40B4-BE49-F238E27FC236}">
                    <a16:creationId xmlns:a16="http://schemas.microsoft.com/office/drawing/2014/main" id="{5223E46D-913A-A332-D764-8586F2A87AB4}"/>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79" name="Rectangle 78">
                <a:extLst>
                  <a:ext uri="{FF2B5EF4-FFF2-40B4-BE49-F238E27FC236}">
                    <a16:creationId xmlns:a16="http://schemas.microsoft.com/office/drawing/2014/main" id="{8678326D-3C78-1ABA-EBEC-B9421DFBFD4C}"/>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80" name="Group 79">
              <a:extLst>
                <a:ext uri="{FF2B5EF4-FFF2-40B4-BE49-F238E27FC236}">
                  <a16:creationId xmlns:a16="http://schemas.microsoft.com/office/drawing/2014/main" id="{7DB46327-FEE7-18F9-8FD7-AEC19B997B21}"/>
                </a:ext>
              </a:extLst>
            </p:cNvPr>
            <p:cNvGrpSpPr/>
            <p:nvPr userDrawn="1"/>
          </p:nvGrpSpPr>
          <p:grpSpPr>
            <a:xfrm>
              <a:off x="12442019" y="198485"/>
              <a:ext cx="382660" cy="2882942"/>
              <a:chOff x="12742785" y="3716048"/>
              <a:chExt cx="316248" cy="3171236"/>
            </a:xfrm>
          </p:grpSpPr>
          <p:sp>
            <p:nvSpPr>
              <p:cNvPr id="81" name="Rectangle 80">
                <a:extLst>
                  <a:ext uri="{FF2B5EF4-FFF2-40B4-BE49-F238E27FC236}">
                    <a16:creationId xmlns:a16="http://schemas.microsoft.com/office/drawing/2014/main" id="{6CAA87FF-3BB2-967F-E898-BBC4F9AA9420}"/>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82" name="Rectangle 81">
                <a:extLst>
                  <a:ext uri="{FF2B5EF4-FFF2-40B4-BE49-F238E27FC236}">
                    <a16:creationId xmlns:a16="http://schemas.microsoft.com/office/drawing/2014/main" id="{829950E0-9E32-A623-6377-1984A86CDBF3}"/>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83" name="Rectangle 82">
                <a:extLst>
                  <a:ext uri="{FF2B5EF4-FFF2-40B4-BE49-F238E27FC236}">
                    <a16:creationId xmlns:a16="http://schemas.microsoft.com/office/drawing/2014/main" id="{C111E6D3-A976-FCC9-AC3D-53A6EB9EC123}"/>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84" name="Rectangle 83">
                <a:extLst>
                  <a:ext uri="{FF2B5EF4-FFF2-40B4-BE49-F238E27FC236}">
                    <a16:creationId xmlns:a16="http://schemas.microsoft.com/office/drawing/2014/main" id="{95E39AE0-5FBF-4BBB-D0B7-B23C3E2455E7}"/>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85" name="Rectangle 84">
                <a:extLst>
                  <a:ext uri="{FF2B5EF4-FFF2-40B4-BE49-F238E27FC236}">
                    <a16:creationId xmlns:a16="http://schemas.microsoft.com/office/drawing/2014/main" id="{48E227D5-94D4-A7B8-6F39-12A9F21F3F2A}"/>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86" name="Rectangle 85">
                <a:extLst>
                  <a:ext uri="{FF2B5EF4-FFF2-40B4-BE49-F238E27FC236}">
                    <a16:creationId xmlns:a16="http://schemas.microsoft.com/office/drawing/2014/main" id="{600ACCB4-2A91-F351-642E-091D959D8464}"/>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87" name="Rectangle 86">
                <a:extLst>
                  <a:ext uri="{FF2B5EF4-FFF2-40B4-BE49-F238E27FC236}">
                    <a16:creationId xmlns:a16="http://schemas.microsoft.com/office/drawing/2014/main" id="{A99970AD-31CA-2616-FF28-2D85AAA1ABC7}"/>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88" name="Rectangle 87">
                <a:extLst>
                  <a:ext uri="{FF2B5EF4-FFF2-40B4-BE49-F238E27FC236}">
                    <a16:creationId xmlns:a16="http://schemas.microsoft.com/office/drawing/2014/main" id="{215D475B-6249-D0E4-65BC-263409A02A19}"/>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89" name="Rectangle 88">
                <a:extLst>
                  <a:ext uri="{FF2B5EF4-FFF2-40B4-BE49-F238E27FC236}">
                    <a16:creationId xmlns:a16="http://schemas.microsoft.com/office/drawing/2014/main" id="{BB424193-F5EB-A39E-341D-C3FB693413E4}"/>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90" name="Rectangle 89">
                <a:extLst>
                  <a:ext uri="{FF2B5EF4-FFF2-40B4-BE49-F238E27FC236}">
                    <a16:creationId xmlns:a16="http://schemas.microsoft.com/office/drawing/2014/main" id="{B49D944C-BABD-9DE1-EE74-B55D21E2F0E1}"/>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91" name="TextBox 90">
              <a:extLst>
                <a:ext uri="{FF2B5EF4-FFF2-40B4-BE49-F238E27FC236}">
                  <a16:creationId xmlns:a16="http://schemas.microsoft.com/office/drawing/2014/main" id="{D4AC6DEF-4491-37A4-C6BB-02578725D591}"/>
                </a:ext>
              </a:extLst>
            </p:cNvPr>
            <p:cNvSpPr txBox="1"/>
            <p:nvPr userDrawn="1"/>
          </p:nvSpPr>
          <p:spPr>
            <a:xfrm rot="16200000">
              <a:off x="12562246" y="5173598"/>
              <a:ext cx="984244" cy="118174"/>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Arial" panose="020B0604020202020204" pitchFamily="34" charset="0"/>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Arial" panose="020B0604020202020204" pitchFamily="34" charset="0"/>
                <a:ea typeface="GT America Regular" charset="0"/>
                <a:cs typeface="GT America Regular" charset="0"/>
              </a:endParaRPr>
            </a:p>
          </p:txBody>
        </p:sp>
      </p:grpSp>
      <p:sp>
        <p:nvSpPr>
          <p:cNvPr id="128" name="TextBox 127">
            <a:extLst>
              <a:ext uri="{FF2B5EF4-FFF2-40B4-BE49-F238E27FC236}">
                <a16:creationId xmlns:a16="http://schemas.microsoft.com/office/drawing/2014/main" id="{D2DB175A-FFD0-4856-7479-6B34D879AE38}"/>
              </a:ext>
            </a:extLst>
          </p:cNvPr>
          <p:cNvSpPr txBox="1"/>
          <p:nvPr userDrawn="1"/>
        </p:nvSpPr>
        <p:spPr>
          <a:xfrm>
            <a:off x="12356815" y="3377042"/>
            <a:ext cx="817531" cy="116635"/>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endParaRPr>
          </a:p>
        </p:txBody>
      </p:sp>
    </p:spTree>
    <p:extLst>
      <p:ext uri="{BB962C8B-B14F-4D97-AF65-F5344CB8AC3E}">
        <p14:creationId xmlns:p14="http://schemas.microsoft.com/office/powerpoint/2010/main" val="3509871803"/>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Title Only - 2/3 - Content Dar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358A6F4-B333-A552-568A-94CF983B89AB}"/>
              </a:ext>
            </a:extLst>
          </p:cNvPr>
          <p:cNvSpPr/>
          <p:nvPr userDrawn="1"/>
        </p:nvSpPr>
        <p:spPr>
          <a:xfrm>
            <a:off x="4060168" y="0"/>
            <a:ext cx="8131831"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lvl1pPr>
              <a:defRPr>
                <a:solidFill>
                  <a:schemeClr val="bg1"/>
                </a:solidFill>
              </a:defRPr>
            </a:lvl1pPr>
          </a:lstStyle>
          <a:p>
            <a:r>
              <a:rPr lang="en-US"/>
              <a:t>See slide 12 for instructions on how to update footer</a:t>
            </a:r>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9" name="Title 8">
            <a:extLst>
              <a:ext uri="{FF2B5EF4-FFF2-40B4-BE49-F238E27FC236}">
                <a16:creationId xmlns:a16="http://schemas.microsoft.com/office/drawing/2014/main" id="{32664483-5AC8-0F16-9C46-37836889B6E9}"/>
              </a:ext>
            </a:extLst>
          </p:cNvPr>
          <p:cNvSpPr>
            <a:spLocks noGrp="1"/>
          </p:cNvSpPr>
          <p:nvPr>
            <p:ph type="title"/>
          </p:nvPr>
        </p:nvSpPr>
        <p:spPr>
          <a:xfrm>
            <a:off x="546101" y="552450"/>
            <a:ext cx="3349252" cy="434975"/>
          </a:xfrm>
        </p:spPr>
        <p:txBody>
          <a:bodyPr/>
          <a:lstStyle/>
          <a:p>
            <a:r>
              <a:rPr lang="en-US"/>
              <a:t>Click to edit Master title style</a:t>
            </a:r>
          </a:p>
        </p:txBody>
      </p:sp>
      <p:sp>
        <p:nvSpPr>
          <p:cNvPr id="3" name="Freeform 5">
            <a:extLst>
              <a:ext uri="{FF2B5EF4-FFF2-40B4-BE49-F238E27FC236}">
                <a16:creationId xmlns:a16="http://schemas.microsoft.com/office/drawing/2014/main" id="{7FE8C2D7-70E3-CC7C-8803-9B39088A71F9}"/>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4" name="Text Placeholder 10">
            <a:extLst>
              <a:ext uri="{FF2B5EF4-FFF2-40B4-BE49-F238E27FC236}">
                <a16:creationId xmlns:a16="http://schemas.microsoft.com/office/drawing/2014/main" id="{8D27C407-E192-03E9-638A-6586423552D1}"/>
              </a:ext>
            </a:extLst>
          </p:cNvPr>
          <p:cNvSpPr>
            <a:spLocks noGrp="1"/>
          </p:cNvSpPr>
          <p:nvPr>
            <p:ph type="body" sz="quarter" idx="45"/>
          </p:nvPr>
        </p:nvSpPr>
        <p:spPr>
          <a:xfrm>
            <a:off x="546100" y="1127125"/>
            <a:ext cx="334925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p:nvPr>
        </p:nvSpPr>
        <p:spPr>
          <a:xfrm>
            <a:off x="546101" y="6019800"/>
            <a:ext cx="3349252"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Arial" panose="020B0604020202020204" pitchFamily="34"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grpSp>
        <p:nvGrpSpPr>
          <p:cNvPr id="92" name="Group 91">
            <a:extLst>
              <a:ext uri="{FF2B5EF4-FFF2-40B4-BE49-F238E27FC236}">
                <a16:creationId xmlns:a16="http://schemas.microsoft.com/office/drawing/2014/main" id="{0798617E-247E-2737-1739-69175F72DF00}"/>
              </a:ext>
            </a:extLst>
          </p:cNvPr>
          <p:cNvGrpSpPr/>
          <p:nvPr userDrawn="1"/>
        </p:nvGrpSpPr>
        <p:grpSpPr>
          <a:xfrm>
            <a:off x="12356815" y="0"/>
            <a:ext cx="756834" cy="6872642"/>
            <a:chOff x="12356815" y="0"/>
            <a:chExt cx="756834" cy="6872642"/>
          </a:xfrm>
        </p:grpSpPr>
        <p:sp>
          <p:nvSpPr>
            <p:cNvPr id="2" name="Rectangle 1">
              <a:extLst>
                <a:ext uri="{FF2B5EF4-FFF2-40B4-BE49-F238E27FC236}">
                  <a16:creationId xmlns:a16="http://schemas.microsoft.com/office/drawing/2014/main" id="{A8D8143E-0BF4-CD52-C859-DEEB4D250714}"/>
                </a:ext>
              </a:extLst>
            </p:cNvPr>
            <p:cNvSpPr/>
            <p:nvPr userDrawn="1"/>
          </p:nvSpPr>
          <p:spPr>
            <a:xfrm>
              <a:off x="12356815" y="0"/>
              <a:ext cx="553069" cy="3279913"/>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52" name="TextBox 51">
              <a:extLst>
                <a:ext uri="{FF2B5EF4-FFF2-40B4-BE49-F238E27FC236}">
                  <a16:creationId xmlns:a16="http://schemas.microsoft.com/office/drawing/2014/main" id="{BA12C94B-1B42-D761-2F94-3AE3FA3D0E4A}"/>
                </a:ext>
              </a:extLst>
            </p:cNvPr>
            <p:cNvSpPr txBox="1"/>
            <p:nvPr userDrawn="1"/>
          </p:nvSpPr>
          <p:spPr>
            <a:xfrm rot="16200000">
              <a:off x="12332217"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ON LIGHT AND EXTRA LIGHT</a:t>
              </a:r>
            </a:p>
          </p:txBody>
        </p:sp>
        <p:sp>
          <p:nvSpPr>
            <p:cNvPr id="63" name="Rectangle 62">
              <a:extLst>
                <a:ext uri="{FF2B5EF4-FFF2-40B4-BE49-F238E27FC236}">
                  <a16:creationId xmlns:a16="http://schemas.microsoft.com/office/drawing/2014/main" id="{498A5541-0A28-FFA7-355E-523ACAA049C3}"/>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69" name="Group 68">
              <a:extLst>
                <a:ext uri="{FF2B5EF4-FFF2-40B4-BE49-F238E27FC236}">
                  <a16:creationId xmlns:a16="http://schemas.microsoft.com/office/drawing/2014/main" id="{50161755-2B78-00C9-A75B-71F84182FE40}"/>
                </a:ext>
              </a:extLst>
            </p:cNvPr>
            <p:cNvGrpSpPr/>
            <p:nvPr userDrawn="1"/>
          </p:nvGrpSpPr>
          <p:grpSpPr>
            <a:xfrm>
              <a:off x="12442019" y="3791214"/>
              <a:ext cx="382660" cy="2882942"/>
              <a:chOff x="14001569" y="3716048"/>
              <a:chExt cx="316248" cy="3171236"/>
            </a:xfrm>
          </p:grpSpPr>
          <p:sp>
            <p:nvSpPr>
              <p:cNvPr id="70" name="Rectangle 69">
                <a:extLst>
                  <a:ext uri="{FF2B5EF4-FFF2-40B4-BE49-F238E27FC236}">
                    <a16:creationId xmlns:a16="http://schemas.microsoft.com/office/drawing/2014/main" id="{D1D05B16-0692-674D-48F8-AD7BBDD9B293}"/>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71" name="Rectangle 70">
                <a:extLst>
                  <a:ext uri="{FF2B5EF4-FFF2-40B4-BE49-F238E27FC236}">
                    <a16:creationId xmlns:a16="http://schemas.microsoft.com/office/drawing/2014/main" id="{1A9D4841-7275-B41A-4187-0A664F3AA979}"/>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72" name="Rectangle 71">
                <a:extLst>
                  <a:ext uri="{FF2B5EF4-FFF2-40B4-BE49-F238E27FC236}">
                    <a16:creationId xmlns:a16="http://schemas.microsoft.com/office/drawing/2014/main" id="{0E1B8A8B-4CC8-7EFB-4533-5C24C8463212}"/>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73" name="Rectangle 72">
                <a:extLst>
                  <a:ext uri="{FF2B5EF4-FFF2-40B4-BE49-F238E27FC236}">
                    <a16:creationId xmlns:a16="http://schemas.microsoft.com/office/drawing/2014/main" id="{81F22297-2327-1EDD-3468-BE9F9A29D15D}"/>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74" name="Rectangle 73">
                <a:extLst>
                  <a:ext uri="{FF2B5EF4-FFF2-40B4-BE49-F238E27FC236}">
                    <a16:creationId xmlns:a16="http://schemas.microsoft.com/office/drawing/2014/main" id="{B93BF0BB-47B9-DE28-B1E2-8EEA2154770D}"/>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75" name="Rectangle 74">
                <a:extLst>
                  <a:ext uri="{FF2B5EF4-FFF2-40B4-BE49-F238E27FC236}">
                    <a16:creationId xmlns:a16="http://schemas.microsoft.com/office/drawing/2014/main" id="{E6568330-DF08-4678-3BE8-5BCE081D0716}"/>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76" name="Rectangle 75">
                <a:extLst>
                  <a:ext uri="{FF2B5EF4-FFF2-40B4-BE49-F238E27FC236}">
                    <a16:creationId xmlns:a16="http://schemas.microsoft.com/office/drawing/2014/main" id="{3EE71149-E1B3-38BE-6723-9A8827447536}"/>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77" name="Rectangle 76">
                <a:extLst>
                  <a:ext uri="{FF2B5EF4-FFF2-40B4-BE49-F238E27FC236}">
                    <a16:creationId xmlns:a16="http://schemas.microsoft.com/office/drawing/2014/main" id="{CE1A5062-78FB-0249-0CB3-520B18CF9784}"/>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78" name="Rectangle 77">
                <a:extLst>
                  <a:ext uri="{FF2B5EF4-FFF2-40B4-BE49-F238E27FC236}">
                    <a16:creationId xmlns:a16="http://schemas.microsoft.com/office/drawing/2014/main" id="{5223E46D-913A-A332-D764-8586F2A87AB4}"/>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79" name="Rectangle 78">
                <a:extLst>
                  <a:ext uri="{FF2B5EF4-FFF2-40B4-BE49-F238E27FC236}">
                    <a16:creationId xmlns:a16="http://schemas.microsoft.com/office/drawing/2014/main" id="{8678326D-3C78-1ABA-EBEC-B9421DFBFD4C}"/>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80" name="Group 79">
              <a:extLst>
                <a:ext uri="{FF2B5EF4-FFF2-40B4-BE49-F238E27FC236}">
                  <a16:creationId xmlns:a16="http://schemas.microsoft.com/office/drawing/2014/main" id="{7DB46327-FEE7-18F9-8FD7-AEC19B997B21}"/>
                </a:ext>
              </a:extLst>
            </p:cNvPr>
            <p:cNvGrpSpPr/>
            <p:nvPr userDrawn="1"/>
          </p:nvGrpSpPr>
          <p:grpSpPr>
            <a:xfrm>
              <a:off x="12442019" y="198485"/>
              <a:ext cx="382660" cy="2882942"/>
              <a:chOff x="12742785" y="3716048"/>
              <a:chExt cx="316248" cy="3171236"/>
            </a:xfrm>
          </p:grpSpPr>
          <p:sp>
            <p:nvSpPr>
              <p:cNvPr id="81" name="Rectangle 80">
                <a:extLst>
                  <a:ext uri="{FF2B5EF4-FFF2-40B4-BE49-F238E27FC236}">
                    <a16:creationId xmlns:a16="http://schemas.microsoft.com/office/drawing/2014/main" id="{6CAA87FF-3BB2-967F-E898-BBC4F9AA9420}"/>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82" name="Rectangle 81">
                <a:extLst>
                  <a:ext uri="{FF2B5EF4-FFF2-40B4-BE49-F238E27FC236}">
                    <a16:creationId xmlns:a16="http://schemas.microsoft.com/office/drawing/2014/main" id="{829950E0-9E32-A623-6377-1984A86CDBF3}"/>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83" name="Rectangle 82">
                <a:extLst>
                  <a:ext uri="{FF2B5EF4-FFF2-40B4-BE49-F238E27FC236}">
                    <a16:creationId xmlns:a16="http://schemas.microsoft.com/office/drawing/2014/main" id="{C111E6D3-A976-FCC9-AC3D-53A6EB9EC123}"/>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84" name="Rectangle 83">
                <a:extLst>
                  <a:ext uri="{FF2B5EF4-FFF2-40B4-BE49-F238E27FC236}">
                    <a16:creationId xmlns:a16="http://schemas.microsoft.com/office/drawing/2014/main" id="{95E39AE0-5FBF-4BBB-D0B7-B23C3E2455E7}"/>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85" name="Rectangle 84">
                <a:extLst>
                  <a:ext uri="{FF2B5EF4-FFF2-40B4-BE49-F238E27FC236}">
                    <a16:creationId xmlns:a16="http://schemas.microsoft.com/office/drawing/2014/main" id="{48E227D5-94D4-A7B8-6F39-12A9F21F3F2A}"/>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86" name="Rectangle 85">
                <a:extLst>
                  <a:ext uri="{FF2B5EF4-FFF2-40B4-BE49-F238E27FC236}">
                    <a16:creationId xmlns:a16="http://schemas.microsoft.com/office/drawing/2014/main" id="{600ACCB4-2A91-F351-642E-091D959D8464}"/>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87" name="Rectangle 86">
                <a:extLst>
                  <a:ext uri="{FF2B5EF4-FFF2-40B4-BE49-F238E27FC236}">
                    <a16:creationId xmlns:a16="http://schemas.microsoft.com/office/drawing/2014/main" id="{A99970AD-31CA-2616-FF28-2D85AAA1ABC7}"/>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88" name="Rectangle 87">
                <a:extLst>
                  <a:ext uri="{FF2B5EF4-FFF2-40B4-BE49-F238E27FC236}">
                    <a16:creationId xmlns:a16="http://schemas.microsoft.com/office/drawing/2014/main" id="{215D475B-6249-D0E4-65BC-263409A02A19}"/>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89" name="Rectangle 88">
                <a:extLst>
                  <a:ext uri="{FF2B5EF4-FFF2-40B4-BE49-F238E27FC236}">
                    <a16:creationId xmlns:a16="http://schemas.microsoft.com/office/drawing/2014/main" id="{BB424193-F5EB-A39E-341D-C3FB693413E4}"/>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90" name="Rectangle 89">
                <a:extLst>
                  <a:ext uri="{FF2B5EF4-FFF2-40B4-BE49-F238E27FC236}">
                    <a16:creationId xmlns:a16="http://schemas.microsoft.com/office/drawing/2014/main" id="{B49D944C-BABD-9DE1-EE74-B55D21E2F0E1}"/>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91" name="TextBox 90">
              <a:extLst>
                <a:ext uri="{FF2B5EF4-FFF2-40B4-BE49-F238E27FC236}">
                  <a16:creationId xmlns:a16="http://schemas.microsoft.com/office/drawing/2014/main" id="{D4AC6DEF-4491-37A4-C6BB-02578725D591}"/>
                </a:ext>
              </a:extLst>
            </p:cNvPr>
            <p:cNvSpPr txBox="1"/>
            <p:nvPr userDrawn="1"/>
          </p:nvSpPr>
          <p:spPr>
            <a:xfrm rot="16200000">
              <a:off x="12562246" y="5173598"/>
              <a:ext cx="984244" cy="118174"/>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Arial" panose="020B0604020202020204" pitchFamily="34" charset="0"/>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Arial" panose="020B0604020202020204" pitchFamily="34" charset="0"/>
                <a:ea typeface="GT America Regular" charset="0"/>
                <a:cs typeface="GT America Regular" charset="0"/>
              </a:endParaRPr>
            </a:p>
          </p:txBody>
        </p:sp>
      </p:grpSp>
      <p:sp>
        <p:nvSpPr>
          <p:cNvPr id="128" name="TextBox 127">
            <a:extLst>
              <a:ext uri="{FF2B5EF4-FFF2-40B4-BE49-F238E27FC236}">
                <a16:creationId xmlns:a16="http://schemas.microsoft.com/office/drawing/2014/main" id="{D2DB175A-FFD0-4856-7479-6B34D879AE38}"/>
              </a:ext>
            </a:extLst>
          </p:cNvPr>
          <p:cNvSpPr txBox="1"/>
          <p:nvPr userDrawn="1"/>
        </p:nvSpPr>
        <p:spPr>
          <a:xfrm>
            <a:off x="12356815" y="3377042"/>
            <a:ext cx="817531" cy="116635"/>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endParaRPr>
          </a:p>
        </p:txBody>
      </p:sp>
    </p:spTree>
    <p:extLst>
      <p:ext uri="{BB962C8B-B14F-4D97-AF65-F5344CB8AC3E}">
        <p14:creationId xmlns:p14="http://schemas.microsoft.com/office/powerpoint/2010/main" val="1984818605"/>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Title Only - 3/4 slide">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p>
            <a:r>
              <a:rPr lang="en-US"/>
              <a:t>See slide 12 for instructions on how to update footer</a:t>
            </a:r>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9" name="Title 8">
            <a:extLst>
              <a:ext uri="{FF2B5EF4-FFF2-40B4-BE49-F238E27FC236}">
                <a16:creationId xmlns:a16="http://schemas.microsoft.com/office/drawing/2014/main" id="{32664483-5AC8-0F16-9C46-37836889B6E9}"/>
              </a:ext>
            </a:extLst>
          </p:cNvPr>
          <p:cNvSpPr>
            <a:spLocks noGrp="1"/>
          </p:cNvSpPr>
          <p:nvPr>
            <p:ph type="title"/>
          </p:nvPr>
        </p:nvSpPr>
        <p:spPr>
          <a:xfrm>
            <a:off x="546101" y="552450"/>
            <a:ext cx="3346704" cy="928909"/>
          </a:xfrm>
        </p:spPr>
        <p:txBody>
          <a:bodyPr>
            <a:spAutoFit/>
          </a:bodyPr>
          <a:lstStyle>
            <a:lvl1pPr algn="l">
              <a:defRPr/>
            </a:lvl1pPr>
          </a:lstStyle>
          <a:p>
            <a:r>
              <a:rPr lang="en-US"/>
              <a:t>Click to edit Master title style</a:t>
            </a:r>
          </a:p>
        </p:txBody>
      </p:sp>
      <p:sp>
        <p:nvSpPr>
          <p:cNvPr id="3" name="Freeform 5">
            <a:extLst>
              <a:ext uri="{FF2B5EF4-FFF2-40B4-BE49-F238E27FC236}">
                <a16:creationId xmlns:a16="http://schemas.microsoft.com/office/drawing/2014/main" id="{7FE8C2D7-70E3-CC7C-8803-9B39088A71F9}"/>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4" name="Text Placeholder 10">
            <a:extLst>
              <a:ext uri="{FF2B5EF4-FFF2-40B4-BE49-F238E27FC236}">
                <a16:creationId xmlns:a16="http://schemas.microsoft.com/office/drawing/2014/main" id="{8D27C407-E192-03E9-638A-6586423552D1}"/>
              </a:ext>
            </a:extLst>
          </p:cNvPr>
          <p:cNvSpPr>
            <a:spLocks noGrp="1"/>
          </p:cNvSpPr>
          <p:nvPr>
            <p:ph type="body" sz="quarter" idx="45" hasCustomPrompt="1"/>
          </p:nvPr>
        </p:nvSpPr>
        <p:spPr>
          <a:xfrm>
            <a:off x="546100" y="1621059"/>
            <a:ext cx="3346704" cy="597792"/>
          </a:xfrm>
        </p:spPr>
        <p:txBody>
          <a:bodyPr>
            <a:sp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a:t>
            </a:r>
            <a:br>
              <a:rPr lang="en-US"/>
            </a:br>
            <a:r>
              <a:rPr lang="en-US"/>
              <a:t>text styles</a:t>
            </a:r>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p:nvPr>
        </p:nvSpPr>
        <p:spPr>
          <a:xfrm>
            <a:off x="546100" y="6019800"/>
            <a:ext cx="3346704"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Arial" panose="020B0604020202020204" pitchFamily="34"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grpSp>
        <p:nvGrpSpPr>
          <p:cNvPr id="2" name="Group 1">
            <a:extLst>
              <a:ext uri="{FF2B5EF4-FFF2-40B4-BE49-F238E27FC236}">
                <a16:creationId xmlns:a16="http://schemas.microsoft.com/office/drawing/2014/main" id="{179EF073-F30A-9C8F-5885-C3E0BCA23D6B}"/>
              </a:ext>
            </a:extLst>
          </p:cNvPr>
          <p:cNvGrpSpPr/>
          <p:nvPr userDrawn="1"/>
        </p:nvGrpSpPr>
        <p:grpSpPr>
          <a:xfrm>
            <a:off x="12356815" y="0"/>
            <a:ext cx="756833" cy="6872642"/>
            <a:chOff x="12356815" y="0"/>
            <a:chExt cx="756833" cy="6872642"/>
          </a:xfrm>
        </p:grpSpPr>
        <p:sp>
          <p:nvSpPr>
            <p:cNvPr id="6" name="Rectangle 5">
              <a:extLst>
                <a:ext uri="{FF2B5EF4-FFF2-40B4-BE49-F238E27FC236}">
                  <a16:creationId xmlns:a16="http://schemas.microsoft.com/office/drawing/2014/main" id="{F4593785-AB52-FED6-4A7C-F10B60A5189D}"/>
                </a:ext>
              </a:extLst>
            </p:cNvPr>
            <p:cNvSpPr/>
            <p:nvPr userDrawn="1"/>
          </p:nvSpPr>
          <p:spPr>
            <a:xfrm>
              <a:off x="12356815" y="0"/>
              <a:ext cx="553069" cy="3279913"/>
            </a:xfrm>
            <a:prstGeom prst="rect">
              <a:avLst/>
            </a:prstGeom>
            <a:solidFill>
              <a:srgbClr val="F2F2F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7" name="TextBox 6">
              <a:extLst>
                <a:ext uri="{FF2B5EF4-FFF2-40B4-BE49-F238E27FC236}">
                  <a16:creationId xmlns:a16="http://schemas.microsoft.com/office/drawing/2014/main" id="{D782C837-C3D6-0514-1BE1-34AECF96DAD4}"/>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ON LIGHT AND EXTRA LIGHT</a:t>
              </a:r>
            </a:p>
          </p:txBody>
        </p:sp>
        <p:sp>
          <p:nvSpPr>
            <p:cNvPr id="8" name="Rectangle 7">
              <a:extLst>
                <a:ext uri="{FF2B5EF4-FFF2-40B4-BE49-F238E27FC236}">
                  <a16:creationId xmlns:a16="http://schemas.microsoft.com/office/drawing/2014/main" id="{ADF6BEDF-685C-96E3-B22D-B301BE775EDC}"/>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0" name="Group 9">
              <a:extLst>
                <a:ext uri="{FF2B5EF4-FFF2-40B4-BE49-F238E27FC236}">
                  <a16:creationId xmlns:a16="http://schemas.microsoft.com/office/drawing/2014/main" id="{C8BFED95-E0E2-E70A-DC69-8D0E19890D7B}"/>
                </a:ext>
              </a:extLst>
            </p:cNvPr>
            <p:cNvGrpSpPr/>
            <p:nvPr userDrawn="1"/>
          </p:nvGrpSpPr>
          <p:grpSpPr>
            <a:xfrm>
              <a:off x="12442019" y="3791214"/>
              <a:ext cx="382660" cy="2882942"/>
              <a:chOff x="14001569" y="3716048"/>
              <a:chExt cx="316248" cy="3171236"/>
            </a:xfrm>
          </p:grpSpPr>
          <p:sp>
            <p:nvSpPr>
              <p:cNvPr id="25" name="Rectangle 24">
                <a:extLst>
                  <a:ext uri="{FF2B5EF4-FFF2-40B4-BE49-F238E27FC236}">
                    <a16:creationId xmlns:a16="http://schemas.microsoft.com/office/drawing/2014/main" id="{7606F56F-E00E-6CB7-93AA-39538C1FEA76}"/>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3739E0FC-366E-5200-C7F2-84F01BC32A1D}"/>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C0C04604-4A22-677B-898A-C64499544372}"/>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2BADAD44-F3D6-110E-6F03-3E9F36DDA347}"/>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376F7867-2655-2173-978E-5EE95AC9CBB2}"/>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BCE8A9B9-4A7B-ED8B-434A-20BE2C23934D}"/>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20EC7DB6-A803-BD4A-CCFA-B89C8F0ED93D}"/>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749ACE2E-E026-4EF1-9634-A73CC6753FA7}"/>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5825CE83-09EB-476B-6CAA-766FED4541AD}"/>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5A0697B3-F35A-2618-9E9E-7CC1D4A77EAA}"/>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1" name="Group 10">
              <a:extLst>
                <a:ext uri="{FF2B5EF4-FFF2-40B4-BE49-F238E27FC236}">
                  <a16:creationId xmlns:a16="http://schemas.microsoft.com/office/drawing/2014/main" id="{DFE72C55-7F1E-D45E-D3AC-A727A77E2F26}"/>
                </a:ext>
              </a:extLst>
            </p:cNvPr>
            <p:cNvGrpSpPr/>
            <p:nvPr userDrawn="1"/>
          </p:nvGrpSpPr>
          <p:grpSpPr>
            <a:xfrm>
              <a:off x="12442019" y="198485"/>
              <a:ext cx="382660" cy="2882942"/>
              <a:chOff x="12742785" y="3716048"/>
              <a:chExt cx="316248" cy="3171236"/>
            </a:xfrm>
          </p:grpSpPr>
          <p:sp>
            <p:nvSpPr>
              <p:cNvPr id="13" name="Rectangle 12">
                <a:extLst>
                  <a:ext uri="{FF2B5EF4-FFF2-40B4-BE49-F238E27FC236}">
                    <a16:creationId xmlns:a16="http://schemas.microsoft.com/office/drawing/2014/main" id="{0BD777A6-CFB3-33E4-357D-1C19A004F3BA}"/>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6" name="Rectangle 15">
                <a:extLst>
                  <a:ext uri="{FF2B5EF4-FFF2-40B4-BE49-F238E27FC236}">
                    <a16:creationId xmlns:a16="http://schemas.microsoft.com/office/drawing/2014/main" id="{800286F1-B298-E007-EEB9-344B51F2CB4E}"/>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7" name="Rectangle 16">
                <a:extLst>
                  <a:ext uri="{FF2B5EF4-FFF2-40B4-BE49-F238E27FC236}">
                    <a16:creationId xmlns:a16="http://schemas.microsoft.com/office/drawing/2014/main" id="{767937A0-C0CA-07B9-908A-2063D139630F}"/>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8" name="Rectangle 17">
                <a:extLst>
                  <a:ext uri="{FF2B5EF4-FFF2-40B4-BE49-F238E27FC236}">
                    <a16:creationId xmlns:a16="http://schemas.microsoft.com/office/drawing/2014/main" id="{719A7A41-0709-282D-E2B2-57641C73D2A9}"/>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9" name="Rectangle 18">
                <a:extLst>
                  <a:ext uri="{FF2B5EF4-FFF2-40B4-BE49-F238E27FC236}">
                    <a16:creationId xmlns:a16="http://schemas.microsoft.com/office/drawing/2014/main" id="{5CE74D6E-E698-80A5-65F1-55DEA16ADB09}"/>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0" name="Rectangle 19">
                <a:extLst>
                  <a:ext uri="{FF2B5EF4-FFF2-40B4-BE49-F238E27FC236}">
                    <a16:creationId xmlns:a16="http://schemas.microsoft.com/office/drawing/2014/main" id="{1B595925-EA4A-6F50-B3C2-08093106234E}"/>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607A1B97-0EBA-47D8-3C33-0B2F536A22A9}"/>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FA7C4531-F8F7-250A-B84A-561891596FC7}"/>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C66C4893-C9D2-65BF-F751-F8BD258CF3AE}"/>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6B686FC3-A23D-35CA-7E70-19D29FF861C1}"/>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2" name="TextBox 11">
              <a:extLst>
                <a:ext uri="{FF2B5EF4-FFF2-40B4-BE49-F238E27FC236}">
                  <a16:creationId xmlns:a16="http://schemas.microsoft.com/office/drawing/2014/main" id="{F92E1793-18EC-0533-30BD-B982BAD6C556}"/>
                </a:ext>
              </a:extLst>
            </p:cNvPr>
            <p:cNvSpPr txBox="1"/>
            <p:nvPr userDrawn="1"/>
          </p:nvSpPr>
          <p:spPr>
            <a:xfrm rot="16200000">
              <a:off x="12562248" y="5173598"/>
              <a:ext cx="984244" cy="118174"/>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Arial" panose="020B0604020202020204" pitchFamily="34" charset="0"/>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Arial" panose="020B0604020202020204" pitchFamily="34" charset="0"/>
                <a:ea typeface="GT America Regular" charset="0"/>
                <a:cs typeface="GT America Regular" charset="0"/>
              </a:endParaRPr>
            </a:p>
          </p:txBody>
        </p:sp>
      </p:grpSp>
      <p:sp>
        <p:nvSpPr>
          <p:cNvPr id="35" name="TextBox 34">
            <a:extLst>
              <a:ext uri="{FF2B5EF4-FFF2-40B4-BE49-F238E27FC236}">
                <a16:creationId xmlns:a16="http://schemas.microsoft.com/office/drawing/2014/main" id="{290ADA57-1592-61D1-9588-23D6777C6AD6}"/>
              </a:ext>
            </a:extLst>
          </p:cNvPr>
          <p:cNvSpPr txBox="1"/>
          <p:nvPr userDrawn="1"/>
        </p:nvSpPr>
        <p:spPr>
          <a:xfrm>
            <a:off x="12356815" y="3377042"/>
            <a:ext cx="817531" cy="116635"/>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endParaRPr>
          </a:p>
        </p:txBody>
      </p:sp>
    </p:spTree>
    <p:extLst>
      <p:ext uri="{BB962C8B-B14F-4D97-AF65-F5344CB8AC3E}">
        <p14:creationId xmlns:p14="http://schemas.microsoft.com/office/powerpoint/2010/main" val="3589035645"/>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Freeform">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12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2" name="Freeform 5">
            <a:extLst>
              <a:ext uri="{FF2B5EF4-FFF2-40B4-BE49-F238E27FC236}">
                <a16:creationId xmlns:a16="http://schemas.microsoft.com/office/drawing/2014/main" id="{5C2DD425-99D8-608C-64B9-B0C461E35CD7}"/>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156412847"/>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Contact Sheet 4-up">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DC42E88-6CA5-D615-F095-E179BC98BD17}"/>
              </a:ext>
            </a:extLst>
          </p:cNvPr>
          <p:cNvSpPr/>
          <p:nvPr userDrawn="1"/>
        </p:nvSpPr>
        <p:spPr bwMode="ltGray">
          <a:xfrm>
            <a:off x="2029968" y="987425"/>
            <a:ext cx="2029968" cy="58705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12" name="Rectangle 11">
            <a:extLst>
              <a:ext uri="{FF2B5EF4-FFF2-40B4-BE49-F238E27FC236}">
                <a16:creationId xmlns:a16="http://schemas.microsoft.com/office/drawing/2014/main" id="{34E1A2AF-0ED4-BF22-E0B5-072609F36CD0}"/>
              </a:ext>
            </a:extLst>
          </p:cNvPr>
          <p:cNvSpPr/>
          <p:nvPr userDrawn="1"/>
        </p:nvSpPr>
        <p:spPr bwMode="ltGray">
          <a:xfrm>
            <a:off x="0" y="0"/>
            <a:ext cx="2030571" cy="55864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Picture Placeholder 9">
            <a:extLst>
              <a:ext uri="{FF2B5EF4-FFF2-40B4-BE49-F238E27FC236}">
                <a16:creationId xmlns:a16="http://schemas.microsoft.com/office/drawing/2014/main" id="{9E00C7D1-33B8-8C13-3170-53723F9DC775}"/>
              </a:ext>
            </a:extLst>
          </p:cNvPr>
          <p:cNvSpPr>
            <a:spLocks noGrp="1"/>
          </p:cNvSpPr>
          <p:nvPr>
            <p:ph type="pic" sz="quarter" idx="29" hasCustomPrompt="1"/>
          </p:nvPr>
        </p:nvSpPr>
        <p:spPr>
          <a:xfrm>
            <a:off x="-1" y="3984625"/>
            <a:ext cx="2025945" cy="1601788"/>
          </a:xfrm>
          <a:noFill/>
          <a:ln>
            <a:noFill/>
          </a:ln>
        </p:spPr>
        <p:txBody>
          <a:bodyPr bIns="731520" anchor="ctr"/>
          <a:lstStyle>
            <a:lvl1pPr algn="ctr">
              <a:defRPr>
                <a:solidFill>
                  <a:schemeClr val="bg1"/>
                </a:solidFill>
                <a:latin typeface="Arial" panose="020B0604020202020204" pitchFamily="34" charset="0"/>
              </a:defRPr>
            </a:lvl1pPr>
          </a:lstStyle>
          <a:p>
            <a:r>
              <a:rPr lang="en-US"/>
              <a:t>Silhouette</a:t>
            </a:r>
            <a:br>
              <a:rPr lang="en-US"/>
            </a:br>
            <a:r>
              <a:rPr lang="en-US"/>
              <a:t>portrait</a:t>
            </a:r>
          </a:p>
        </p:txBody>
      </p:sp>
      <p:sp>
        <p:nvSpPr>
          <p:cNvPr id="6" name="Rectangle 5">
            <a:extLst>
              <a:ext uri="{FF2B5EF4-FFF2-40B4-BE49-F238E27FC236}">
                <a16:creationId xmlns:a16="http://schemas.microsoft.com/office/drawing/2014/main" id="{DB4AF1C6-2110-AD3D-E932-BB93094FDE3E}"/>
              </a:ext>
            </a:extLst>
          </p:cNvPr>
          <p:cNvSpPr/>
          <p:nvPr userDrawn="1"/>
        </p:nvSpPr>
        <p:spPr bwMode="ltGray">
          <a:xfrm>
            <a:off x="4059936" y="1"/>
            <a:ext cx="2030571" cy="4419599"/>
          </a:xfrm>
          <a:prstGeom prst="rect">
            <a:avLst/>
          </a:prstGeom>
          <a:solidFill>
            <a:srgbClr val="F0F0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FC37276-E616-FBAF-DF1A-61E3D82969B3}"/>
              </a:ext>
            </a:extLst>
          </p:cNvPr>
          <p:cNvSpPr/>
          <p:nvPr userDrawn="1"/>
        </p:nvSpPr>
        <p:spPr bwMode="ltGray">
          <a:xfrm>
            <a:off x="6089904" y="2146300"/>
            <a:ext cx="2030571" cy="47117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Picture Placeholder 9">
            <a:extLst>
              <a:ext uri="{FF2B5EF4-FFF2-40B4-BE49-F238E27FC236}">
                <a16:creationId xmlns:a16="http://schemas.microsoft.com/office/drawing/2014/main" id="{6D983F6C-257C-6C67-6EC3-EBCA44E1E447}"/>
              </a:ext>
            </a:extLst>
          </p:cNvPr>
          <p:cNvSpPr>
            <a:spLocks noGrp="1"/>
          </p:cNvSpPr>
          <p:nvPr>
            <p:ph type="pic" sz="quarter" idx="34" hasCustomPrompt="1"/>
          </p:nvPr>
        </p:nvSpPr>
        <p:spPr>
          <a:xfrm>
            <a:off x="2029968" y="5256211"/>
            <a:ext cx="2029968" cy="1601788"/>
          </a:xfrm>
          <a:noFill/>
          <a:ln>
            <a:noFill/>
          </a:ln>
        </p:spPr>
        <p:txBody>
          <a:bodyPr bIns="731520" anchor="ctr"/>
          <a:lstStyle>
            <a:lvl1pPr algn="ctr">
              <a:defRPr>
                <a:solidFill>
                  <a:schemeClr val="bg1"/>
                </a:solidFill>
                <a:latin typeface="Arial" panose="020B0604020202020204" pitchFamily="34" charset="0"/>
              </a:defRPr>
            </a:lvl1pPr>
          </a:lstStyle>
          <a:p>
            <a:r>
              <a:rPr lang="en-US"/>
              <a:t>Silhouette</a:t>
            </a:r>
            <a:br>
              <a:rPr lang="en-US"/>
            </a:br>
            <a:r>
              <a:rPr lang="en-US"/>
              <a:t>portrait</a:t>
            </a:r>
          </a:p>
        </p:txBody>
      </p:sp>
      <p:sp>
        <p:nvSpPr>
          <p:cNvPr id="26" name="Picture Placeholder 9">
            <a:extLst>
              <a:ext uri="{FF2B5EF4-FFF2-40B4-BE49-F238E27FC236}">
                <a16:creationId xmlns:a16="http://schemas.microsoft.com/office/drawing/2014/main" id="{B30A2EA1-9831-326D-A8C1-2D549EB4933B}"/>
              </a:ext>
            </a:extLst>
          </p:cNvPr>
          <p:cNvSpPr>
            <a:spLocks noGrp="1"/>
          </p:cNvSpPr>
          <p:nvPr>
            <p:ph type="pic" sz="quarter" idx="35" hasCustomPrompt="1"/>
          </p:nvPr>
        </p:nvSpPr>
        <p:spPr>
          <a:xfrm>
            <a:off x="4059936" y="2817812"/>
            <a:ext cx="2029968" cy="1601788"/>
          </a:xfrm>
          <a:noFill/>
          <a:ln>
            <a:noFill/>
          </a:ln>
        </p:spPr>
        <p:txBody>
          <a:bodyPr bIns="731520" anchor="ctr"/>
          <a:lstStyle>
            <a:lvl1pPr algn="ctr">
              <a:defRPr>
                <a:solidFill>
                  <a:schemeClr val="tx1"/>
                </a:solidFill>
                <a:latin typeface="Arial" panose="020B0604020202020204" pitchFamily="34" charset="0"/>
              </a:defRPr>
            </a:lvl1pPr>
          </a:lstStyle>
          <a:p>
            <a:r>
              <a:rPr lang="en-US"/>
              <a:t>Silhouette</a:t>
            </a:r>
            <a:br>
              <a:rPr lang="en-US"/>
            </a:br>
            <a:r>
              <a:rPr lang="en-US"/>
              <a:t>portrait</a:t>
            </a:r>
          </a:p>
        </p:txBody>
      </p:sp>
      <p:sp>
        <p:nvSpPr>
          <p:cNvPr id="27" name="Picture Placeholder 9">
            <a:extLst>
              <a:ext uri="{FF2B5EF4-FFF2-40B4-BE49-F238E27FC236}">
                <a16:creationId xmlns:a16="http://schemas.microsoft.com/office/drawing/2014/main" id="{788C71B0-0D1B-0F88-EE68-676FD8926F88}"/>
              </a:ext>
            </a:extLst>
          </p:cNvPr>
          <p:cNvSpPr>
            <a:spLocks noGrp="1"/>
          </p:cNvSpPr>
          <p:nvPr>
            <p:ph type="pic" sz="quarter" idx="36" hasCustomPrompt="1"/>
          </p:nvPr>
        </p:nvSpPr>
        <p:spPr>
          <a:xfrm>
            <a:off x="6089904" y="5225465"/>
            <a:ext cx="2029968" cy="1601788"/>
          </a:xfrm>
          <a:noFill/>
          <a:ln>
            <a:noFill/>
          </a:ln>
        </p:spPr>
        <p:txBody>
          <a:bodyPr bIns="731520" anchor="ctr"/>
          <a:lstStyle>
            <a:lvl1pPr algn="ctr">
              <a:defRPr>
                <a:solidFill>
                  <a:schemeClr val="bg1"/>
                </a:solidFill>
                <a:latin typeface="Arial" panose="020B0604020202020204" pitchFamily="34" charset="0"/>
              </a:defRPr>
            </a:lvl1pPr>
          </a:lstStyle>
          <a:p>
            <a:r>
              <a:rPr lang="en-US"/>
              <a:t>Silhouette</a:t>
            </a:r>
            <a:br>
              <a:rPr lang="en-US"/>
            </a:br>
            <a:r>
              <a:rPr lang="en-US"/>
              <a:t>portrait</a:t>
            </a:r>
          </a:p>
        </p:txBody>
      </p:sp>
      <p:sp>
        <p:nvSpPr>
          <p:cNvPr id="7" name="Title 6">
            <a:extLst>
              <a:ext uri="{FF2B5EF4-FFF2-40B4-BE49-F238E27FC236}">
                <a16:creationId xmlns:a16="http://schemas.microsoft.com/office/drawing/2014/main" id="{4E7DFA94-D58E-B043-9748-F5C033A80605}"/>
              </a:ext>
            </a:extLst>
          </p:cNvPr>
          <p:cNvSpPr>
            <a:spLocks noGrp="1"/>
          </p:cNvSpPr>
          <p:nvPr>
            <p:ph type="title"/>
          </p:nvPr>
        </p:nvSpPr>
        <p:spPr>
          <a:xfrm>
            <a:off x="7600950" y="548640"/>
            <a:ext cx="4044155" cy="873760"/>
          </a:xfrm>
        </p:spPr>
        <p:txBody>
          <a:bodyPr/>
          <a:lstStyle/>
          <a:p>
            <a:r>
              <a:rPr lang="en-US"/>
              <a:t>Click to edit Master title style</a:t>
            </a:r>
          </a:p>
        </p:txBody>
      </p:sp>
      <p:sp>
        <p:nvSpPr>
          <p:cNvPr id="5" name="Freeform 5">
            <a:extLst>
              <a:ext uri="{FF2B5EF4-FFF2-40B4-BE49-F238E27FC236}">
                <a16:creationId xmlns:a16="http://schemas.microsoft.com/office/drawing/2014/main" id="{39611C4F-B45F-3A80-F10C-1FE235F3B7E0}"/>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20" name="Text Placeholder 19">
            <a:extLst>
              <a:ext uri="{FF2B5EF4-FFF2-40B4-BE49-F238E27FC236}">
                <a16:creationId xmlns:a16="http://schemas.microsoft.com/office/drawing/2014/main" id="{FA57E2A5-07A4-7598-0417-7BDD1699473D}"/>
              </a:ext>
            </a:extLst>
          </p:cNvPr>
          <p:cNvSpPr>
            <a:spLocks noGrp="1"/>
          </p:cNvSpPr>
          <p:nvPr>
            <p:ph type="body" sz="quarter" idx="49" hasCustomPrompt="1"/>
          </p:nvPr>
        </p:nvSpPr>
        <p:spPr>
          <a:xfrm>
            <a:off x="274474" y="552452"/>
            <a:ext cx="1469626" cy="1014412"/>
          </a:xfrm>
        </p:spPr>
        <p:txBody>
          <a:bodyPr>
            <a:normAutofit/>
          </a:bodyPr>
          <a:lstStyle>
            <a:lvl1pPr>
              <a:spcAft>
                <a:spcPts val="200"/>
              </a:spcAft>
              <a:defRPr sz="1200" b="1">
                <a:solidFill>
                  <a:schemeClr val="bg1"/>
                </a:solidFill>
              </a:defRPr>
            </a:lvl1pPr>
            <a:lvl2pPr marL="0" indent="0">
              <a:spcAft>
                <a:spcPts val="0"/>
              </a:spcAft>
              <a:buNone/>
              <a:defRPr sz="1200">
                <a:solidFill>
                  <a:schemeClr val="bg1"/>
                </a:solidFill>
              </a:defRPr>
            </a:lvl2pPr>
            <a:lvl3pPr marL="0" indent="0">
              <a:spcAft>
                <a:spcPts val="0"/>
              </a:spcAft>
              <a:buNone/>
              <a:defRPr sz="1200">
                <a:solidFill>
                  <a:schemeClr val="bg1"/>
                </a:solidFill>
              </a:defRPr>
            </a:lvl3pPr>
            <a:lvl4pPr marL="0" indent="0">
              <a:spcAft>
                <a:spcPts val="0"/>
              </a:spcAft>
              <a:buNone/>
              <a:defRPr sz="1200">
                <a:solidFill>
                  <a:schemeClr val="bg1"/>
                </a:solidFill>
              </a:defRPr>
            </a:lvl4pPr>
            <a:lvl5pPr marL="0" indent="0">
              <a:spcAft>
                <a:spcPts val="0"/>
              </a:spcAft>
              <a:buNone/>
              <a:defRPr sz="1200">
                <a:solidFill>
                  <a:schemeClr val="bg1"/>
                </a:solidFill>
              </a:defRPr>
            </a:lvl5pPr>
            <a:lvl6pPr marL="0" indent="0">
              <a:spcAft>
                <a:spcPts val="0"/>
              </a:spcAft>
              <a:buNone/>
              <a:defRPr>
                <a:solidFill>
                  <a:schemeClr val="bg1"/>
                </a:solidFill>
              </a:defRPr>
            </a:lvl6pPr>
            <a:lvl7pPr marL="0" indent="0">
              <a:spcAft>
                <a:spcPts val="0"/>
              </a:spcAft>
              <a:buNone/>
              <a:defRPr>
                <a:solidFill>
                  <a:schemeClr val="bg1"/>
                </a:solidFill>
              </a:defRPr>
            </a:lvl7pPr>
            <a:lvl8pPr marL="0" indent="0">
              <a:spcAft>
                <a:spcPts val="0"/>
              </a:spcAft>
              <a:buNone/>
              <a:defRPr>
                <a:solidFill>
                  <a:schemeClr val="bg1"/>
                </a:solidFill>
              </a:defRPr>
            </a:lvl8pPr>
            <a:lvl9pPr marL="0" indent="0">
              <a:spcAft>
                <a:spcPts val="0"/>
              </a:spcAft>
              <a:buNone/>
              <a:defRPr>
                <a:solidFill>
                  <a:schemeClr val="bg1"/>
                </a:solidFill>
              </a:defRPr>
            </a:lvl9pPr>
          </a:lstStyle>
          <a:p>
            <a:pPr lvl="0"/>
            <a:r>
              <a:rPr lang="en-US" err="1"/>
              <a:t>Firstname</a:t>
            </a:r>
            <a:r>
              <a:rPr lang="en-US"/>
              <a:t> </a:t>
            </a:r>
            <a:r>
              <a:rPr lang="en-US" err="1"/>
              <a:t>Lastname</a:t>
            </a:r>
            <a:r>
              <a:rPr lang="en-US"/>
              <a:t>, L1</a:t>
            </a:r>
          </a:p>
          <a:p>
            <a:pPr lvl="1"/>
            <a:r>
              <a:rPr lang="en-US"/>
              <a:t>Title/department, L2</a:t>
            </a:r>
          </a:p>
        </p:txBody>
      </p:sp>
      <p:sp>
        <p:nvSpPr>
          <p:cNvPr id="33" name="Text Placeholder 32">
            <a:extLst>
              <a:ext uri="{FF2B5EF4-FFF2-40B4-BE49-F238E27FC236}">
                <a16:creationId xmlns:a16="http://schemas.microsoft.com/office/drawing/2014/main" id="{E601086B-49DB-91F4-74B7-19EC53EE3BBE}"/>
              </a:ext>
            </a:extLst>
          </p:cNvPr>
          <p:cNvSpPr>
            <a:spLocks noGrp="1"/>
          </p:cNvSpPr>
          <p:nvPr>
            <p:ph type="body" sz="quarter" idx="50"/>
          </p:nvPr>
        </p:nvSpPr>
        <p:spPr>
          <a:xfrm>
            <a:off x="2305451" y="1273175"/>
            <a:ext cx="1472184" cy="2416175"/>
          </a:xfrm>
        </p:spPr>
        <p:txBody>
          <a:bodyPr>
            <a:normAutofit/>
          </a:bodyPr>
          <a:lstStyle>
            <a:lvl1pPr marL="0" indent="0">
              <a:buFont typeface="Arial" panose="020B0604020202020204" pitchFamily="34" charset="0"/>
              <a:buNone/>
              <a:defRPr sz="1200" b="1">
                <a:solidFill>
                  <a:schemeClr val="bg1"/>
                </a:solidFill>
              </a:defRPr>
            </a:lvl1pPr>
            <a:lvl2pPr marL="0" indent="0">
              <a:spcAft>
                <a:spcPts val="0"/>
              </a:spcAft>
              <a:buFont typeface="Arial" panose="020B0604020202020204" pitchFamily="34" charset="0"/>
              <a:buNone/>
              <a:defRPr sz="1200">
                <a:solidFill>
                  <a:schemeClr val="bg1"/>
                </a:solidFill>
              </a:defRPr>
            </a:lvl2pPr>
            <a:lvl3pPr marL="0" indent="0">
              <a:spcAft>
                <a:spcPts val="0"/>
              </a:spcAft>
              <a:buFont typeface="Arial" panose="020B0604020202020204" pitchFamily="34" charset="0"/>
              <a:buNone/>
              <a:defRPr sz="1200">
                <a:solidFill>
                  <a:schemeClr val="bg1"/>
                </a:solidFill>
              </a:defRPr>
            </a:lvl3pPr>
            <a:lvl4pPr marL="0" indent="0">
              <a:spcAft>
                <a:spcPts val="0"/>
              </a:spcAft>
              <a:buFont typeface="Arial" panose="020B0604020202020204" pitchFamily="34" charset="0"/>
              <a:buNone/>
              <a:defRPr sz="1200">
                <a:solidFill>
                  <a:schemeClr val="bg1"/>
                </a:solidFill>
              </a:defRPr>
            </a:lvl4pPr>
            <a:lvl5pPr marL="0" indent="0">
              <a:spcAft>
                <a:spcPts val="0"/>
              </a:spcAft>
              <a:buFont typeface="Arial" panose="020B0604020202020204" pitchFamily="34" charset="0"/>
              <a:buNone/>
              <a:defRPr sz="1200">
                <a:solidFill>
                  <a:schemeClr val="bg1"/>
                </a:solidFill>
              </a:defRPr>
            </a:lvl5pPr>
            <a:lvl6pPr marL="0" indent="0">
              <a:spcAft>
                <a:spcPts val="0"/>
              </a:spcAft>
              <a:buNone/>
              <a:defRPr>
                <a:solidFill>
                  <a:schemeClr val="bg1"/>
                </a:solidFill>
              </a:defRPr>
            </a:lvl6pPr>
            <a:lvl7pPr marL="0" indent="0">
              <a:spcAft>
                <a:spcPts val="0"/>
              </a:spcAft>
              <a:buNone/>
              <a:defRPr>
                <a:solidFill>
                  <a:schemeClr val="bg1"/>
                </a:solidFill>
              </a:defRPr>
            </a:lvl7pPr>
            <a:lvl8pPr marL="0" indent="0">
              <a:spcAft>
                <a:spcPts val="0"/>
              </a:spcAft>
              <a:buNone/>
              <a:defRPr>
                <a:solidFill>
                  <a:schemeClr val="bg1"/>
                </a:solidFill>
              </a:defRPr>
            </a:lvl8pPr>
            <a:lvl9pPr marL="0" indent="0">
              <a:spcAft>
                <a:spcPts val="0"/>
              </a:spcAft>
              <a:buNone/>
              <a:defRPr>
                <a:solidFill>
                  <a:schemeClr val="bg1"/>
                </a:solidFill>
              </a:defRPr>
            </a:lvl9pPr>
          </a:lstStyle>
          <a:p>
            <a:pPr lvl="0"/>
            <a:r>
              <a:rPr lang="en-US"/>
              <a:t>Click to edit Master text styles</a:t>
            </a:r>
          </a:p>
          <a:p>
            <a:pPr lvl="1"/>
            <a:r>
              <a:rPr lang="en-US"/>
              <a:t>Second level</a:t>
            </a:r>
          </a:p>
        </p:txBody>
      </p:sp>
      <p:sp>
        <p:nvSpPr>
          <p:cNvPr id="35" name="Text Placeholder 34">
            <a:extLst>
              <a:ext uri="{FF2B5EF4-FFF2-40B4-BE49-F238E27FC236}">
                <a16:creationId xmlns:a16="http://schemas.microsoft.com/office/drawing/2014/main" id="{91795EEA-E69F-C144-C1F3-C2414990FBA1}"/>
              </a:ext>
            </a:extLst>
          </p:cNvPr>
          <p:cNvSpPr>
            <a:spLocks noGrp="1"/>
          </p:cNvSpPr>
          <p:nvPr>
            <p:ph type="body" sz="quarter" idx="51"/>
          </p:nvPr>
        </p:nvSpPr>
        <p:spPr>
          <a:xfrm>
            <a:off x="4339080" y="548641"/>
            <a:ext cx="1472184" cy="1731010"/>
          </a:xfrm>
        </p:spPr>
        <p:txBody>
          <a:bodyPr>
            <a:noAutofit/>
          </a:bodyPr>
          <a:lstStyle>
            <a:lvl1pPr marL="0" indent="0">
              <a:buFont typeface="Arial" panose="020B0604020202020204" pitchFamily="34" charset="0"/>
              <a:buNone/>
              <a:defRPr sz="1200" b="1">
                <a:solidFill>
                  <a:schemeClr val="tx2"/>
                </a:solidFill>
              </a:defRPr>
            </a:lvl1pPr>
            <a:lvl2pPr marL="0" indent="0">
              <a:spcAft>
                <a:spcPts val="0"/>
              </a:spcAft>
              <a:buFont typeface="Arial" panose="020B0604020202020204" pitchFamily="34" charset="0"/>
              <a:buNone/>
              <a:defRPr sz="1200">
                <a:solidFill>
                  <a:schemeClr val="tx1"/>
                </a:solidFill>
              </a:defRPr>
            </a:lvl2pPr>
            <a:lvl3pPr marL="0" indent="0">
              <a:spcAft>
                <a:spcPts val="0"/>
              </a:spcAft>
              <a:buFont typeface="Arial" panose="020B0604020202020204" pitchFamily="34" charset="0"/>
              <a:buNone/>
              <a:defRPr sz="1200">
                <a:solidFill>
                  <a:schemeClr val="tx1"/>
                </a:solidFill>
              </a:defRPr>
            </a:lvl3pPr>
            <a:lvl4pPr marL="0" indent="0">
              <a:spcAft>
                <a:spcPts val="0"/>
              </a:spcAft>
              <a:buFont typeface="Arial" panose="020B0604020202020204" pitchFamily="34" charset="0"/>
              <a:buNone/>
              <a:defRPr sz="1200">
                <a:solidFill>
                  <a:schemeClr val="tx1"/>
                </a:solidFill>
              </a:defRPr>
            </a:lvl4pPr>
            <a:lvl5pPr marL="0" indent="0">
              <a:spcAft>
                <a:spcPts val="0"/>
              </a:spcAft>
              <a:buFont typeface="Arial" panose="020B0604020202020204" pitchFamily="34" charset="0"/>
              <a:buNone/>
              <a:defRPr sz="1200">
                <a:solidFill>
                  <a:schemeClr val="tx1"/>
                </a:solidFill>
              </a:defRPr>
            </a:lvl5pPr>
            <a:lvl6pPr marL="0" indent="0">
              <a:spcAft>
                <a:spcPts val="0"/>
              </a:spcAft>
              <a:buNone/>
              <a:defRPr/>
            </a:lvl6pPr>
            <a:lvl7pPr marL="0" indent="0">
              <a:spcAft>
                <a:spcPts val="0"/>
              </a:spcAft>
              <a:buNone/>
              <a:defRPr/>
            </a:lvl7pPr>
            <a:lvl8pPr marL="0" indent="0">
              <a:spcAft>
                <a:spcPts val="0"/>
              </a:spcAft>
              <a:buNone/>
              <a:defRPr/>
            </a:lvl8pPr>
            <a:lvl9pPr marL="0" indent="0">
              <a:spcAft>
                <a:spcPts val="0"/>
              </a:spcAft>
              <a:buNone/>
              <a:defRPr/>
            </a:lvl9pPr>
          </a:lstStyle>
          <a:p>
            <a:pPr lvl="0"/>
            <a:r>
              <a:rPr lang="en-US"/>
              <a:t>Click to edit Master text styles</a:t>
            </a:r>
          </a:p>
          <a:p>
            <a:pPr lvl="1"/>
            <a:r>
              <a:rPr lang="en-US"/>
              <a:t>Second level</a:t>
            </a:r>
          </a:p>
        </p:txBody>
      </p:sp>
      <p:sp>
        <p:nvSpPr>
          <p:cNvPr id="37" name="Text Placeholder 36">
            <a:extLst>
              <a:ext uri="{FF2B5EF4-FFF2-40B4-BE49-F238E27FC236}">
                <a16:creationId xmlns:a16="http://schemas.microsoft.com/office/drawing/2014/main" id="{2C46E456-167D-6954-BAD6-1AF9A45D1383}"/>
              </a:ext>
            </a:extLst>
          </p:cNvPr>
          <p:cNvSpPr>
            <a:spLocks noGrp="1"/>
          </p:cNvSpPr>
          <p:nvPr>
            <p:ph type="body" sz="quarter" idx="52"/>
          </p:nvPr>
        </p:nvSpPr>
        <p:spPr>
          <a:xfrm>
            <a:off x="6361123" y="2425701"/>
            <a:ext cx="1472184" cy="2141538"/>
          </a:xfrm>
        </p:spPr>
        <p:txBody>
          <a:bodyPr>
            <a:normAutofit/>
          </a:bodyPr>
          <a:lstStyle>
            <a:lvl1pPr marL="0" indent="0">
              <a:buFont typeface="Arial" panose="020B0604020202020204" pitchFamily="34" charset="0"/>
              <a:buNone/>
              <a:defRPr sz="1200" b="1">
                <a:solidFill>
                  <a:schemeClr val="bg1"/>
                </a:solidFill>
              </a:defRPr>
            </a:lvl1pPr>
            <a:lvl2pPr marL="0" indent="0">
              <a:spcAft>
                <a:spcPts val="0"/>
              </a:spcAft>
              <a:buFont typeface="Arial" panose="020B0604020202020204" pitchFamily="34" charset="0"/>
              <a:buNone/>
              <a:defRPr sz="1200">
                <a:solidFill>
                  <a:schemeClr val="bg1"/>
                </a:solidFill>
              </a:defRPr>
            </a:lvl2pPr>
            <a:lvl3pPr marL="0" indent="0">
              <a:spcAft>
                <a:spcPts val="0"/>
              </a:spcAft>
              <a:buFont typeface="Arial" panose="020B0604020202020204" pitchFamily="34" charset="0"/>
              <a:buNone/>
              <a:defRPr sz="1200">
                <a:solidFill>
                  <a:schemeClr val="bg1"/>
                </a:solidFill>
              </a:defRPr>
            </a:lvl3pPr>
            <a:lvl4pPr marL="0" indent="0">
              <a:spcAft>
                <a:spcPts val="0"/>
              </a:spcAft>
              <a:buFont typeface="Arial" panose="020B0604020202020204" pitchFamily="34" charset="0"/>
              <a:buNone/>
              <a:defRPr sz="1200">
                <a:solidFill>
                  <a:schemeClr val="bg1"/>
                </a:solidFill>
              </a:defRPr>
            </a:lvl4pPr>
            <a:lvl5pPr marL="0" indent="0">
              <a:spcAft>
                <a:spcPts val="0"/>
              </a:spcAft>
              <a:buFont typeface="Arial" panose="020B0604020202020204" pitchFamily="34" charset="0"/>
              <a:buNone/>
              <a:defRPr sz="1200">
                <a:solidFill>
                  <a:schemeClr val="bg1"/>
                </a:solidFill>
              </a:defRPr>
            </a:lvl5pPr>
            <a:lvl6pPr marL="0" indent="0">
              <a:spcAft>
                <a:spcPts val="0"/>
              </a:spcAft>
              <a:buNone/>
              <a:defRPr>
                <a:solidFill>
                  <a:schemeClr val="bg1"/>
                </a:solidFill>
              </a:defRPr>
            </a:lvl6pPr>
            <a:lvl7pPr marL="0" indent="0">
              <a:spcAft>
                <a:spcPts val="0"/>
              </a:spcAft>
              <a:buNone/>
              <a:defRPr>
                <a:solidFill>
                  <a:schemeClr val="bg1"/>
                </a:solidFill>
              </a:defRPr>
            </a:lvl7pPr>
            <a:lvl8pPr marL="0" indent="0">
              <a:spcAft>
                <a:spcPts val="0"/>
              </a:spcAft>
              <a:buNone/>
              <a:defRPr>
                <a:solidFill>
                  <a:schemeClr val="bg1"/>
                </a:solidFill>
              </a:defRPr>
            </a:lvl8pPr>
            <a:lvl9pPr marL="0" indent="0">
              <a:spcAft>
                <a:spcPts val="0"/>
              </a:spcAft>
              <a:buNone/>
              <a:defRPr>
                <a:solidFill>
                  <a:schemeClr val="bg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687188998"/>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Contact Sheet 5-up">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539751" y="2146298"/>
            <a:ext cx="1970120" cy="1975104"/>
          </a:xfrm>
          <a:solidFill>
            <a:schemeClr val="accent1"/>
          </a:solidFill>
          <a:ln>
            <a:noFill/>
          </a:ln>
        </p:spPr>
        <p:txBody>
          <a:bodyPr bIns="822960" anchor="ctr"/>
          <a:lstStyle>
            <a:lvl1pPr algn="ctr">
              <a:defRPr>
                <a:solidFill>
                  <a:schemeClr val="bg1"/>
                </a:solidFill>
                <a:latin typeface="Arial" panose="020B0604020202020204" pitchFamily="34" charset="0"/>
              </a:defRPr>
            </a:lvl1pPr>
          </a:lstStyle>
          <a:p>
            <a:r>
              <a:rPr lang="en-US"/>
              <a:t>Silhouette</a:t>
            </a:r>
            <a:br>
              <a:rPr lang="en-US"/>
            </a:br>
            <a:r>
              <a:rPr lang="en-US"/>
              <a:t>portrait</a:t>
            </a:r>
          </a:p>
        </p:txBody>
      </p:sp>
      <p:sp>
        <p:nvSpPr>
          <p:cNvPr id="25" name="Picture Placeholder 9">
            <a:extLst>
              <a:ext uri="{FF2B5EF4-FFF2-40B4-BE49-F238E27FC236}">
                <a16:creationId xmlns:a16="http://schemas.microsoft.com/office/drawing/2014/main" id="{319024EE-ED5D-FFF1-5239-5C9EE26262F8}"/>
              </a:ext>
            </a:extLst>
          </p:cNvPr>
          <p:cNvSpPr>
            <a:spLocks noGrp="1"/>
          </p:cNvSpPr>
          <p:nvPr>
            <p:ph type="pic" sz="quarter" idx="35" hasCustomPrompt="1"/>
          </p:nvPr>
        </p:nvSpPr>
        <p:spPr>
          <a:xfrm>
            <a:off x="2605055" y="2146299"/>
            <a:ext cx="1970120" cy="1978025"/>
          </a:xfrm>
          <a:solidFill>
            <a:schemeClr val="tx2"/>
          </a:solidFill>
          <a:ln>
            <a:noFill/>
          </a:ln>
        </p:spPr>
        <p:txBody>
          <a:bodyPr bIns="822960" anchor="ctr"/>
          <a:lstStyle>
            <a:lvl1pPr algn="ctr">
              <a:defRPr>
                <a:solidFill>
                  <a:schemeClr val="bg1"/>
                </a:solidFill>
                <a:latin typeface="Arial" panose="020B0604020202020204" pitchFamily="34" charset="0"/>
              </a:defRPr>
            </a:lvl1pPr>
          </a:lstStyle>
          <a:p>
            <a:r>
              <a:rPr lang="en-US"/>
              <a:t>Silhouette</a:t>
            </a:r>
            <a:br>
              <a:rPr lang="en-US"/>
            </a:br>
            <a:r>
              <a:rPr lang="en-US"/>
              <a:t>portrait</a:t>
            </a:r>
          </a:p>
        </p:txBody>
      </p:sp>
      <p:sp>
        <p:nvSpPr>
          <p:cNvPr id="35" name="Picture Placeholder 9">
            <a:extLst>
              <a:ext uri="{FF2B5EF4-FFF2-40B4-BE49-F238E27FC236}">
                <a16:creationId xmlns:a16="http://schemas.microsoft.com/office/drawing/2014/main" id="{B9B029C9-1EA7-2BAF-AD5E-CED9490ECA94}"/>
              </a:ext>
            </a:extLst>
          </p:cNvPr>
          <p:cNvSpPr>
            <a:spLocks noGrp="1"/>
          </p:cNvSpPr>
          <p:nvPr>
            <p:ph type="pic" sz="quarter" idx="37" hasCustomPrompt="1"/>
          </p:nvPr>
        </p:nvSpPr>
        <p:spPr>
          <a:xfrm>
            <a:off x="4671913" y="2146299"/>
            <a:ext cx="1970120" cy="1978025"/>
          </a:xfrm>
          <a:solidFill>
            <a:srgbClr val="F0F0F1"/>
          </a:solidFill>
          <a:ln>
            <a:noFill/>
          </a:ln>
        </p:spPr>
        <p:txBody>
          <a:bodyPr bIns="822960" anchor="ctr"/>
          <a:lstStyle>
            <a:lvl1pPr algn="ctr">
              <a:defRPr>
                <a:solidFill>
                  <a:srgbClr val="010101"/>
                </a:solidFill>
                <a:latin typeface="Arial" panose="020B0604020202020204" pitchFamily="34" charset="0"/>
              </a:defRPr>
            </a:lvl1pPr>
          </a:lstStyle>
          <a:p>
            <a:r>
              <a:rPr lang="en-US"/>
              <a:t>Silhouette</a:t>
            </a:r>
            <a:br>
              <a:rPr lang="en-US"/>
            </a:br>
            <a:r>
              <a:rPr lang="en-US"/>
              <a:t>portrait</a:t>
            </a:r>
          </a:p>
        </p:txBody>
      </p:sp>
      <p:sp>
        <p:nvSpPr>
          <p:cNvPr id="37" name="Picture Placeholder 9">
            <a:extLst>
              <a:ext uri="{FF2B5EF4-FFF2-40B4-BE49-F238E27FC236}">
                <a16:creationId xmlns:a16="http://schemas.microsoft.com/office/drawing/2014/main" id="{F673B5EA-D718-4722-DEAB-0821FF57B30E}"/>
              </a:ext>
            </a:extLst>
          </p:cNvPr>
          <p:cNvSpPr>
            <a:spLocks noGrp="1"/>
          </p:cNvSpPr>
          <p:nvPr>
            <p:ph type="pic" sz="quarter" idx="39" hasCustomPrompt="1"/>
          </p:nvPr>
        </p:nvSpPr>
        <p:spPr>
          <a:xfrm>
            <a:off x="6737217" y="2146299"/>
            <a:ext cx="1970120" cy="1978025"/>
          </a:xfrm>
          <a:solidFill>
            <a:schemeClr val="accent1"/>
          </a:solidFill>
          <a:ln>
            <a:noFill/>
          </a:ln>
        </p:spPr>
        <p:txBody>
          <a:bodyPr bIns="822960" anchor="ctr"/>
          <a:lstStyle>
            <a:lvl1pPr algn="ctr">
              <a:defRPr>
                <a:solidFill>
                  <a:schemeClr val="bg1"/>
                </a:solidFill>
                <a:latin typeface="Arial" panose="020B0604020202020204" pitchFamily="34" charset="0"/>
              </a:defRPr>
            </a:lvl1pPr>
          </a:lstStyle>
          <a:p>
            <a:r>
              <a:rPr lang="en-US"/>
              <a:t>Silhouette</a:t>
            </a:r>
            <a:br>
              <a:rPr lang="en-US"/>
            </a:br>
            <a:r>
              <a:rPr lang="en-US"/>
              <a:t>portrait</a:t>
            </a:r>
          </a:p>
        </p:txBody>
      </p:sp>
      <p:sp>
        <p:nvSpPr>
          <p:cNvPr id="39" name="Picture Placeholder 9">
            <a:extLst>
              <a:ext uri="{FF2B5EF4-FFF2-40B4-BE49-F238E27FC236}">
                <a16:creationId xmlns:a16="http://schemas.microsoft.com/office/drawing/2014/main" id="{E23557D9-4DEB-2508-E9FF-6F918636B4A4}"/>
              </a:ext>
            </a:extLst>
          </p:cNvPr>
          <p:cNvSpPr>
            <a:spLocks noGrp="1"/>
          </p:cNvSpPr>
          <p:nvPr>
            <p:ph type="pic" sz="quarter" idx="41" hasCustomPrompt="1"/>
          </p:nvPr>
        </p:nvSpPr>
        <p:spPr>
          <a:xfrm>
            <a:off x="8804075" y="2146299"/>
            <a:ext cx="1970120" cy="1978025"/>
          </a:xfrm>
          <a:solidFill>
            <a:srgbClr val="F0F0F1"/>
          </a:solidFill>
          <a:ln>
            <a:noFill/>
          </a:ln>
        </p:spPr>
        <p:txBody>
          <a:bodyPr bIns="822960" anchor="ctr"/>
          <a:lstStyle>
            <a:lvl1pPr algn="ctr">
              <a:defRPr>
                <a:solidFill>
                  <a:srgbClr val="010101"/>
                </a:solidFill>
                <a:latin typeface="Arial" panose="020B0604020202020204" pitchFamily="34" charset="0"/>
              </a:defRPr>
            </a:lvl1pPr>
          </a:lstStyle>
          <a:p>
            <a:r>
              <a:rPr lang="en-US"/>
              <a:t>Silhouette</a:t>
            </a:r>
            <a:br>
              <a:rPr lang="en-US"/>
            </a:br>
            <a:r>
              <a:rPr lang="en-US"/>
              <a:t>portrait</a:t>
            </a:r>
          </a:p>
        </p:txBody>
      </p:sp>
      <p:sp>
        <p:nvSpPr>
          <p:cNvPr id="5" name="Title 4">
            <a:extLst>
              <a:ext uri="{FF2B5EF4-FFF2-40B4-BE49-F238E27FC236}">
                <a16:creationId xmlns:a16="http://schemas.microsoft.com/office/drawing/2014/main" id="{BD67EC75-3424-7B25-247E-1C6B770541DE}"/>
              </a:ext>
            </a:extLst>
          </p:cNvPr>
          <p:cNvSpPr>
            <a:spLocks noGrp="1"/>
          </p:cNvSpPr>
          <p:nvPr>
            <p:ph type="title"/>
          </p:nvPr>
        </p:nvSpPr>
        <p:spPr/>
        <p:txBody>
          <a:bodyPr/>
          <a:lstStyle/>
          <a:p>
            <a:r>
              <a:rPr lang="en-US"/>
              <a:t>Click to edit Master title style</a:t>
            </a:r>
          </a:p>
        </p:txBody>
      </p:sp>
      <p:sp>
        <p:nvSpPr>
          <p:cNvPr id="4" name="Freeform 5">
            <a:extLst>
              <a:ext uri="{FF2B5EF4-FFF2-40B4-BE49-F238E27FC236}">
                <a16:creationId xmlns:a16="http://schemas.microsoft.com/office/drawing/2014/main" id="{9717D698-1CD5-3DBB-E6F0-6A666FC002C6}"/>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9" name="Text Placeholder 10">
            <a:extLst>
              <a:ext uri="{FF2B5EF4-FFF2-40B4-BE49-F238E27FC236}">
                <a16:creationId xmlns:a16="http://schemas.microsoft.com/office/drawing/2014/main" id="{34072C05-AED5-2EFC-938E-482980433E09}"/>
              </a:ext>
            </a:extLst>
          </p:cNvPr>
          <p:cNvSpPr>
            <a:spLocks noGrp="1"/>
          </p:cNvSpPr>
          <p:nvPr>
            <p:ph type="body" sz="quarter" idx="45"/>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31" name="Text Placeholder 30">
            <a:extLst>
              <a:ext uri="{FF2B5EF4-FFF2-40B4-BE49-F238E27FC236}">
                <a16:creationId xmlns:a16="http://schemas.microsoft.com/office/drawing/2014/main" id="{903611B5-888A-47D0-AF1C-FE9A83D8B5B5}"/>
              </a:ext>
            </a:extLst>
          </p:cNvPr>
          <p:cNvSpPr>
            <a:spLocks noGrp="1"/>
          </p:cNvSpPr>
          <p:nvPr>
            <p:ph type="body" sz="quarter" idx="46"/>
          </p:nvPr>
        </p:nvSpPr>
        <p:spPr>
          <a:xfrm>
            <a:off x="549274" y="4273549"/>
            <a:ext cx="1975104" cy="1457325"/>
          </a:xfrm>
        </p:spPr>
        <p:txBody>
          <a:bodyPr>
            <a:norm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285750" indent="-285750">
              <a:buClrTx/>
              <a:buFont typeface="GT America" charset="0"/>
              <a:buChar char="→"/>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33" name="Text Placeholder 32">
            <a:extLst>
              <a:ext uri="{FF2B5EF4-FFF2-40B4-BE49-F238E27FC236}">
                <a16:creationId xmlns:a16="http://schemas.microsoft.com/office/drawing/2014/main" id="{BC98379C-7F1B-56B1-A3CE-AC2464AC4CCA}"/>
              </a:ext>
            </a:extLst>
          </p:cNvPr>
          <p:cNvSpPr>
            <a:spLocks noGrp="1"/>
          </p:cNvSpPr>
          <p:nvPr>
            <p:ph type="body" sz="quarter" idx="47"/>
          </p:nvPr>
        </p:nvSpPr>
        <p:spPr>
          <a:xfrm>
            <a:off x="2625857" y="4273549"/>
            <a:ext cx="1975104" cy="1457325"/>
          </a:xfrm>
        </p:spPr>
        <p:txBody>
          <a:bodyPr>
            <a:norm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285750" indent="-285750">
              <a:buClrTx/>
              <a:buFont typeface="GT America" charset="0"/>
              <a:buChar char="→"/>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36" name="Text Placeholder 35">
            <a:extLst>
              <a:ext uri="{FF2B5EF4-FFF2-40B4-BE49-F238E27FC236}">
                <a16:creationId xmlns:a16="http://schemas.microsoft.com/office/drawing/2014/main" id="{84EC1E92-0954-710F-591A-C03311440651}"/>
              </a:ext>
            </a:extLst>
          </p:cNvPr>
          <p:cNvSpPr>
            <a:spLocks noGrp="1"/>
          </p:cNvSpPr>
          <p:nvPr>
            <p:ph type="body" sz="quarter" idx="48"/>
          </p:nvPr>
        </p:nvSpPr>
        <p:spPr>
          <a:xfrm>
            <a:off x="4671913" y="4273550"/>
            <a:ext cx="1975104" cy="1457325"/>
          </a:xfrm>
        </p:spPr>
        <p:txBody>
          <a:bodyPr>
            <a:norm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285750" indent="-285750">
              <a:buClrTx/>
              <a:buFont typeface="GT America" charset="0"/>
              <a:buChar char="→"/>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0" name="Text Placeholder 39">
            <a:extLst>
              <a:ext uri="{FF2B5EF4-FFF2-40B4-BE49-F238E27FC236}">
                <a16:creationId xmlns:a16="http://schemas.microsoft.com/office/drawing/2014/main" id="{FCBF4A80-B697-CED7-AF3C-C632A2E25B53}"/>
              </a:ext>
            </a:extLst>
          </p:cNvPr>
          <p:cNvSpPr>
            <a:spLocks noGrp="1"/>
          </p:cNvSpPr>
          <p:nvPr>
            <p:ph type="body" sz="quarter" idx="49"/>
          </p:nvPr>
        </p:nvSpPr>
        <p:spPr>
          <a:xfrm>
            <a:off x="6737217" y="4273550"/>
            <a:ext cx="1975104" cy="1457325"/>
          </a:xfrm>
        </p:spPr>
        <p:txBody>
          <a:bodyPr>
            <a:norm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285750" indent="-285750">
              <a:buClrTx/>
              <a:buFont typeface="GT America" charset="0"/>
              <a:buChar char="→"/>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2" name="Text Placeholder 41">
            <a:extLst>
              <a:ext uri="{FF2B5EF4-FFF2-40B4-BE49-F238E27FC236}">
                <a16:creationId xmlns:a16="http://schemas.microsoft.com/office/drawing/2014/main" id="{447A49B2-21EC-9A60-A49A-B88D32D6BCEA}"/>
              </a:ext>
            </a:extLst>
          </p:cNvPr>
          <p:cNvSpPr>
            <a:spLocks noGrp="1"/>
          </p:cNvSpPr>
          <p:nvPr>
            <p:ph type="body" sz="quarter" idx="50"/>
          </p:nvPr>
        </p:nvSpPr>
        <p:spPr>
          <a:xfrm>
            <a:off x="8813800" y="4281487"/>
            <a:ext cx="1975104" cy="1457325"/>
          </a:xfrm>
        </p:spPr>
        <p:txBody>
          <a:bodyPr>
            <a:norm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0" indent="0">
              <a:buClrTx/>
              <a:buFont typeface="GT America" charset="0"/>
              <a:buNone/>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165218880"/>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Contact sheet 9-up">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548640" y="1849438"/>
            <a:ext cx="723656" cy="725487"/>
          </a:xfrm>
          <a:solidFill>
            <a:schemeClr val="accent1"/>
          </a:solidFill>
          <a:ln>
            <a:noFill/>
          </a:ln>
        </p:spPr>
        <p:txBody>
          <a:bodyPr anchor="b">
            <a:normAutofit/>
          </a:bodyPr>
          <a:lstStyle>
            <a:lvl1pPr algn="ctr">
              <a:defRPr sz="800">
                <a:solidFill>
                  <a:schemeClr val="bg1"/>
                </a:solidFill>
                <a:latin typeface="Arial" panose="020B0604020202020204" pitchFamily="34" charset="0"/>
              </a:defRPr>
            </a:lvl1pPr>
          </a:lstStyle>
          <a:p>
            <a:r>
              <a:rPr lang="en-US"/>
              <a:t>Silhouette</a:t>
            </a:r>
            <a:br>
              <a:rPr lang="en-US"/>
            </a:br>
            <a:r>
              <a:rPr lang="en-US"/>
              <a:t>portrait</a:t>
            </a:r>
          </a:p>
        </p:txBody>
      </p:sp>
      <p:sp>
        <p:nvSpPr>
          <p:cNvPr id="28" name="Picture Placeholder 9">
            <a:extLst>
              <a:ext uri="{FF2B5EF4-FFF2-40B4-BE49-F238E27FC236}">
                <a16:creationId xmlns:a16="http://schemas.microsoft.com/office/drawing/2014/main" id="{17A4289C-7601-5CA4-4C3A-5F28EB369581}"/>
              </a:ext>
            </a:extLst>
          </p:cNvPr>
          <p:cNvSpPr>
            <a:spLocks noGrp="1"/>
          </p:cNvSpPr>
          <p:nvPr>
            <p:ph type="pic" sz="quarter" idx="43" hasCustomPrompt="1"/>
          </p:nvPr>
        </p:nvSpPr>
        <p:spPr>
          <a:xfrm>
            <a:off x="548640" y="3295650"/>
            <a:ext cx="723656" cy="725487"/>
          </a:xfrm>
          <a:solidFill>
            <a:schemeClr val="accent1"/>
          </a:solidFill>
          <a:ln>
            <a:noFill/>
          </a:ln>
        </p:spPr>
        <p:txBody>
          <a:bodyPr anchor="b">
            <a:normAutofit/>
          </a:bodyPr>
          <a:lstStyle>
            <a:lvl1pPr algn="ctr">
              <a:defRPr sz="800">
                <a:solidFill>
                  <a:schemeClr val="bg1"/>
                </a:solidFill>
                <a:latin typeface="Arial" panose="020B0604020202020204" pitchFamily="34" charset="0"/>
              </a:defRPr>
            </a:lvl1pPr>
          </a:lstStyle>
          <a:p>
            <a:r>
              <a:rPr lang="en-US"/>
              <a:t>Silhouette</a:t>
            </a:r>
            <a:br>
              <a:rPr lang="en-US"/>
            </a:br>
            <a:r>
              <a:rPr lang="en-US"/>
              <a:t>portrait</a:t>
            </a:r>
          </a:p>
        </p:txBody>
      </p:sp>
      <p:sp>
        <p:nvSpPr>
          <p:cNvPr id="31" name="Picture Placeholder 9">
            <a:extLst>
              <a:ext uri="{FF2B5EF4-FFF2-40B4-BE49-F238E27FC236}">
                <a16:creationId xmlns:a16="http://schemas.microsoft.com/office/drawing/2014/main" id="{A0C2F317-7D2F-8DB5-8348-18AA8221AAE9}"/>
              </a:ext>
            </a:extLst>
          </p:cNvPr>
          <p:cNvSpPr>
            <a:spLocks noGrp="1"/>
          </p:cNvSpPr>
          <p:nvPr>
            <p:ph type="pic" sz="quarter" idx="45" hasCustomPrompt="1"/>
          </p:nvPr>
        </p:nvSpPr>
        <p:spPr>
          <a:xfrm>
            <a:off x="548640" y="4743563"/>
            <a:ext cx="723656" cy="725487"/>
          </a:xfrm>
          <a:solidFill>
            <a:schemeClr val="accent1"/>
          </a:solidFill>
          <a:ln>
            <a:noFill/>
          </a:ln>
        </p:spPr>
        <p:txBody>
          <a:bodyPr anchor="b">
            <a:normAutofit/>
          </a:bodyPr>
          <a:lstStyle>
            <a:lvl1pPr algn="ctr">
              <a:defRPr sz="800">
                <a:solidFill>
                  <a:schemeClr val="bg1"/>
                </a:solidFill>
                <a:latin typeface="Arial" panose="020B0604020202020204" pitchFamily="34" charset="0"/>
              </a:defRPr>
            </a:lvl1pPr>
          </a:lstStyle>
          <a:p>
            <a:r>
              <a:rPr lang="en-US"/>
              <a:t>Silhouette</a:t>
            </a:r>
            <a:br>
              <a:rPr lang="en-US"/>
            </a:br>
            <a:r>
              <a:rPr lang="en-US"/>
              <a:t>portrait</a:t>
            </a:r>
          </a:p>
        </p:txBody>
      </p:sp>
      <p:sp>
        <p:nvSpPr>
          <p:cNvPr id="55" name="Picture Placeholder 9">
            <a:extLst>
              <a:ext uri="{FF2B5EF4-FFF2-40B4-BE49-F238E27FC236}">
                <a16:creationId xmlns:a16="http://schemas.microsoft.com/office/drawing/2014/main" id="{4471B4C7-4613-EEB3-9308-87F186645DFC}"/>
              </a:ext>
            </a:extLst>
          </p:cNvPr>
          <p:cNvSpPr>
            <a:spLocks noGrp="1"/>
          </p:cNvSpPr>
          <p:nvPr>
            <p:ph type="pic" sz="quarter" idx="47" hasCustomPrompt="1"/>
          </p:nvPr>
        </p:nvSpPr>
        <p:spPr>
          <a:xfrm>
            <a:off x="4407408" y="1844676"/>
            <a:ext cx="723656" cy="725487"/>
          </a:xfrm>
          <a:solidFill>
            <a:schemeClr val="accent1"/>
          </a:solidFill>
          <a:ln>
            <a:noFill/>
          </a:ln>
        </p:spPr>
        <p:txBody>
          <a:bodyPr anchor="b">
            <a:normAutofit/>
          </a:bodyPr>
          <a:lstStyle>
            <a:lvl1pPr algn="ctr">
              <a:defRPr sz="800">
                <a:solidFill>
                  <a:schemeClr val="bg1"/>
                </a:solidFill>
                <a:latin typeface="Arial" panose="020B0604020202020204" pitchFamily="34" charset="0"/>
              </a:defRPr>
            </a:lvl1pPr>
          </a:lstStyle>
          <a:p>
            <a:r>
              <a:rPr lang="en-US"/>
              <a:t>Silhouette</a:t>
            </a:r>
            <a:br>
              <a:rPr lang="en-US"/>
            </a:br>
            <a:r>
              <a:rPr lang="en-US"/>
              <a:t>portrait</a:t>
            </a:r>
          </a:p>
        </p:txBody>
      </p:sp>
      <p:sp>
        <p:nvSpPr>
          <p:cNvPr id="58" name="Picture Placeholder 9">
            <a:extLst>
              <a:ext uri="{FF2B5EF4-FFF2-40B4-BE49-F238E27FC236}">
                <a16:creationId xmlns:a16="http://schemas.microsoft.com/office/drawing/2014/main" id="{B81A6CC2-3FF5-E358-9361-9AA641684178}"/>
              </a:ext>
            </a:extLst>
          </p:cNvPr>
          <p:cNvSpPr>
            <a:spLocks noGrp="1"/>
          </p:cNvSpPr>
          <p:nvPr>
            <p:ph type="pic" sz="quarter" idx="49" hasCustomPrompt="1"/>
          </p:nvPr>
        </p:nvSpPr>
        <p:spPr>
          <a:xfrm>
            <a:off x="4404520" y="3290888"/>
            <a:ext cx="723656" cy="725487"/>
          </a:xfrm>
          <a:solidFill>
            <a:schemeClr val="accent1"/>
          </a:solidFill>
          <a:ln>
            <a:noFill/>
          </a:ln>
        </p:spPr>
        <p:txBody>
          <a:bodyPr anchor="b">
            <a:normAutofit/>
          </a:bodyPr>
          <a:lstStyle>
            <a:lvl1pPr algn="ctr">
              <a:defRPr sz="800">
                <a:solidFill>
                  <a:schemeClr val="bg1"/>
                </a:solidFill>
                <a:latin typeface="Arial" panose="020B0604020202020204" pitchFamily="34" charset="0"/>
              </a:defRPr>
            </a:lvl1pPr>
          </a:lstStyle>
          <a:p>
            <a:r>
              <a:rPr lang="en-US"/>
              <a:t>Silhouette</a:t>
            </a:r>
            <a:br>
              <a:rPr lang="en-US"/>
            </a:br>
            <a:r>
              <a:rPr lang="en-US"/>
              <a:t>portrait</a:t>
            </a:r>
          </a:p>
        </p:txBody>
      </p:sp>
      <p:sp>
        <p:nvSpPr>
          <p:cNvPr id="61" name="Picture Placeholder 9">
            <a:extLst>
              <a:ext uri="{FF2B5EF4-FFF2-40B4-BE49-F238E27FC236}">
                <a16:creationId xmlns:a16="http://schemas.microsoft.com/office/drawing/2014/main" id="{3936CF0E-0A97-CA96-5F67-097CDDE826A2}"/>
              </a:ext>
            </a:extLst>
          </p:cNvPr>
          <p:cNvSpPr>
            <a:spLocks noGrp="1"/>
          </p:cNvSpPr>
          <p:nvPr>
            <p:ph type="pic" sz="quarter" idx="51" hasCustomPrompt="1"/>
          </p:nvPr>
        </p:nvSpPr>
        <p:spPr>
          <a:xfrm>
            <a:off x="4407408" y="4737100"/>
            <a:ext cx="723656" cy="725487"/>
          </a:xfrm>
          <a:solidFill>
            <a:schemeClr val="accent1"/>
          </a:solidFill>
          <a:ln>
            <a:noFill/>
          </a:ln>
        </p:spPr>
        <p:txBody>
          <a:bodyPr anchor="b">
            <a:normAutofit/>
          </a:bodyPr>
          <a:lstStyle>
            <a:lvl1pPr algn="ctr">
              <a:defRPr sz="800">
                <a:solidFill>
                  <a:schemeClr val="bg1"/>
                </a:solidFill>
                <a:latin typeface="Arial" panose="020B0604020202020204" pitchFamily="34" charset="0"/>
              </a:defRPr>
            </a:lvl1pPr>
          </a:lstStyle>
          <a:p>
            <a:r>
              <a:rPr lang="en-US"/>
              <a:t>Silhouette</a:t>
            </a:r>
            <a:br>
              <a:rPr lang="en-US"/>
            </a:br>
            <a:r>
              <a:rPr lang="en-US"/>
              <a:t>portrait</a:t>
            </a:r>
          </a:p>
        </p:txBody>
      </p:sp>
      <p:sp>
        <p:nvSpPr>
          <p:cNvPr id="64" name="Picture Placeholder 9">
            <a:extLst>
              <a:ext uri="{FF2B5EF4-FFF2-40B4-BE49-F238E27FC236}">
                <a16:creationId xmlns:a16="http://schemas.microsoft.com/office/drawing/2014/main" id="{C1D5E855-FA17-F4D0-646B-35CD59AAC6A0}"/>
              </a:ext>
            </a:extLst>
          </p:cNvPr>
          <p:cNvSpPr>
            <a:spLocks noGrp="1"/>
          </p:cNvSpPr>
          <p:nvPr>
            <p:ph type="pic" sz="quarter" idx="53" hasCustomPrompt="1"/>
          </p:nvPr>
        </p:nvSpPr>
        <p:spPr>
          <a:xfrm>
            <a:off x="8211312" y="1849438"/>
            <a:ext cx="723656" cy="725487"/>
          </a:xfrm>
          <a:solidFill>
            <a:schemeClr val="accent1"/>
          </a:solidFill>
          <a:ln>
            <a:noFill/>
          </a:ln>
        </p:spPr>
        <p:txBody>
          <a:bodyPr anchor="b">
            <a:normAutofit/>
          </a:bodyPr>
          <a:lstStyle>
            <a:lvl1pPr algn="ctr">
              <a:defRPr sz="800">
                <a:solidFill>
                  <a:schemeClr val="bg1"/>
                </a:solidFill>
                <a:latin typeface="Arial" panose="020B0604020202020204" pitchFamily="34" charset="0"/>
              </a:defRPr>
            </a:lvl1pPr>
          </a:lstStyle>
          <a:p>
            <a:r>
              <a:rPr lang="en-US"/>
              <a:t>Silhouette</a:t>
            </a:r>
            <a:br>
              <a:rPr lang="en-US"/>
            </a:br>
            <a:r>
              <a:rPr lang="en-US"/>
              <a:t>portrait</a:t>
            </a:r>
          </a:p>
        </p:txBody>
      </p:sp>
      <p:sp>
        <p:nvSpPr>
          <p:cNvPr id="67" name="Picture Placeholder 9">
            <a:extLst>
              <a:ext uri="{FF2B5EF4-FFF2-40B4-BE49-F238E27FC236}">
                <a16:creationId xmlns:a16="http://schemas.microsoft.com/office/drawing/2014/main" id="{D5751559-8E90-53E9-D2C3-6C9A57296D6D}"/>
              </a:ext>
            </a:extLst>
          </p:cNvPr>
          <p:cNvSpPr>
            <a:spLocks noGrp="1"/>
          </p:cNvSpPr>
          <p:nvPr>
            <p:ph type="pic" sz="quarter" idx="55" hasCustomPrompt="1"/>
          </p:nvPr>
        </p:nvSpPr>
        <p:spPr>
          <a:xfrm>
            <a:off x="8212138" y="3295650"/>
            <a:ext cx="723656" cy="725487"/>
          </a:xfrm>
          <a:solidFill>
            <a:schemeClr val="accent1"/>
          </a:solidFill>
          <a:ln>
            <a:noFill/>
          </a:ln>
        </p:spPr>
        <p:txBody>
          <a:bodyPr anchor="b">
            <a:normAutofit/>
          </a:bodyPr>
          <a:lstStyle>
            <a:lvl1pPr algn="ctr">
              <a:defRPr sz="800">
                <a:solidFill>
                  <a:schemeClr val="bg1"/>
                </a:solidFill>
                <a:latin typeface="Arial" panose="020B0604020202020204" pitchFamily="34" charset="0"/>
              </a:defRPr>
            </a:lvl1pPr>
          </a:lstStyle>
          <a:p>
            <a:r>
              <a:rPr lang="en-US"/>
              <a:t>Silhouette</a:t>
            </a:r>
            <a:br>
              <a:rPr lang="en-US"/>
            </a:br>
            <a:r>
              <a:rPr lang="en-US"/>
              <a:t>portrait</a:t>
            </a:r>
          </a:p>
        </p:txBody>
      </p:sp>
      <p:sp>
        <p:nvSpPr>
          <p:cNvPr id="70" name="Picture Placeholder 9">
            <a:extLst>
              <a:ext uri="{FF2B5EF4-FFF2-40B4-BE49-F238E27FC236}">
                <a16:creationId xmlns:a16="http://schemas.microsoft.com/office/drawing/2014/main" id="{769EC156-0E51-CE48-5482-055D256909C5}"/>
              </a:ext>
            </a:extLst>
          </p:cNvPr>
          <p:cNvSpPr>
            <a:spLocks noGrp="1"/>
          </p:cNvSpPr>
          <p:nvPr>
            <p:ph type="pic" sz="quarter" idx="57" hasCustomPrompt="1"/>
          </p:nvPr>
        </p:nvSpPr>
        <p:spPr>
          <a:xfrm>
            <a:off x="8211312" y="4741862"/>
            <a:ext cx="723656" cy="725487"/>
          </a:xfrm>
          <a:solidFill>
            <a:schemeClr val="accent1"/>
          </a:solidFill>
          <a:ln>
            <a:noFill/>
          </a:ln>
        </p:spPr>
        <p:txBody>
          <a:bodyPr anchor="b">
            <a:normAutofit/>
          </a:bodyPr>
          <a:lstStyle>
            <a:lvl1pPr algn="ctr">
              <a:defRPr sz="800">
                <a:solidFill>
                  <a:schemeClr val="bg1"/>
                </a:solidFill>
                <a:latin typeface="Arial" panose="020B0604020202020204" pitchFamily="34" charset="0"/>
              </a:defRPr>
            </a:lvl1pPr>
          </a:lstStyle>
          <a:p>
            <a:r>
              <a:rPr lang="en-US"/>
              <a:t>Silhouette</a:t>
            </a:r>
            <a:br>
              <a:rPr lang="en-US"/>
            </a:br>
            <a:r>
              <a:rPr lang="en-US"/>
              <a:t>portrait</a:t>
            </a:r>
          </a:p>
        </p:txBody>
      </p:sp>
      <p:sp>
        <p:nvSpPr>
          <p:cNvPr id="3" name="Title 2">
            <a:extLst>
              <a:ext uri="{FF2B5EF4-FFF2-40B4-BE49-F238E27FC236}">
                <a16:creationId xmlns:a16="http://schemas.microsoft.com/office/drawing/2014/main" id="{D69619C9-5DB2-E39E-74FF-9877E61A97AB}"/>
              </a:ext>
            </a:extLst>
          </p:cNvPr>
          <p:cNvSpPr>
            <a:spLocks noGrp="1"/>
          </p:cNvSpPr>
          <p:nvPr>
            <p:ph type="title"/>
          </p:nvPr>
        </p:nvSpPr>
        <p:spPr/>
        <p:txBody>
          <a:bodyPr/>
          <a:lstStyle/>
          <a:p>
            <a:r>
              <a:rPr lang="en-US"/>
              <a:t>Click to edit Master title style</a:t>
            </a:r>
          </a:p>
        </p:txBody>
      </p:sp>
      <p:sp>
        <p:nvSpPr>
          <p:cNvPr id="6" name="Freeform 5">
            <a:extLst>
              <a:ext uri="{FF2B5EF4-FFF2-40B4-BE49-F238E27FC236}">
                <a16:creationId xmlns:a16="http://schemas.microsoft.com/office/drawing/2014/main" id="{60E20A95-EEA0-4571-C3C8-4DFEEFF15173}"/>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20" name="Text Placeholder 10">
            <a:extLst>
              <a:ext uri="{FF2B5EF4-FFF2-40B4-BE49-F238E27FC236}">
                <a16:creationId xmlns:a16="http://schemas.microsoft.com/office/drawing/2014/main" id="{1A8F5A52-2BB1-6E01-1280-D7B8E1530E75}"/>
              </a:ext>
            </a:extLst>
          </p:cNvPr>
          <p:cNvSpPr>
            <a:spLocks noGrp="1"/>
          </p:cNvSpPr>
          <p:nvPr>
            <p:ph type="body" sz="quarter" idx="58"/>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47" name="Text Placeholder 28">
            <a:extLst>
              <a:ext uri="{FF2B5EF4-FFF2-40B4-BE49-F238E27FC236}">
                <a16:creationId xmlns:a16="http://schemas.microsoft.com/office/drawing/2014/main" id="{B33B65D6-52E4-77AB-4814-DB4CF93D6165}"/>
              </a:ext>
            </a:extLst>
          </p:cNvPr>
          <p:cNvSpPr>
            <a:spLocks noGrp="1"/>
          </p:cNvSpPr>
          <p:nvPr>
            <p:ph type="body" sz="quarter" idx="94"/>
          </p:nvPr>
        </p:nvSpPr>
        <p:spPr>
          <a:xfrm>
            <a:off x="1491371" y="1848982"/>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8" name="Text Placeholder 31">
            <a:extLst>
              <a:ext uri="{FF2B5EF4-FFF2-40B4-BE49-F238E27FC236}">
                <a16:creationId xmlns:a16="http://schemas.microsoft.com/office/drawing/2014/main" id="{EB65456B-8D08-C9BF-224B-B9C64A7F7CAA}"/>
              </a:ext>
            </a:extLst>
          </p:cNvPr>
          <p:cNvSpPr>
            <a:spLocks noGrp="1"/>
          </p:cNvSpPr>
          <p:nvPr>
            <p:ph type="body" sz="quarter" idx="60"/>
          </p:nvPr>
        </p:nvSpPr>
        <p:spPr>
          <a:xfrm>
            <a:off x="5347251" y="1851364"/>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9" name="Text Placeholder 33">
            <a:extLst>
              <a:ext uri="{FF2B5EF4-FFF2-40B4-BE49-F238E27FC236}">
                <a16:creationId xmlns:a16="http://schemas.microsoft.com/office/drawing/2014/main" id="{BBD5A27C-9B64-5396-B2F2-8BC953E60E1E}"/>
              </a:ext>
            </a:extLst>
          </p:cNvPr>
          <p:cNvSpPr>
            <a:spLocks noGrp="1"/>
          </p:cNvSpPr>
          <p:nvPr>
            <p:ph type="body" sz="quarter" idx="95"/>
          </p:nvPr>
        </p:nvSpPr>
        <p:spPr>
          <a:xfrm>
            <a:off x="9154043" y="1853745"/>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0" name="Text Placeholder 35">
            <a:extLst>
              <a:ext uri="{FF2B5EF4-FFF2-40B4-BE49-F238E27FC236}">
                <a16:creationId xmlns:a16="http://schemas.microsoft.com/office/drawing/2014/main" id="{4E24BE1D-A414-0921-6B24-228F418599DC}"/>
              </a:ext>
            </a:extLst>
          </p:cNvPr>
          <p:cNvSpPr>
            <a:spLocks noGrp="1"/>
          </p:cNvSpPr>
          <p:nvPr>
            <p:ph type="body" sz="quarter" idx="62"/>
          </p:nvPr>
        </p:nvSpPr>
        <p:spPr>
          <a:xfrm>
            <a:off x="1491371" y="3297351"/>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1" name="Text Placeholder 37">
            <a:extLst>
              <a:ext uri="{FF2B5EF4-FFF2-40B4-BE49-F238E27FC236}">
                <a16:creationId xmlns:a16="http://schemas.microsoft.com/office/drawing/2014/main" id="{C7229E1F-B221-29A9-4121-9AB7571172C8}"/>
              </a:ext>
            </a:extLst>
          </p:cNvPr>
          <p:cNvSpPr>
            <a:spLocks noGrp="1"/>
          </p:cNvSpPr>
          <p:nvPr>
            <p:ph type="body" sz="quarter" idx="96"/>
          </p:nvPr>
        </p:nvSpPr>
        <p:spPr>
          <a:xfrm>
            <a:off x="5347251" y="3297351"/>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2" name="Text Placeholder 39">
            <a:extLst>
              <a:ext uri="{FF2B5EF4-FFF2-40B4-BE49-F238E27FC236}">
                <a16:creationId xmlns:a16="http://schemas.microsoft.com/office/drawing/2014/main" id="{C9D12808-4957-032F-A845-94EEC2925E89}"/>
              </a:ext>
            </a:extLst>
          </p:cNvPr>
          <p:cNvSpPr>
            <a:spLocks noGrp="1"/>
          </p:cNvSpPr>
          <p:nvPr>
            <p:ph type="body" sz="quarter" idx="64"/>
          </p:nvPr>
        </p:nvSpPr>
        <p:spPr>
          <a:xfrm>
            <a:off x="9154043" y="3297351"/>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3" name="Text Placeholder 41">
            <a:extLst>
              <a:ext uri="{FF2B5EF4-FFF2-40B4-BE49-F238E27FC236}">
                <a16:creationId xmlns:a16="http://schemas.microsoft.com/office/drawing/2014/main" id="{B12AD652-87BB-53BF-14D1-7CADF3402526}"/>
              </a:ext>
            </a:extLst>
          </p:cNvPr>
          <p:cNvSpPr>
            <a:spLocks noGrp="1"/>
          </p:cNvSpPr>
          <p:nvPr>
            <p:ph type="body" sz="quarter" idx="97"/>
          </p:nvPr>
        </p:nvSpPr>
        <p:spPr>
          <a:xfrm>
            <a:off x="1491371" y="4748325"/>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4" name="Text Placeholder 43">
            <a:extLst>
              <a:ext uri="{FF2B5EF4-FFF2-40B4-BE49-F238E27FC236}">
                <a16:creationId xmlns:a16="http://schemas.microsoft.com/office/drawing/2014/main" id="{2F5D586D-E682-4214-BDFC-2381008A2DAD}"/>
              </a:ext>
            </a:extLst>
          </p:cNvPr>
          <p:cNvSpPr>
            <a:spLocks noGrp="1"/>
          </p:cNvSpPr>
          <p:nvPr>
            <p:ph type="body" sz="quarter" idx="66"/>
          </p:nvPr>
        </p:nvSpPr>
        <p:spPr>
          <a:xfrm>
            <a:off x="5347251" y="4748325"/>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6" name="Text Placeholder 45">
            <a:extLst>
              <a:ext uri="{FF2B5EF4-FFF2-40B4-BE49-F238E27FC236}">
                <a16:creationId xmlns:a16="http://schemas.microsoft.com/office/drawing/2014/main" id="{CED54B08-20E7-A541-B8ED-9C32BBF3A87B}"/>
              </a:ext>
            </a:extLst>
          </p:cNvPr>
          <p:cNvSpPr>
            <a:spLocks noGrp="1"/>
          </p:cNvSpPr>
          <p:nvPr>
            <p:ph type="body" sz="quarter" idx="98"/>
          </p:nvPr>
        </p:nvSpPr>
        <p:spPr>
          <a:xfrm>
            <a:off x="9154043" y="4732794"/>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grpSp>
        <p:nvGrpSpPr>
          <p:cNvPr id="2" name="Group 1">
            <a:extLst>
              <a:ext uri="{FF2B5EF4-FFF2-40B4-BE49-F238E27FC236}">
                <a16:creationId xmlns:a16="http://schemas.microsoft.com/office/drawing/2014/main" id="{17B0F2C0-925C-7BBB-CF3D-3EFA3023619E}"/>
              </a:ext>
            </a:extLst>
          </p:cNvPr>
          <p:cNvGrpSpPr/>
          <p:nvPr userDrawn="1"/>
        </p:nvGrpSpPr>
        <p:grpSpPr>
          <a:xfrm>
            <a:off x="12356815" y="0"/>
            <a:ext cx="756833" cy="6872642"/>
            <a:chOff x="12356815" y="0"/>
            <a:chExt cx="756833" cy="6872642"/>
          </a:xfrm>
        </p:grpSpPr>
        <p:sp>
          <p:nvSpPr>
            <p:cNvPr id="4" name="Rectangle 3">
              <a:extLst>
                <a:ext uri="{FF2B5EF4-FFF2-40B4-BE49-F238E27FC236}">
                  <a16:creationId xmlns:a16="http://schemas.microsoft.com/office/drawing/2014/main" id="{C5455081-1828-7904-0001-BC934A660606}"/>
                </a:ext>
              </a:extLst>
            </p:cNvPr>
            <p:cNvSpPr/>
            <p:nvPr userDrawn="1"/>
          </p:nvSpPr>
          <p:spPr>
            <a:xfrm>
              <a:off x="12356815" y="0"/>
              <a:ext cx="553069" cy="3279913"/>
            </a:xfrm>
            <a:prstGeom prst="rect">
              <a:avLst/>
            </a:prstGeom>
            <a:solidFill>
              <a:srgbClr val="F2F2F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5" name="TextBox 4">
              <a:extLst>
                <a:ext uri="{FF2B5EF4-FFF2-40B4-BE49-F238E27FC236}">
                  <a16:creationId xmlns:a16="http://schemas.microsoft.com/office/drawing/2014/main" id="{3E3D09F2-AB33-1AC4-0D3A-280025571747}"/>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ON LIGHT AND EXTRA LIGHT</a:t>
              </a:r>
            </a:p>
          </p:txBody>
        </p:sp>
        <p:sp>
          <p:nvSpPr>
            <p:cNvPr id="7" name="Rectangle 6">
              <a:extLst>
                <a:ext uri="{FF2B5EF4-FFF2-40B4-BE49-F238E27FC236}">
                  <a16:creationId xmlns:a16="http://schemas.microsoft.com/office/drawing/2014/main" id="{4C9DAD0D-F2A3-3E01-93E0-7707C0D45AE5}"/>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0" name="Group 9">
              <a:extLst>
                <a:ext uri="{FF2B5EF4-FFF2-40B4-BE49-F238E27FC236}">
                  <a16:creationId xmlns:a16="http://schemas.microsoft.com/office/drawing/2014/main" id="{4E58AC6A-2C7D-7015-9DE8-17FFA28EA20C}"/>
                </a:ext>
              </a:extLst>
            </p:cNvPr>
            <p:cNvGrpSpPr/>
            <p:nvPr userDrawn="1"/>
          </p:nvGrpSpPr>
          <p:grpSpPr>
            <a:xfrm>
              <a:off x="12442019" y="3791214"/>
              <a:ext cx="382660" cy="2882942"/>
              <a:chOff x="14001569" y="3716048"/>
              <a:chExt cx="316248" cy="3171236"/>
            </a:xfrm>
          </p:grpSpPr>
          <p:sp>
            <p:nvSpPr>
              <p:cNvPr id="25" name="Rectangle 24">
                <a:extLst>
                  <a:ext uri="{FF2B5EF4-FFF2-40B4-BE49-F238E27FC236}">
                    <a16:creationId xmlns:a16="http://schemas.microsoft.com/office/drawing/2014/main" id="{891E5E40-38FB-1F37-4BD1-9C50B3FC18D0}"/>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C7413532-B27C-76FE-5F2A-E588EC2AA6C7}"/>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2F4DCF72-1B59-0D30-C8E3-5FE91F4601E0}"/>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A3E4DDB1-0EB7-5BAD-1A1B-9ED96B5E1BA1}"/>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2216EACE-097A-1395-53DE-B123BCDF821E}"/>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8E091C54-3F02-74D5-0E35-13526A0BECB5}"/>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1DB032B1-4252-C5EB-CB50-AD40ECFD7F25}"/>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9B51F9E8-8EBF-0DEF-BFD3-947430099245}"/>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57E59CED-015E-B28D-7016-42C6B9733CAB}"/>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BDADD0FF-95DD-40BF-7E4E-087AFA2B038E}"/>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2" name="Group 11">
              <a:extLst>
                <a:ext uri="{FF2B5EF4-FFF2-40B4-BE49-F238E27FC236}">
                  <a16:creationId xmlns:a16="http://schemas.microsoft.com/office/drawing/2014/main" id="{11E61447-0977-329B-6995-18D8B8367957}"/>
                </a:ext>
              </a:extLst>
            </p:cNvPr>
            <p:cNvGrpSpPr/>
            <p:nvPr userDrawn="1"/>
          </p:nvGrpSpPr>
          <p:grpSpPr>
            <a:xfrm>
              <a:off x="12442019" y="198485"/>
              <a:ext cx="382660" cy="2882942"/>
              <a:chOff x="12742785" y="3716048"/>
              <a:chExt cx="316248" cy="3171236"/>
            </a:xfrm>
          </p:grpSpPr>
          <p:sp>
            <p:nvSpPr>
              <p:cNvPr id="14" name="Rectangle 13">
                <a:extLst>
                  <a:ext uri="{FF2B5EF4-FFF2-40B4-BE49-F238E27FC236}">
                    <a16:creationId xmlns:a16="http://schemas.microsoft.com/office/drawing/2014/main" id="{23182D1F-8898-AE26-7E5C-BE932F71CCB0}"/>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5" name="Rectangle 14">
                <a:extLst>
                  <a:ext uri="{FF2B5EF4-FFF2-40B4-BE49-F238E27FC236}">
                    <a16:creationId xmlns:a16="http://schemas.microsoft.com/office/drawing/2014/main" id="{96A5FAC9-A053-1A4E-4C40-BEAC35EDDEEA}"/>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6" name="Rectangle 15">
                <a:extLst>
                  <a:ext uri="{FF2B5EF4-FFF2-40B4-BE49-F238E27FC236}">
                    <a16:creationId xmlns:a16="http://schemas.microsoft.com/office/drawing/2014/main" id="{9C9E7C00-061A-EE94-6C8F-74EE33F50D6F}"/>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7" name="Rectangle 16">
                <a:extLst>
                  <a:ext uri="{FF2B5EF4-FFF2-40B4-BE49-F238E27FC236}">
                    <a16:creationId xmlns:a16="http://schemas.microsoft.com/office/drawing/2014/main" id="{DFACD0BF-A135-7E7C-DFB5-7C021BC187F3}"/>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8" name="Rectangle 17">
                <a:extLst>
                  <a:ext uri="{FF2B5EF4-FFF2-40B4-BE49-F238E27FC236}">
                    <a16:creationId xmlns:a16="http://schemas.microsoft.com/office/drawing/2014/main" id="{2A1A4C91-A440-142C-FC4E-98884885C19A}"/>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9" name="Rectangle 18">
                <a:extLst>
                  <a:ext uri="{FF2B5EF4-FFF2-40B4-BE49-F238E27FC236}">
                    <a16:creationId xmlns:a16="http://schemas.microsoft.com/office/drawing/2014/main" id="{617EB3C2-5272-9EC3-5426-5312EABD7266}"/>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5C844397-3F82-2B40-0393-2B0F1525B5C0}"/>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BF5405CF-E9AD-FBDE-A2E0-E4910238790E}"/>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5DB1EFFC-C24B-75EF-3670-ACB50DF1A3D4}"/>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F657652B-97E6-09ED-E6BA-54D7C70ABB73}"/>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3" name="TextBox 12">
              <a:extLst>
                <a:ext uri="{FF2B5EF4-FFF2-40B4-BE49-F238E27FC236}">
                  <a16:creationId xmlns:a16="http://schemas.microsoft.com/office/drawing/2014/main" id="{6FE089F0-77C8-7031-39D3-2D3CCCDA73BD}"/>
                </a:ext>
              </a:extLst>
            </p:cNvPr>
            <p:cNvSpPr txBox="1"/>
            <p:nvPr userDrawn="1"/>
          </p:nvSpPr>
          <p:spPr>
            <a:xfrm rot="16200000">
              <a:off x="12562248" y="5173598"/>
              <a:ext cx="984244" cy="118174"/>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Arial" panose="020B0604020202020204" pitchFamily="34" charset="0"/>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Arial" panose="020B0604020202020204" pitchFamily="34" charset="0"/>
                <a:ea typeface="GT America Regular" charset="0"/>
                <a:cs typeface="GT America Regular" charset="0"/>
              </a:endParaRPr>
            </a:p>
          </p:txBody>
        </p:sp>
      </p:grpSp>
      <p:sp>
        <p:nvSpPr>
          <p:cNvPr id="37" name="TextBox 36">
            <a:extLst>
              <a:ext uri="{FF2B5EF4-FFF2-40B4-BE49-F238E27FC236}">
                <a16:creationId xmlns:a16="http://schemas.microsoft.com/office/drawing/2014/main" id="{6D981FC1-C3CE-CE58-C0DB-306D7B61F373}"/>
              </a:ext>
            </a:extLst>
          </p:cNvPr>
          <p:cNvSpPr txBox="1"/>
          <p:nvPr userDrawn="1"/>
        </p:nvSpPr>
        <p:spPr>
          <a:xfrm>
            <a:off x="12356815" y="3377042"/>
            <a:ext cx="817531" cy="116635"/>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endParaRPr>
          </a:p>
        </p:txBody>
      </p:sp>
    </p:spTree>
    <p:extLst>
      <p:ext uri="{BB962C8B-B14F-4D97-AF65-F5344CB8AC3E}">
        <p14:creationId xmlns:p14="http://schemas.microsoft.com/office/powerpoint/2010/main" val="1313238888"/>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Contact Sheet 12-up">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546200" y="1562404"/>
            <a:ext cx="723656" cy="725487"/>
          </a:xfrm>
          <a:solidFill>
            <a:schemeClr val="accent1"/>
          </a:solidFill>
          <a:ln>
            <a:noFill/>
          </a:ln>
        </p:spPr>
        <p:txBody>
          <a:bodyPr anchor="b">
            <a:normAutofit/>
          </a:bodyPr>
          <a:lstStyle>
            <a:lvl1pPr algn="ctr">
              <a:defRPr sz="800">
                <a:solidFill>
                  <a:schemeClr val="bg1"/>
                </a:solidFill>
                <a:latin typeface="Arial" panose="020B0604020202020204" pitchFamily="34" charset="0"/>
              </a:defRPr>
            </a:lvl1pPr>
          </a:lstStyle>
          <a:p>
            <a:r>
              <a:rPr lang="en-US"/>
              <a:t>Silhouette</a:t>
            </a:r>
            <a:br>
              <a:rPr lang="en-US"/>
            </a:br>
            <a:r>
              <a:rPr lang="en-US"/>
              <a:t>portrait</a:t>
            </a:r>
          </a:p>
        </p:txBody>
      </p:sp>
      <p:sp>
        <p:nvSpPr>
          <p:cNvPr id="3" name="Picture Placeholder 9">
            <a:extLst>
              <a:ext uri="{FF2B5EF4-FFF2-40B4-BE49-F238E27FC236}">
                <a16:creationId xmlns:a16="http://schemas.microsoft.com/office/drawing/2014/main" id="{25876E2B-22D5-E023-0774-0D2E4727B88F}"/>
              </a:ext>
            </a:extLst>
          </p:cNvPr>
          <p:cNvSpPr>
            <a:spLocks noGrp="1"/>
          </p:cNvSpPr>
          <p:nvPr>
            <p:ph type="pic" sz="quarter" idx="59" hasCustomPrompt="1"/>
          </p:nvPr>
        </p:nvSpPr>
        <p:spPr>
          <a:xfrm>
            <a:off x="547356" y="3139584"/>
            <a:ext cx="723656" cy="725487"/>
          </a:xfrm>
          <a:solidFill>
            <a:schemeClr val="accent1"/>
          </a:solidFill>
          <a:ln>
            <a:noFill/>
          </a:ln>
        </p:spPr>
        <p:txBody>
          <a:bodyPr anchor="b">
            <a:normAutofit/>
          </a:bodyPr>
          <a:lstStyle>
            <a:lvl1pPr algn="ctr">
              <a:defRPr sz="800">
                <a:solidFill>
                  <a:schemeClr val="bg1"/>
                </a:solidFill>
                <a:latin typeface="Arial" panose="020B0604020202020204" pitchFamily="34" charset="0"/>
              </a:defRPr>
            </a:lvl1pPr>
          </a:lstStyle>
          <a:p>
            <a:r>
              <a:rPr lang="en-US"/>
              <a:t>Silhouette</a:t>
            </a:r>
            <a:br>
              <a:rPr lang="en-US"/>
            </a:br>
            <a:r>
              <a:rPr lang="en-US"/>
              <a:t>portrait</a:t>
            </a:r>
          </a:p>
        </p:txBody>
      </p:sp>
      <p:sp>
        <p:nvSpPr>
          <p:cNvPr id="6" name="Picture Placeholder 9">
            <a:extLst>
              <a:ext uri="{FF2B5EF4-FFF2-40B4-BE49-F238E27FC236}">
                <a16:creationId xmlns:a16="http://schemas.microsoft.com/office/drawing/2014/main" id="{D6976165-15B0-50D3-48A1-3EEF58B092C0}"/>
              </a:ext>
            </a:extLst>
          </p:cNvPr>
          <p:cNvSpPr>
            <a:spLocks noGrp="1"/>
          </p:cNvSpPr>
          <p:nvPr>
            <p:ph type="pic" sz="quarter" idx="61" hasCustomPrompt="1"/>
          </p:nvPr>
        </p:nvSpPr>
        <p:spPr>
          <a:xfrm>
            <a:off x="554788" y="4705350"/>
            <a:ext cx="723656" cy="725487"/>
          </a:xfrm>
          <a:solidFill>
            <a:schemeClr val="accent1"/>
          </a:solidFill>
          <a:ln>
            <a:noFill/>
          </a:ln>
        </p:spPr>
        <p:txBody>
          <a:bodyPr anchor="b">
            <a:normAutofit/>
          </a:bodyPr>
          <a:lstStyle>
            <a:lvl1pPr algn="ctr">
              <a:defRPr sz="800">
                <a:solidFill>
                  <a:schemeClr val="bg1"/>
                </a:solidFill>
                <a:latin typeface="Arial" panose="020B0604020202020204" pitchFamily="34" charset="0"/>
              </a:defRPr>
            </a:lvl1pPr>
          </a:lstStyle>
          <a:p>
            <a:r>
              <a:rPr lang="en-US"/>
              <a:t>Silhouette</a:t>
            </a:r>
            <a:br>
              <a:rPr lang="en-US"/>
            </a:br>
            <a:r>
              <a:rPr lang="en-US"/>
              <a:t>portrait</a:t>
            </a:r>
          </a:p>
        </p:txBody>
      </p:sp>
      <p:sp>
        <p:nvSpPr>
          <p:cNvPr id="12" name="Picture Placeholder 9">
            <a:extLst>
              <a:ext uri="{FF2B5EF4-FFF2-40B4-BE49-F238E27FC236}">
                <a16:creationId xmlns:a16="http://schemas.microsoft.com/office/drawing/2014/main" id="{0CE498C5-374E-D8FE-F156-A53931D853E7}"/>
              </a:ext>
            </a:extLst>
          </p:cNvPr>
          <p:cNvSpPr>
            <a:spLocks noGrp="1"/>
          </p:cNvSpPr>
          <p:nvPr>
            <p:ph type="pic" sz="quarter" idx="63" hasCustomPrompt="1"/>
          </p:nvPr>
        </p:nvSpPr>
        <p:spPr>
          <a:xfrm>
            <a:off x="3365932" y="1562404"/>
            <a:ext cx="723656" cy="725487"/>
          </a:xfrm>
          <a:solidFill>
            <a:schemeClr val="accent1"/>
          </a:solidFill>
          <a:ln>
            <a:noFill/>
          </a:ln>
        </p:spPr>
        <p:txBody>
          <a:bodyPr anchor="b">
            <a:normAutofit/>
          </a:bodyPr>
          <a:lstStyle>
            <a:lvl1pPr algn="ctr">
              <a:defRPr sz="800">
                <a:solidFill>
                  <a:schemeClr val="bg1"/>
                </a:solidFill>
                <a:latin typeface="Arial" panose="020B0604020202020204" pitchFamily="34" charset="0"/>
              </a:defRPr>
            </a:lvl1pPr>
          </a:lstStyle>
          <a:p>
            <a:r>
              <a:rPr lang="en-US"/>
              <a:t>Silhouette</a:t>
            </a:r>
            <a:br>
              <a:rPr lang="en-US"/>
            </a:br>
            <a:r>
              <a:rPr lang="en-US"/>
              <a:t>portrait</a:t>
            </a:r>
          </a:p>
        </p:txBody>
      </p:sp>
      <p:sp>
        <p:nvSpPr>
          <p:cNvPr id="15" name="Picture Placeholder 9">
            <a:extLst>
              <a:ext uri="{FF2B5EF4-FFF2-40B4-BE49-F238E27FC236}">
                <a16:creationId xmlns:a16="http://schemas.microsoft.com/office/drawing/2014/main" id="{1FCBF2C0-C112-B81E-0578-54F91D1D965D}"/>
              </a:ext>
            </a:extLst>
          </p:cNvPr>
          <p:cNvSpPr>
            <a:spLocks noGrp="1"/>
          </p:cNvSpPr>
          <p:nvPr>
            <p:ph type="pic" sz="quarter" idx="65" hasCustomPrompt="1"/>
          </p:nvPr>
        </p:nvSpPr>
        <p:spPr>
          <a:xfrm>
            <a:off x="3367088" y="3139584"/>
            <a:ext cx="723656" cy="725487"/>
          </a:xfrm>
          <a:solidFill>
            <a:schemeClr val="accent1"/>
          </a:solidFill>
          <a:ln>
            <a:noFill/>
          </a:ln>
        </p:spPr>
        <p:txBody>
          <a:bodyPr anchor="b">
            <a:normAutofit/>
          </a:bodyPr>
          <a:lstStyle>
            <a:lvl1pPr algn="ctr">
              <a:defRPr sz="800">
                <a:solidFill>
                  <a:schemeClr val="bg1"/>
                </a:solidFill>
                <a:latin typeface="Arial" panose="020B0604020202020204" pitchFamily="34" charset="0"/>
              </a:defRPr>
            </a:lvl1pPr>
          </a:lstStyle>
          <a:p>
            <a:r>
              <a:rPr lang="en-US"/>
              <a:t>Silhouette</a:t>
            </a:r>
            <a:br>
              <a:rPr lang="en-US"/>
            </a:br>
            <a:r>
              <a:rPr lang="en-US"/>
              <a:t>portrait</a:t>
            </a:r>
          </a:p>
        </p:txBody>
      </p:sp>
      <p:sp>
        <p:nvSpPr>
          <p:cNvPr id="17" name="Picture Placeholder 9">
            <a:extLst>
              <a:ext uri="{FF2B5EF4-FFF2-40B4-BE49-F238E27FC236}">
                <a16:creationId xmlns:a16="http://schemas.microsoft.com/office/drawing/2014/main" id="{4C09C1F9-ECED-C5BA-42C5-0EE10E589CC6}"/>
              </a:ext>
            </a:extLst>
          </p:cNvPr>
          <p:cNvSpPr>
            <a:spLocks noGrp="1"/>
          </p:cNvSpPr>
          <p:nvPr>
            <p:ph type="pic" sz="quarter" idx="67" hasCustomPrompt="1"/>
          </p:nvPr>
        </p:nvSpPr>
        <p:spPr>
          <a:xfrm>
            <a:off x="3374520" y="4705350"/>
            <a:ext cx="723656" cy="725487"/>
          </a:xfrm>
          <a:solidFill>
            <a:schemeClr val="accent1"/>
          </a:solidFill>
          <a:ln>
            <a:noFill/>
          </a:ln>
        </p:spPr>
        <p:txBody>
          <a:bodyPr anchor="b">
            <a:normAutofit/>
          </a:bodyPr>
          <a:lstStyle>
            <a:lvl1pPr algn="ctr">
              <a:defRPr sz="800">
                <a:solidFill>
                  <a:schemeClr val="bg1"/>
                </a:solidFill>
                <a:latin typeface="Arial" panose="020B0604020202020204" pitchFamily="34" charset="0"/>
              </a:defRPr>
            </a:lvl1pPr>
          </a:lstStyle>
          <a:p>
            <a:r>
              <a:rPr lang="en-US"/>
              <a:t>Silhouette</a:t>
            </a:r>
            <a:br>
              <a:rPr lang="en-US"/>
            </a:br>
            <a:r>
              <a:rPr lang="en-US"/>
              <a:t>portrait</a:t>
            </a:r>
          </a:p>
        </p:txBody>
      </p:sp>
      <p:sp>
        <p:nvSpPr>
          <p:cNvPr id="19" name="Picture Placeholder 9">
            <a:extLst>
              <a:ext uri="{FF2B5EF4-FFF2-40B4-BE49-F238E27FC236}">
                <a16:creationId xmlns:a16="http://schemas.microsoft.com/office/drawing/2014/main" id="{0042FFDF-513A-EC10-98FD-B9C57D062AE0}"/>
              </a:ext>
            </a:extLst>
          </p:cNvPr>
          <p:cNvSpPr>
            <a:spLocks noGrp="1"/>
          </p:cNvSpPr>
          <p:nvPr>
            <p:ph type="pic" sz="quarter" idx="69" hasCustomPrompt="1"/>
          </p:nvPr>
        </p:nvSpPr>
        <p:spPr>
          <a:xfrm>
            <a:off x="6185664" y="1562404"/>
            <a:ext cx="723656" cy="725487"/>
          </a:xfrm>
          <a:solidFill>
            <a:schemeClr val="accent1"/>
          </a:solidFill>
          <a:ln>
            <a:noFill/>
          </a:ln>
        </p:spPr>
        <p:txBody>
          <a:bodyPr anchor="b">
            <a:normAutofit/>
          </a:bodyPr>
          <a:lstStyle>
            <a:lvl1pPr algn="ctr">
              <a:defRPr sz="800">
                <a:solidFill>
                  <a:schemeClr val="bg1"/>
                </a:solidFill>
                <a:latin typeface="Arial" panose="020B0604020202020204" pitchFamily="34" charset="0"/>
              </a:defRPr>
            </a:lvl1pPr>
          </a:lstStyle>
          <a:p>
            <a:r>
              <a:rPr lang="en-US"/>
              <a:t>Silhouette</a:t>
            </a:r>
            <a:br>
              <a:rPr lang="en-US"/>
            </a:br>
            <a:r>
              <a:rPr lang="en-US"/>
              <a:t>portrait</a:t>
            </a:r>
          </a:p>
        </p:txBody>
      </p:sp>
      <p:sp>
        <p:nvSpPr>
          <p:cNvPr id="22" name="Picture Placeholder 9">
            <a:extLst>
              <a:ext uri="{FF2B5EF4-FFF2-40B4-BE49-F238E27FC236}">
                <a16:creationId xmlns:a16="http://schemas.microsoft.com/office/drawing/2014/main" id="{8BC36A4B-DA0D-6BF1-C4D6-33880787409E}"/>
              </a:ext>
            </a:extLst>
          </p:cNvPr>
          <p:cNvSpPr>
            <a:spLocks noGrp="1"/>
          </p:cNvSpPr>
          <p:nvPr>
            <p:ph type="pic" sz="quarter" idx="71" hasCustomPrompt="1"/>
          </p:nvPr>
        </p:nvSpPr>
        <p:spPr>
          <a:xfrm>
            <a:off x="6186820" y="3139584"/>
            <a:ext cx="723656" cy="725487"/>
          </a:xfrm>
          <a:solidFill>
            <a:schemeClr val="accent1"/>
          </a:solidFill>
          <a:ln>
            <a:noFill/>
          </a:ln>
        </p:spPr>
        <p:txBody>
          <a:bodyPr anchor="b">
            <a:normAutofit/>
          </a:bodyPr>
          <a:lstStyle>
            <a:lvl1pPr algn="ctr">
              <a:defRPr sz="800">
                <a:solidFill>
                  <a:schemeClr val="bg1"/>
                </a:solidFill>
                <a:latin typeface="Arial" panose="020B0604020202020204" pitchFamily="34" charset="0"/>
              </a:defRPr>
            </a:lvl1pPr>
          </a:lstStyle>
          <a:p>
            <a:r>
              <a:rPr lang="en-US"/>
              <a:t>Silhouette</a:t>
            </a:r>
            <a:br>
              <a:rPr lang="en-US"/>
            </a:br>
            <a:r>
              <a:rPr lang="en-US"/>
              <a:t>portrait</a:t>
            </a:r>
          </a:p>
        </p:txBody>
      </p:sp>
      <p:sp>
        <p:nvSpPr>
          <p:cNvPr id="24" name="Picture Placeholder 9">
            <a:extLst>
              <a:ext uri="{FF2B5EF4-FFF2-40B4-BE49-F238E27FC236}">
                <a16:creationId xmlns:a16="http://schemas.microsoft.com/office/drawing/2014/main" id="{76E7E740-2280-24BA-7A1B-AB4C8412EB3C}"/>
              </a:ext>
            </a:extLst>
          </p:cNvPr>
          <p:cNvSpPr>
            <a:spLocks noGrp="1"/>
          </p:cNvSpPr>
          <p:nvPr>
            <p:ph type="pic" sz="quarter" idx="73" hasCustomPrompt="1"/>
          </p:nvPr>
        </p:nvSpPr>
        <p:spPr>
          <a:xfrm>
            <a:off x="6194252" y="4705350"/>
            <a:ext cx="723656" cy="725487"/>
          </a:xfrm>
          <a:solidFill>
            <a:schemeClr val="accent1"/>
          </a:solidFill>
          <a:ln>
            <a:noFill/>
          </a:ln>
        </p:spPr>
        <p:txBody>
          <a:bodyPr anchor="b">
            <a:normAutofit/>
          </a:bodyPr>
          <a:lstStyle>
            <a:lvl1pPr algn="ctr">
              <a:defRPr sz="800">
                <a:solidFill>
                  <a:schemeClr val="bg1"/>
                </a:solidFill>
                <a:latin typeface="Arial" panose="020B0604020202020204" pitchFamily="34" charset="0"/>
              </a:defRPr>
            </a:lvl1pPr>
          </a:lstStyle>
          <a:p>
            <a:r>
              <a:rPr lang="en-US"/>
              <a:t>Silhouette</a:t>
            </a:r>
            <a:br>
              <a:rPr lang="en-US"/>
            </a:br>
            <a:r>
              <a:rPr lang="en-US"/>
              <a:t>portrait</a:t>
            </a:r>
          </a:p>
        </p:txBody>
      </p:sp>
      <p:sp>
        <p:nvSpPr>
          <p:cNvPr id="26" name="Picture Placeholder 9">
            <a:extLst>
              <a:ext uri="{FF2B5EF4-FFF2-40B4-BE49-F238E27FC236}">
                <a16:creationId xmlns:a16="http://schemas.microsoft.com/office/drawing/2014/main" id="{CADD27F9-84C7-1DB2-249A-964A088830A2}"/>
              </a:ext>
            </a:extLst>
          </p:cNvPr>
          <p:cNvSpPr>
            <a:spLocks noGrp="1"/>
          </p:cNvSpPr>
          <p:nvPr>
            <p:ph type="pic" sz="quarter" idx="75" hasCustomPrompt="1"/>
          </p:nvPr>
        </p:nvSpPr>
        <p:spPr>
          <a:xfrm>
            <a:off x="9005396" y="1562404"/>
            <a:ext cx="723656" cy="725487"/>
          </a:xfrm>
          <a:solidFill>
            <a:schemeClr val="accent1"/>
          </a:solidFill>
          <a:ln>
            <a:noFill/>
          </a:ln>
        </p:spPr>
        <p:txBody>
          <a:bodyPr anchor="b">
            <a:normAutofit/>
          </a:bodyPr>
          <a:lstStyle>
            <a:lvl1pPr algn="ctr">
              <a:defRPr sz="800">
                <a:solidFill>
                  <a:schemeClr val="bg1"/>
                </a:solidFill>
                <a:latin typeface="Arial" panose="020B0604020202020204" pitchFamily="34" charset="0"/>
              </a:defRPr>
            </a:lvl1pPr>
          </a:lstStyle>
          <a:p>
            <a:r>
              <a:rPr lang="en-US"/>
              <a:t>Silhouette</a:t>
            </a:r>
            <a:br>
              <a:rPr lang="en-US"/>
            </a:br>
            <a:r>
              <a:rPr lang="en-US"/>
              <a:t>portrait</a:t>
            </a:r>
          </a:p>
        </p:txBody>
      </p:sp>
      <p:sp>
        <p:nvSpPr>
          <p:cNvPr id="34" name="Picture Placeholder 9">
            <a:extLst>
              <a:ext uri="{FF2B5EF4-FFF2-40B4-BE49-F238E27FC236}">
                <a16:creationId xmlns:a16="http://schemas.microsoft.com/office/drawing/2014/main" id="{FF1E356A-47B8-BFE3-D4E2-B4F8BF65D253}"/>
              </a:ext>
            </a:extLst>
          </p:cNvPr>
          <p:cNvSpPr>
            <a:spLocks noGrp="1"/>
          </p:cNvSpPr>
          <p:nvPr>
            <p:ph type="pic" sz="quarter" idx="77" hasCustomPrompt="1"/>
          </p:nvPr>
        </p:nvSpPr>
        <p:spPr>
          <a:xfrm>
            <a:off x="9006552" y="3139584"/>
            <a:ext cx="723656" cy="725487"/>
          </a:xfrm>
          <a:solidFill>
            <a:schemeClr val="accent1"/>
          </a:solidFill>
          <a:ln>
            <a:noFill/>
          </a:ln>
        </p:spPr>
        <p:txBody>
          <a:bodyPr anchor="b">
            <a:normAutofit/>
          </a:bodyPr>
          <a:lstStyle>
            <a:lvl1pPr algn="ctr">
              <a:defRPr sz="800">
                <a:solidFill>
                  <a:schemeClr val="bg1"/>
                </a:solidFill>
                <a:latin typeface="Arial" panose="020B0604020202020204" pitchFamily="34" charset="0"/>
              </a:defRPr>
            </a:lvl1pPr>
          </a:lstStyle>
          <a:p>
            <a:r>
              <a:rPr lang="en-US"/>
              <a:t>Silhouette</a:t>
            </a:r>
            <a:br>
              <a:rPr lang="en-US"/>
            </a:br>
            <a:r>
              <a:rPr lang="en-US"/>
              <a:t>portrait</a:t>
            </a:r>
          </a:p>
        </p:txBody>
      </p:sp>
      <p:sp>
        <p:nvSpPr>
          <p:cNvPr id="36" name="Picture Placeholder 9">
            <a:extLst>
              <a:ext uri="{FF2B5EF4-FFF2-40B4-BE49-F238E27FC236}">
                <a16:creationId xmlns:a16="http://schemas.microsoft.com/office/drawing/2014/main" id="{D13123F8-5707-1836-E32B-577B73747D46}"/>
              </a:ext>
            </a:extLst>
          </p:cNvPr>
          <p:cNvSpPr>
            <a:spLocks noGrp="1"/>
          </p:cNvSpPr>
          <p:nvPr>
            <p:ph type="pic" sz="quarter" idx="79" hasCustomPrompt="1"/>
          </p:nvPr>
        </p:nvSpPr>
        <p:spPr>
          <a:xfrm>
            <a:off x="9013984" y="4705350"/>
            <a:ext cx="723656" cy="725487"/>
          </a:xfrm>
          <a:solidFill>
            <a:schemeClr val="accent1"/>
          </a:solidFill>
          <a:ln>
            <a:noFill/>
          </a:ln>
        </p:spPr>
        <p:txBody>
          <a:bodyPr anchor="b">
            <a:normAutofit/>
          </a:bodyPr>
          <a:lstStyle>
            <a:lvl1pPr algn="ctr">
              <a:defRPr sz="800">
                <a:solidFill>
                  <a:schemeClr val="bg1"/>
                </a:solidFill>
                <a:latin typeface="Arial" panose="020B0604020202020204" pitchFamily="34" charset="0"/>
              </a:defRPr>
            </a:lvl1pPr>
          </a:lstStyle>
          <a:p>
            <a:r>
              <a:rPr lang="en-US"/>
              <a:t>Silhouette</a:t>
            </a:r>
            <a:br>
              <a:rPr lang="en-US"/>
            </a:br>
            <a:r>
              <a:rPr lang="en-US"/>
              <a:t>portrait</a:t>
            </a:r>
          </a:p>
        </p:txBody>
      </p:sp>
      <p:sp>
        <p:nvSpPr>
          <p:cNvPr id="13" name="Title 12">
            <a:extLst>
              <a:ext uri="{FF2B5EF4-FFF2-40B4-BE49-F238E27FC236}">
                <a16:creationId xmlns:a16="http://schemas.microsoft.com/office/drawing/2014/main" id="{E6ED4069-4F51-A36D-255A-CF77628C85CE}"/>
              </a:ext>
            </a:extLst>
          </p:cNvPr>
          <p:cNvSpPr>
            <a:spLocks noGrp="1"/>
          </p:cNvSpPr>
          <p:nvPr>
            <p:ph type="title"/>
          </p:nvPr>
        </p:nvSpPr>
        <p:spPr/>
        <p:txBody>
          <a:bodyPr/>
          <a:lstStyle/>
          <a:p>
            <a:r>
              <a:rPr lang="en-US"/>
              <a:t>Click to edit Master title style</a:t>
            </a:r>
          </a:p>
        </p:txBody>
      </p:sp>
      <p:sp>
        <p:nvSpPr>
          <p:cNvPr id="7" name="Freeform 5">
            <a:extLst>
              <a:ext uri="{FF2B5EF4-FFF2-40B4-BE49-F238E27FC236}">
                <a16:creationId xmlns:a16="http://schemas.microsoft.com/office/drawing/2014/main" id="{71A8BD57-464A-7786-334E-596380BA0688}"/>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37" name="Text Placeholder 28">
            <a:extLst>
              <a:ext uri="{FF2B5EF4-FFF2-40B4-BE49-F238E27FC236}">
                <a16:creationId xmlns:a16="http://schemas.microsoft.com/office/drawing/2014/main" id="{20725060-FB97-FB2A-839C-88058950AD03}"/>
              </a:ext>
            </a:extLst>
          </p:cNvPr>
          <p:cNvSpPr>
            <a:spLocks noGrp="1"/>
          </p:cNvSpPr>
          <p:nvPr>
            <p:ph type="body" sz="quarter" idx="94"/>
          </p:nvPr>
        </p:nvSpPr>
        <p:spPr>
          <a:xfrm>
            <a:off x="545350" y="2421426"/>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38" name="Text Placeholder 31">
            <a:extLst>
              <a:ext uri="{FF2B5EF4-FFF2-40B4-BE49-F238E27FC236}">
                <a16:creationId xmlns:a16="http://schemas.microsoft.com/office/drawing/2014/main" id="{53AEDA35-ADD6-FCE3-846B-BF1E0A6CA883}"/>
              </a:ext>
            </a:extLst>
          </p:cNvPr>
          <p:cNvSpPr>
            <a:spLocks noGrp="1"/>
          </p:cNvSpPr>
          <p:nvPr>
            <p:ph type="body" sz="quarter" idx="60"/>
          </p:nvPr>
        </p:nvSpPr>
        <p:spPr>
          <a:xfrm>
            <a:off x="3357144" y="2426187"/>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39" name="Text Placeholder 33">
            <a:extLst>
              <a:ext uri="{FF2B5EF4-FFF2-40B4-BE49-F238E27FC236}">
                <a16:creationId xmlns:a16="http://schemas.microsoft.com/office/drawing/2014/main" id="{2C1C50A9-AF10-C8FA-22B4-FD7A9720D11F}"/>
              </a:ext>
            </a:extLst>
          </p:cNvPr>
          <p:cNvSpPr>
            <a:spLocks noGrp="1"/>
          </p:cNvSpPr>
          <p:nvPr>
            <p:ph type="body" sz="quarter" idx="95"/>
          </p:nvPr>
        </p:nvSpPr>
        <p:spPr>
          <a:xfrm>
            <a:off x="6174687" y="2426187"/>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0" name="Text Placeholder 35">
            <a:extLst>
              <a:ext uri="{FF2B5EF4-FFF2-40B4-BE49-F238E27FC236}">
                <a16:creationId xmlns:a16="http://schemas.microsoft.com/office/drawing/2014/main" id="{92186842-A495-47CB-E895-A3B746F32C1C}"/>
              </a:ext>
            </a:extLst>
          </p:cNvPr>
          <p:cNvSpPr>
            <a:spLocks noGrp="1"/>
          </p:cNvSpPr>
          <p:nvPr>
            <p:ph type="body" sz="quarter" idx="62"/>
          </p:nvPr>
        </p:nvSpPr>
        <p:spPr>
          <a:xfrm>
            <a:off x="9005296" y="2429974"/>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1" name="Text Placeholder 37">
            <a:extLst>
              <a:ext uri="{FF2B5EF4-FFF2-40B4-BE49-F238E27FC236}">
                <a16:creationId xmlns:a16="http://schemas.microsoft.com/office/drawing/2014/main" id="{6CA7FDF1-8EA1-3647-617E-68BBEC83B933}"/>
              </a:ext>
            </a:extLst>
          </p:cNvPr>
          <p:cNvSpPr>
            <a:spLocks noGrp="1"/>
          </p:cNvSpPr>
          <p:nvPr>
            <p:ph type="body" sz="quarter" idx="96"/>
          </p:nvPr>
        </p:nvSpPr>
        <p:spPr>
          <a:xfrm>
            <a:off x="543911" y="3997820"/>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2" name="Text Placeholder 39">
            <a:extLst>
              <a:ext uri="{FF2B5EF4-FFF2-40B4-BE49-F238E27FC236}">
                <a16:creationId xmlns:a16="http://schemas.microsoft.com/office/drawing/2014/main" id="{B0B8D82A-323A-DAD8-2FFF-306B1BD8A7B7}"/>
              </a:ext>
            </a:extLst>
          </p:cNvPr>
          <p:cNvSpPr>
            <a:spLocks noGrp="1"/>
          </p:cNvSpPr>
          <p:nvPr>
            <p:ph type="body" sz="quarter" idx="64"/>
          </p:nvPr>
        </p:nvSpPr>
        <p:spPr>
          <a:xfrm>
            <a:off x="3369875" y="3997820"/>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3" name="Text Placeholder 41">
            <a:extLst>
              <a:ext uri="{FF2B5EF4-FFF2-40B4-BE49-F238E27FC236}">
                <a16:creationId xmlns:a16="http://schemas.microsoft.com/office/drawing/2014/main" id="{7F998DD8-A4C0-EDC9-3264-47EC9ABA7F7E}"/>
              </a:ext>
            </a:extLst>
          </p:cNvPr>
          <p:cNvSpPr>
            <a:spLocks noGrp="1"/>
          </p:cNvSpPr>
          <p:nvPr>
            <p:ph type="body" sz="quarter" idx="97"/>
          </p:nvPr>
        </p:nvSpPr>
        <p:spPr>
          <a:xfrm>
            <a:off x="6185564" y="3988842"/>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4" name="Text Placeholder 43">
            <a:extLst>
              <a:ext uri="{FF2B5EF4-FFF2-40B4-BE49-F238E27FC236}">
                <a16:creationId xmlns:a16="http://schemas.microsoft.com/office/drawing/2014/main" id="{D6080B64-327A-4888-7E45-D37CB06BD006}"/>
              </a:ext>
            </a:extLst>
          </p:cNvPr>
          <p:cNvSpPr>
            <a:spLocks noGrp="1"/>
          </p:cNvSpPr>
          <p:nvPr>
            <p:ph type="body" sz="quarter" idx="66"/>
          </p:nvPr>
        </p:nvSpPr>
        <p:spPr>
          <a:xfrm>
            <a:off x="9013984" y="3997820"/>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5" name="Text Placeholder 45">
            <a:extLst>
              <a:ext uri="{FF2B5EF4-FFF2-40B4-BE49-F238E27FC236}">
                <a16:creationId xmlns:a16="http://schemas.microsoft.com/office/drawing/2014/main" id="{A553D40B-8982-89FD-71EF-AFB57D02AF77}"/>
              </a:ext>
            </a:extLst>
          </p:cNvPr>
          <p:cNvSpPr>
            <a:spLocks noGrp="1"/>
          </p:cNvSpPr>
          <p:nvPr>
            <p:ph type="body" sz="quarter" idx="98"/>
          </p:nvPr>
        </p:nvSpPr>
        <p:spPr>
          <a:xfrm>
            <a:off x="554038" y="5572433"/>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7" name="Text Placeholder 46">
            <a:extLst>
              <a:ext uri="{FF2B5EF4-FFF2-40B4-BE49-F238E27FC236}">
                <a16:creationId xmlns:a16="http://schemas.microsoft.com/office/drawing/2014/main" id="{CC20C2B1-E5AA-66A6-3529-09EBEC5AD9E7}"/>
              </a:ext>
            </a:extLst>
          </p:cNvPr>
          <p:cNvSpPr>
            <a:spLocks noGrp="1"/>
          </p:cNvSpPr>
          <p:nvPr>
            <p:ph type="body" sz="quarter" idx="99"/>
          </p:nvPr>
        </p:nvSpPr>
        <p:spPr>
          <a:xfrm>
            <a:off x="3375025" y="5572853"/>
            <a:ext cx="2616775" cy="588235"/>
          </a:xfrm>
        </p:spPr>
        <p:txBody>
          <a:bodyPr>
            <a:noAutofit/>
          </a:bodyPr>
          <a:lstStyle>
            <a:lvl1pPr marL="0" indent="0">
              <a:spcAft>
                <a:spcPts val="200"/>
              </a:spcAft>
              <a:buFont typeface="Arial" panose="020B0604020202020204" pitchFamily="34" charset="0"/>
              <a:buNone/>
              <a:defRPr sz="1200" b="1"/>
            </a:lvl1pPr>
            <a:lvl2pPr marL="0" indent="0">
              <a:spcAft>
                <a:spcPts val="600"/>
              </a:spcAft>
              <a:buFont typeface="Arial" panose="020B0604020202020204" pitchFamily="34" charset="0"/>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9" name="Text Placeholder 48">
            <a:extLst>
              <a:ext uri="{FF2B5EF4-FFF2-40B4-BE49-F238E27FC236}">
                <a16:creationId xmlns:a16="http://schemas.microsoft.com/office/drawing/2014/main" id="{FAD7CA57-DD70-B459-15AA-F71085154014}"/>
              </a:ext>
            </a:extLst>
          </p:cNvPr>
          <p:cNvSpPr>
            <a:spLocks noGrp="1"/>
          </p:cNvSpPr>
          <p:nvPr>
            <p:ph type="body" sz="quarter" idx="100"/>
          </p:nvPr>
        </p:nvSpPr>
        <p:spPr>
          <a:xfrm>
            <a:off x="6194425" y="5588367"/>
            <a:ext cx="2623130" cy="572721"/>
          </a:xfrm>
        </p:spPr>
        <p:txBody>
          <a:bodyPr>
            <a:noAutofit/>
          </a:bodyPr>
          <a:lstStyle>
            <a:lvl1pPr marL="0" indent="0">
              <a:spcAft>
                <a:spcPts val="200"/>
              </a:spcAft>
              <a:buFont typeface="Arial" panose="020B0604020202020204" pitchFamily="34" charset="0"/>
              <a:buNone/>
              <a:defRPr sz="1200" b="1"/>
            </a:lvl1pPr>
            <a:lvl2pPr marL="0" indent="0">
              <a:spcAft>
                <a:spcPts val="600"/>
              </a:spcAft>
              <a:buFont typeface="Arial" panose="020B0604020202020204" pitchFamily="34" charset="0"/>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1" name="Text Placeholder 50">
            <a:extLst>
              <a:ext uri="{FF2B5EF4-FFF2-40B4-BE49-F238E27FC236}">
                <a16:creationId xmlns:a16="http://schemas.microsoft.com/office/drawing/2014/main" id="{EC42BD93-D831-2404-6CB8-8837AFC980E9}"/>
              </a:ext>
            </a:extLst>
          </p:cNvPr>
          <p:cNvSpPr>
            <a:spLocks noGrp="1"/>
          </p:cNvSpPr>
          <p:nvPr>
            <p:ph type="body" sz="quarter" idx="101"/>
          </p:nvPr>
        </p:nvSpPr>
        <p:spPr>
          <a:xfrm>
            <a:off x="9013824" y="5572853"/>
            <a:ext cx="2612537" cy="588235"/>
          </a:xfrm>
        </p:spPr>
        <p:txBody>
          <a:bodyPr>
            <a:noAutofit/>
          </a:bodyPr>
          <a:lstStyle>
            <a:lvl1pPr marL="0" indent="0">
              <a:spcAft>
                <a:spcPts val="200"/>
              </a:spcAft>
              <a:buFont typeface="Arial" panose="020B0604020202020204" pitchFamily="34" charset="0"/>
              <a:buNone/>
              <a:defRPr sz="1200" b="1"/>
            </a:lvl1pPr>
            <a:lvl2pPr marL="0" indent="0">
              <a:spcAft>
                <a:spcPts val="600"/>
              </a:spcAft>
              <a:buFont typeface="Arial" panose="020B0604020202020204" pitchFamily="34" charset="0"/>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2" name="Text Placeholder 10">
            <a:extLst>
              <a:ext uri="{FF2B5EF4-FFF2-40B4-BE49-F238E27FC236}">
                <a16:creationId xmlns:a16="http://schemas.microsoft.com/office/drawing/2014/main" id="{4094CC63-82FC-2C3B-297C-E0DA8033B303}"/>
              </a:ext>
            </a:extLst>
          </p:cNvPr>
          <p:cNvSpPr>
            <a:spLocks noGrp="1"/>
          </p:cNvSpPr>
          <p:nvPr>
            <p:ph type="body" sz="quarter" idx="58"/>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grpSp>
        <p:nvGrpSpPr>
          <p:cNvPr id="2" name="Group 1">
            <a:extLst>
              <a:ext uri="{FF2B5EF4-FFF2-40B4-BE49-F238E27FC236}">
                <a16:creationId xmlns:a16="http://schemas.microsoft.com/office/drawing/2014/main" id="{EFE9299A-5C9A-09B2-F721-7CF1ED381F77}"/>
              </a:ext>
            </a:extLst>
          </p:cNvPr>
          <p:cNvGrpSpPr/>
          <p:nvPr userDrawn="1"/>
        </p:nvGrpSpPr>
        <p:grpSpPr>
          <a:xfrm>
            <a:off x="12356815" y="0"/>
            <a:ext cx="756833" cy="6872642"/>
            <a:chOff x="12356815" y="0"/>
            <a:chExt cx="756833" cy="6872642"/>
          </a:xfrm>
        </p:grpSpPr>
        <p:sp>
          <p:nvSpPr>
            <p:cNvPr id="4" name="Rectangle 3">
              <a:extLst>
                <a:ext uri="{FF2B5EF4-FFF2-40B4-BE49-F238E27FC236}">
                  <a16:creationId xmlns:a16="http://schemas.microsoft.com/office/drawing/2014/main" id="{741AE0C0-D8D9-CD74-63B0-3D53AFEEE23B}"/>
                </a:ext>
              </a:extLst>
            </p:cNvPr>
            <p:cNvSpPr/>
            <p:nvPr userDrawn="1"/>
          </p:nvSpPr>
          <p:spPr>
            <a:xfrm>
              <a:off x="12356815" y="0"/>
              <a:ext cx="553069" cy="3279913"/>
            </a:xfrm>
            <a:prstGeom prst="rect">
              <a:avLst/>
            </a:prstGeom>
            <a:solidFill>
              <a:srgbClr val="F2F2F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5" name="TextBox 4">
              <a:extLst>
                <a:ext uri="{FF2B5EF4-FFF2-40B4-BE49-F238E27FC236}">
                  <a16:creationId xmlns:a16="http://schemas.microsoft.com/office/drawing/2014/main" id="{EE8ACD7C-A4DC-8403-6903-36AB5C4836F4}"/>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ON LIGHT AND EXTRA LIGHT</a:t>
              </a:r>
            </a:p>
          </p:txBody>
        </p:sp>
        <p:sp>
          <p:nvSpPr>
            <p:cNvPr id="10" name="Rectangle 9">
              <a:extLst>
                <a:ext uri="{FF2B5EF4-FFF2-40B4-BE49-F238E27FC236}">
                  <a16:creationId xmlns:a16="http://schemas.microsoft.com/office/drawing/2014/main" id="{B7D2A448-BC80-0096-EE5D-464DD000533E}"/>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4" name="Group 13">
              <a:extLst>
                <a:ext uri="{FF2B5EF4-FFF2-40B4-BE49-F238E27FC236}">
                  <a16:creationId xmlns:a16="http://schemas.microsoft.com/office/drawing/2014/main" id="{33EA4EBC-26D6-8344-CFB6-7DF82D0E4C64}"/>
                </a:ext>
              </a:extLst>
            </p:cNvPr>
            <p:cNvGrpSpPr/>
            <p:nvPr userDrawn="1"/>
          </p:nvGrpSpPr>
          <p:grpSpPr>
            <a:xfrm>
              <a:off x="12442019" y="3791214"/>
              <a:ext cx="382660" cy="2882942"/>
              <a:chOff x="14001569" y="3716048"/>
              <a:chExt cx="316248" cy="3171236"/>
            </a:xfrm>
          </p:grpSpPr>
          <p:sp>
            <p:nvSpPr>
              <p:cNvPr id="33" name="Rectangle 32">
                <a:extLst>
                  <a:ext uri="{FF2B5EF4-FFF2-40B4-BE49-F238E27FC236}">
                    <a16:creationId xmlns:a16="http://schemas.microsoft.com/office/drawing/2014/main" id="{3F098FD1-74B6-E7F1-13E9-2631CD73267C}"/>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C187D2EA-780E-1ACF-0B92-4B43F02C0D40}"/>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6" name="Rectangle 45">
                <a:extLst>
                  <a:ext uri="{FF2B5EF4-FFF2-40B4-BE49-F238E27FC236}">
                    <a16:creationId xmlns:a16="http://schemas.microsoft.com/office/drawing/2014/main" id="{1DCB9CA0-605B-EA69-17BE-B6B8526E4B40}"/>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48" name="Rectangle 47">
                <a:extLst>
                  <a:ext uri="{FF2B5EF4-FFF2-40B4-BE49-F238E27FC236}">
                    <a16:creationId xmlns:a16="http://schemas.microsoft.com/office/drawing/2014/main" id="{A030B274-E17D-2EAD-F41F-545A701A0731}"/>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50" name="Rectangle 49">
                <a:extLst>
                  <a:ext uri="{FF2B5EF4-FFF2-40B4-BE49-F238E27FC236}">
                    <a16:creationId xmlns:a16="http://schemas.microsoft.com/office/drawing/2014/main" id="{515A657F-FAC1-540E-431B-4D460D6BD35B}"/>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53" name="Rectangle 52">
                <a:extLst>
                  <a:ext uri="{FF2B5EF4-FFF2-40B4-BE49-F238E27FC236}">
                    <a16:creationId xmlns:a16="http://schemas.microsoft.com/office/drawing/2014/main" id="{E886949A-EBEF-E2B3-6ED0-2841543EA6DA}"/>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54" name="Rectangle 53">
                <a:extLst>
                  <a:ext uri="{FF2B5EF4-FFF2-40B4-BE49-F238E27FC236}">
                    <a16:creationId xmlns:a16="http://schemas.microsoft.com/office/drawing/2014/main" id="{945717C8-1220-29BF-8598-252127384881}"/>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55" name="Rectangle 54">
                <a:extLst>
                  <a:ext uri="{FF2B5EF4-FFF2-40B4-BE49-F238E27FC236}">
                    <a16:creationId xmlns:a16="http://schemas.microsoft.com/office/drawing/2014/main" id="{7CDB89AE-84E2-5380-74D2-C9E21F540C64}"/>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56" name="Rectangle 55">
                <a:extLst>
                  <a:ext uri="{FF2B5EF4-FFF2-40B4-BE49-F238E27FC236}">
                    <a16:creationId xmlns:a16="http://schemas.microsoft.com/office/drawing/2014/main" id="{6652264D-5BC3-C992-B5DD-CAA900052770}"/>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57" name="Rectangle 56">
                <a:extLst>
                  <a:ext uri="{FF2B5EF4-FFF2-40B4-BE49-F238E27FC236}">
                    <a16:creationId xmlns:a16="http://schemas.microsoft.com/office/drawing/2014/main" id="{A172EBD8-F1E6-EB89-4E79-BEFB56479AB8}"/>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6" name="Group 15">
              <a:extLst>
                <a:ext uri="{FF2B5EF4-FFF2-40B4-BE49-F238E27FC236}">
                  <a16:creationId xmlns:a16="http://schemas.microsoft.com/office/drawing/2014/main" id="{8BC9D47D-AEDF-9E5C-BC2C-71ED7A717880}"/>
                </a:ext>
              </a:extLst>
            </p:cNvPr>
            <p:cNvGrpSpPr/>
            <p:nvPr userDrawn="1"/>
          </p:nvGrpSpPr>
          <p:grpSpPr>
            <a:xfrm>
              <a:off x="12442019" y="198485"/>
              <a:ext cx="382660" cy="2882942"/>
              <a:chOff x="12742785" y="3716048"/>
              <a:chExt cx="316248" cy="3171236"/>
            </a:xfrm>
          </p:grpSpPr>
          <p:sp>
            <p:nvSpPr>
              <p:cNvPr id="20" name="Rectangle 19">
                <a:extLst>
                  <a:ext uri="{FF2B5EF4-FFF2-40B4-BE49-F238E27FC236}">
                    <a16:creationId xmlns:a16="http://schemas.microsoft.com/office/drawing/2014/main" id="{083E2B3D-1201-8777-C5DC-C9FDB51B8C5B}"/>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157D097B-5245-4DF6-1F40-2DF289DEE1F8}"/>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C9411994-708B-2791-E885-A48C13425F77}"/>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B86A457C-E6B6-96DC-05F1-5AAC01B91419}"/>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033EC6BE-C034-93C7-CF9E-BCDA9BEB9E4B}"/>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066FB86E-E885-95C3-814D-3C53B621EC6C}"/>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3AE478E4-4AAD-2E1C-8AEC-3592A5936DEA}"/>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CCD3CF47-5576-EF32-3C3A-3E7F1DD7B084}"/>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E65C9479-A001-C2A4-6CEC-FFE7FFED5212}"/>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C29E4F62-457D-E2B6-E13F-D023E25582D3}"/>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8" name="TextBox 17">
              <a:extLst>
                <a:ext uri="{FF2B5EF4-FFF2-40B4-BE49-F238E27FC236}">
                  <a16:creationId xmlns:a16="http://schemas.microsoft.com/office/drawing/2014/main" id="{62B86A28-473C-AC96-E652-4E694135126B}"/>
                </a:ext>
              </a:extLst>
            </p:cNvPr>
            <p:cNvSpPr txBox="1"/>
            <p:nvPr userDrawn="1"/>
          </p:nvSpPr>
          <p:spPr>
            <a:xfrm rot="16200000">
              <a:off x="12562248" y="5173598"/>
              <a:ext cx="984244" cy="118174"/>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Arial" panose="020B0604020202020204" pitchFamily="34" charset="0"/>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Arial" panose="020B0604020202020204" pitchFamily="34" charset="0"/>
                <a:ea typeface="GT America Regular" charset="0"/>
                <a:cs typeface="GT America Regular" charset="0"/>
              </a:endParaRPr>
            </a:p>
          </p:txBody>
        </p:sp>
      </p:grpSp>
      <p:sp>
        <p:nvSpPr>
          <p:cNvPr id="58" name="TextBox 57">
            <a:extLst>
              <a:ext uri="{FF2B5EF4-FFF2-40B4-BE49-F238E27FC236}">
                <a16:creationId xmlns:a16="http://schemas.microsoft.com/office/drawing/2014/main" id="{6CF6E76E-05C0-3014-04CC-0075EC938831}"/>
              </a:ext>
            </a:extLst>
          </p:cNvPr>
          <p:cNvSpPr txBox="1"/>
          <p:nvPr userDrawn="1"/>
        </p:nvSpPr>
        <p:spPr>
          <a:xfrm>
            <a:off x="12356815" y="3377042"/>
            <a:ext cx="817531" cy="116635"/>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endParaRPr>
          </a:p>
        </p:txBody>
      </p:sp>
    </p:spTree>
    <p:extLst>
      <p:ext uri="{BB962C8B-B14F-4D97-AF65-F5344CB8AC3E}">
        <p14:creationId xmlns:p14="http://schemas.microsoft.com/office/powerpoint/2010/main" val="471914483"/>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Biography Spotlight 1">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539751" y="2146298"/>
            <a:ext cx="1970120" cy="1975104"/>
          </a:xfrm>
          <a:solidFill>
            <a:schemeClr val="accent1"/>
          </a:solidFill>
          <a:ln>
            <a:noFill/>
          </a:ln>
        </p:spPr>
        <p:txBody>
          <a:bodyPr anchor="ctr"/>
          <a:lstStyle>
            <a:lvl1pPr algn="ctr">
              <a:defRPr>
                <a:solidFill>
                  <a:schemeClr val="bg1"/>
                </a:solidFill>
                <a:latin typeface="Arial" panose="020B0604020202020204" pitchFamily="34" charset="0"/>
              </a:defRPr>
            </a:lvl1pPr>
          </a:lstStyle>
          <a:p>
            <a:r>
              <a:rPr lang="en-US"/>
              <a:t>Silhouette</a:t>
            </a:r>
            <a:br>
              <a:rPr lang="en-US"/>
            </a:br>
            <a:r>
              <a:rPr lang="en-US"/>
              <a:t>portrait</a:t>
            </a:r>
          </a:p>
        </p:txBody>
      </p:sp>
      <p:sp>
        <p:nvSpPr>
          <p:cNvPr id="3" name="Title 2">
            <a:extLst>
              <a:ext uri="{FF2B5EF4-FFF2-40B4-BE49-F238E27FC236}">
                <a16:creationId xmlns:a16="http://schemas.microsoft.com/office/drawing/2014/main" id="{1DC8F894-857C-8F07-E60C-2FD30A700DD0}"/>
              </a:ext>
            </a:extLst>
          </p:cNvPr>
          <p:cNvSpPr>
            <a:spLocks noGrp="1"/>
          </p:cNvSpPr>
          <p:nvPr>
            <p:ph type="title"/>
          </p:nvPr>
        </p:nvSpPr>
        <p:spPr/>
        <p:txBody>
          <a:bodyPr/>
          <a:lstStyle/>
          <a:p>
            <a:r>
              <a:rPr lang="en-US"/>
              <a:t>Click to edit Master title style</a:t>
            </a:r>
          </a:p>
        </p:txBody>
      </p:sp>
      <p:sp>
        <p:nvSpPr>
          <p:cNvPr id="2" name="Freeform 5">
            <a:extLst>
              <a:ext uri="{FF2B5EF4-FFF2-40B4-BE49-F238E27FC236}">
                <a16:creationId xmlns:a16="http://schemas.microsoft.com/office/drawing/2014/main" id="{A43186F8-0EA6-5198-1B39-E155A2FB6C36}"/>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9" name="Text Placeholder 10">
            <a:extLst>
              <a:ext uri="{FF2B5EF4-FFF2-40B4-BE49-F238E27FC236}">
                <a16:creationId xmlns:a16="http://schemas.microsoft.com/office/drawing/2014/main" id="{59895743-E13E-B246-5F15-74FE000A889A}"/>
              </a:ext>
            </a:extLst>
          </p:cNvPr>
          <p:cNvSpPr>
            <a:spLocks noGrp="1"/>
          </p:cNvSpPr>
          <p:nvPr>
            <p:ph type="body" sz="quarter" idx="58"/>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1" name="Text Placeholder 28">
            <a:extLst>
              <a:ext uri="{FF2B5EF4-FFF2-40B4-BE49-F238E27FC236}">
                <a16:creationId xmlns:a16="http://schemas.microsoft.com/office/drawing/2014/main" id="{8797249A-0895-640A-3C86-1480F09097A3}"/>
              </a:ext>
            </a:extLst>
          </p:cNvPr>
          <p:cNvSpPr>
            <a:spLocks noGrp="1"/>
          </p:cNvSpPr>
          <p:nvPr>
            <p:ph type="body" sz="quarter" idx="94"/>
          </p:nvPr>
        </p:nvSpPr>
        <p:spPr>
          <a:xfrm>
            <a:off x="539751" y="4273550"/>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23" name="Text Placeholder 22">
            <a:extLst>
              <a:ext uri="{FF2B5EF4-FFF2-40B4-BE49-F238E27FC236}">
                <a16:creationId xmlns:a16="http://schemas.microsoft.com/office/drawing/2014/main" id="{35D47A3C-8E02-4C70-4FB9-43DAB1B59A70}"/>
              </a:ext>
            </a:extLst>
          </p:cNvPr>
          <p:cNvSpPr>
            <a:spLocks noGrp="1"/>
          </p:cNvSpPr>
          <p:nvPr>
            <p:ph type="body" sz="quarter" idx="95"/>
          </p:nvPr>
        </p:nvSpPr>
        <p:spPr>
          <a:xfrm>
            <a:off x="3367088" y="2146298"/>
            <a:ext cx="5448301" cy="3440115"/>
          </a:xfrm>
        </p:spPr>
        <p:txBody>
          <a:bodyPr/>
          <a:lstStyle>
            <a:lvl1pPr>
              <a:defRPr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 name="Group 3">
            <a:extLst>
              <a:ext uri="{FF2B5EF4-FFF2-40B4-BE49-F238E27FC236}">
                <a16:creationId xmlns:a16="http://schemas.microsoft.com/office/drawing/2014/main" id="{4B096868-BA0A-19E3-6095-2C9B1E84CB29}"/>
              </a:ext>
            </a:extLst>
          </p:cNvPr>
          <p:cNvGrpSpPr/>
          <p:nvPr userDrawn="1"/>
        </p:nvGrpSpPr>
        <p:grpSpPr>
          <a:xfrm>
            <a:off x="12356815" y="0"/>
            <a:ext cx="756833" cy="6872642"/>
            <a:chOff x="12356815" y="0"/>
            <a:chExt cx="756833" cy="6872642"/>
          </a:xfrm>
        </p:grpSpPr>
        <p:sp>
          <p:nvSpPr>
            <p:cNvPr id="5" name="Rectangle 4">
              <a:extLst>
                <a:ext uri="{FF2B5EF4-FFF2-40B4-BE49-F238E27FC236}">
                  <a16:creationId xmlns:a16="http://schemas.microsoft.com/office/drawing/2014/main" id="{C9C1D8F0-59D2-E858-15B2-D1FB9BCB1CE6}"/>
                </a:ext>
              </a:extLst>
            </p:cNvPr>
            <p:cNvSpPr/>
            <p:nvPr userDrawn="1"/>
          </p:nvSpPr>
          <p:spPr>
            <a:xfrm>
              <a:off x="12356815" y="0"/>
              <a:ext cx="553069" cy="3279913"/>
            </a:xfrm>
            <a:prstGeom prst="rect">
              <a:avLst/>
            </a:prstGeom>
            <a:solidFill>
              <a:srgbClr val="F2F2F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6" name="TextBox 5">
              <a:extLst>
                <a:ext uri="{FF2B5EF4-FFF2-40B4-BE49-F238E27FC236}">
                  <a16:creationId xmlns:a16="http://schemas.microsoft.com/office/drawing/2014/main" id="{7224B461-2D03-6167-AF53-4E263CD4930C}"/>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ON LIGHT AND EXTRA LIGHT</a:t>
              </a:r>
            </a:p>
          </p:txBody>
        </p:sp>
        <p:sp>
          <p:nvSpPr>
            <p:cNvPr id="7" name="Rectangle 6">
              <a:extLst>
                <a:ext uri="{FF2B5EF4-FFF2-40B4-BE49-F238E27FC236}">
                  <a16:creationId xmlns:a16="http://schemas.microsoft.com/office/drawing/2014/main" id="{8BD25625-7514-B918-4526-B2E56706101F}"/>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0" name="Group 9">
              <a:extLst>
                <a:ext uri="{FF2B5EF4-FFF2-40B4-BE49-F238E27FC236}">
                  <a16:creationId xmlns:a16="http://schemas.microsoft.com/office/drawing/2014/main" id="{CA687ED7-CB62-1629-8655-810FBD4A50B9}"/>
                </a:ext>
              </a:extLst>
            </p:cNvPr>
            <p:cNvGrpSpPr/>
            <p:nvPr userDrawn="1"/>
          </p:nvGrpSpPr>
          <p:grpSpPr>
            <a:xfrm>
              <a:off x="12442019" y="3791214"/>
              <a:ext cx="382660" cy="2882942"/>
              <a:chOff x="14001569" y="3716048"/>
              <a:chExt cx="316248" cy="3171236"/>
            </a:xfrm>
          </p:grpSpPr>
          <p:sp>
            <p:nvSpPr>
              <p:cNvPr id="27" name="Rectangle 26">
                <a:extLst>
                  <a:ext uri="{FF2B5EF4-FFF2-40B4-BE49-F238E27FC236}">
                    <a16:creationId xmlns:a16="http://schemas.microsoft.com/office/drawing/2014/main" id="{C424EE67-75D5-F9C8-9B97-1B4C68C75B27}"/>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8" name="Rectangle 27">
                <a:extLst>
                  <a:ext uri="{FF2B5EF4-FFF2-40B4-BE49-F238E27FC236}">
                    <a16:creationId xmlns:a16="http://schemas.microsoft.com/office/drawing/2014/main" id="{6AE92E92-F48B-7B5A-934D-806584003B7A}"/>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81E7F1AD-E725-2ADF-E5FF-54112A4CBC1B}"/>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A632694B-767A-0469-5E56-5E57E008EDD8}"/>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D8DB2341-6D52-A4E3-47E5-D9AB88A68704}"/>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55061E93-EC8A-F06D-2D6B-515275C03608}"/>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6E2506CC-3084-6ED8-3AC8-1B63E8C427B8}"/>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66F2766D-6B96-AA7C-D007-E8167B1106DE}"/>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078CDE7B-E453-FE52-3AAA-D3AA3D9144C6}"/>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388A9555-5638-665A-95C5-34CF2BC2B900}"/>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2" name="Group 11">
              <a:extLst>
                <a:ext uri="{FF2B5EF4-FFF2-40B4-BE49-F238E27FC236}">
                  <a16:creationId xmlns:a16="http://schemas.microsoft.com/office/drawing/2014/main" id="{C9CF3F3F-6A6A-E913-7C27-07A403363196}"/>
                </a:ext>
              </a:extLst>
            </p:cNvPr>
            <p:cNvGrpSpPr/>
            <p:nvPr userDrawn="1"/>
          </p:nvGrpSpPr>
          <p:grpSpPr>
            <a:xfrm>
              <a:off x="12442019" y="198485"/>
              <a:ext cx="382660" cy="2882942"/>
              <a:chOff x="12742785" y="3716048"/>
              <a:chExt cx="316248" cy="3171236"/>
            </a:xfrm>
          </p:grpSpPr>
          <p:sp>
            <p:nvSpPr>
              <p:cNvPr id="14" name="Rectangle 13">
                <a:extLst>
                  <a:ext uri="{FF2B5EF4-FFF2-40B4-BE49-F238E27FC236}">
                    <a16:creationId xmlns:a16="http://schemas.microsoft.com/office/drawing/2014/main" id="{A9D3C849-E0A5-C615-5EC2-8A1FBE113606}"/>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5" name="Rectangle 14">
                <a:extLst>
                  <a:ext uri="{FF2B5EF4-FFF2-40B4-BE49-F238E27FC236}">
                    <a16:creationId xmlns:a16="http://schemas.microsoft.com/office/drawing/2014/main" id="{9CADC600-035B-E4DB-86A2-72DB9638B3C8}"/>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6" name="Rectangle 15">
                <a:extLst>
                  <a:ext uri="{FF2B5EF4-FFF2-40B4-BE49-F238E27FC236}">
                    <a16:creationId xmlns:a16="http://schemas.microsoft.com/office/drawing/2014/main" id="{C01D5A60-3BEE-5369-1400-D3DFB3FD34C8}"/>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7" name="Rectangle 16">
                <a:extLst>
                  <a:ext uri="{FF2B5EF4-FFF2-40B4-BE49-F238E27FC236}">
                    <a16:creationId xmlns:a16="http://schemas.microsoft.com/office/drawing/2014/main" id="{42642D9E-C78C-4A87-C729-437F328065E1}"/>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8" name="Rectangle 17">
                <a:extLst>
                  <a:ext uri="{FF2B5EF4-FFF2-40B4-BE49-F238E27FC236}">
                    <a16:creationId xmlns:a16="http://schemas.microsoft.com/office/drawing/2014/main" id="{339CC31C-9948-E24D-D89E-20E53BDA3037}"/>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0" name="Rectangle 19">
                <a:extLst>
                  <a:ext uri="{FF2B5EF4-FFF2-40B4-BE49-F238E27FC236}">
                    <a16:creationId xmlns:a16="http://schemas.microsoft.com/office/drawing/2014/main" id="{F2BF1DBD-2CF1-1918-4D00-64CB046EE094}"/>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EC0FB318-8C15-C75D-36F5-D763F1A22D69}"/>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6DC7EF4B-8CCA-7A0C-3CA9-95BBE69D2EB1}"/>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5C4C2CD6-3D8F-F6C7-8BB6-5DDC4416D979}"/>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4CF844C6-1603-E952-9F67-44130A169077}"/>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3" name="TextBox 12">
              <a:extLst>
                <a:ext uri="{FF2B5EF4-FFF2-40B4-BE49-F238E27FC236}">
                  <a16:creationId xmlns:a16="http://schemas.microsoft.com/office/drawing/2014/main" id="{B4E6CB00-693E-D109-50DD-915A8410581A}"/>
                </a:ext>
              </a:extLst>
            </p:cNvPr>
            <p:cNvSpPr txBox="1"/>
            <p:nvPr userDrawn="1"/>
          </p:nvSpPr>
          <p:spPr>
            <a:xfrm rot="16200000">
              <a:off x="12562248" y="5173598"/>
              <a:ext cx="984244" cy="118174"/>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Arial" panose="020B0604020202020204" pitchFamily="34" charset="0"/>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Arial" panose="020B0604020202020204" pitchFamily="34" charset="0"/>
                <a:ea typeface="GT America Regular" charset="0"/>
                <a:cs typeface="GT America Regular" charset="0"/>
              </a:endParaRPr>
            </a:p>
          </p:txBody>
        </p:sp>
      </p:grpSp>
      <p:sp>
        <p:nvSpPr>
          <p:cNvPr id="37" name="TextBox 36">
            <a:extLst>
              <a:ext uri="{FF2B5EF4-FFF2-40B4-BE49-F238E27FC236}">
                <a16:creationId xmlns:a16="http://schemas.microsoft.com/office/drawing/2014/main" id="{2F214F50-064B-E410-8A6F-5EF67D6E5F4B}"/>
              </a:ext>
            </a:extLst>
          </p:cNvPr>
          <p:cNvSpPr txBox="1"/>
          <p:nvPr userDrawn="1"/>
        </p:nvSpPr>
        <p:spPr>
          <a:xfrm>
            <a:off x="12356815" y="3377042"/>
            <a:ext cx="817531" cy="116635"/>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endParaRPr>
          </a:p>
        </p:txBody>
      </p:sp>
    </p:spTree>
    <p:extLst>
      <p:ext uri="{BB962C8B-B14F-4D97-AF65-F5344CB8AC3E}">
        <p14:creationId xmlns:p14="http://schemas.microsoft.com/office/powerpoint/2010/main" val="1479370992"/>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Biography Spotlight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6927C77-4BA5-963C-77AB-D1E17369A031}"/>
              </a:ext>
            </a:extLst>
          </p:cNvPr>
          <p:cNvSpPr/>
          <p:nvPr userDrawn="1"/>
        </p:nvSpPr>
        <p:spPr bwMode="ltGray">
          <a:xfrm>
            <a:off x="0" y="0"/>
            <a:ext cx="405765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20" name="Freeform 19">
            <a:extLst>
              <a:ext uri="{FF2B5EF4-FFF2-40B4-BE49-F238E27FC236}">
                <a16:creationId xmlns:a16="http://schemas.microsoft.com/office/drawing/2014/main" id="{091F8258-6B33-2DAE-610E-A14A266200A5}"/>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0" y="2146298"/>
            <a:ext cx="4057649" cy="4711702"/>
          </a:xfrm>
          <a:noFill/>
          <a:ln>
            <a:noFill/>
          </a:ln>
        </p:spPr>
        <p:txBody>
          <a:bodyPr anchor="ctr"/>
          <a:lstStyle>
            <a:lvl1pPr algn="ctr">
              <a:defRPr>
                <a:solidFill>
                  <a:schemeClr val="bg1"/>
                </a:solidFill>
                <a:latin typeface="Arial" panose="020B0604020202020204" pitchFamily="34" charset="0"/>
              </a:defRPr>
            </a:lvl1pPr>
          </a:lstStyle>
          <a:p>
            <a:r>
              <a:rPr lang="en-US"/>
              <a:t>Silhouette</a:t>
            </a:r>
            <a:br>
              <a:rPr lang="en-US"/>
            </a:br>
            <a:r>
              <a:rPr lang="en-US"/>
              <a:t>portrait</a:t>
            </a:r>
          </a:p>
        </p:txBody>
      </p:sp>
      <p:sp>
        <p:nvSpPr>
          <p:cNvPr id="5" name="Title 4">
            <a:extLst>
              <a:ext uri="{FF2B5EF4-FFF2-40B4-BE49-F238E27FC236}">
                <a16:creationId xmlns:a16="http://schemas.microsoft.com/office/drawing/2014/main" id="{EF9EC52F-C370-604D-C528-F596723637C4}"/>
              </a:ext>
            </a:extLst>
          </p:cNvPr>
          <p:cNvSpPr>
            <a:spLocks noGrp="1"/>
          </p:cNvSpPr>
          <p:nvPr>
            <p:ph type="title"/>
          </p:nvPr>
        </p:nvSpPr>
        <p:spPr>
          <a:xfrm>
            <a:off x="539520" y="552450"/>
            <a:ext cx="3421699" cy="434976"/>
          </a:xfrm>
        </p:spPr>
        <p:txBody>
          <a:bodyPr rIns="274320"/>
          <a:lstStyle>
            <a:lvl1pPr>
              <a:defRPr>
                <a:solidFill>
                  <a:schemeClr val="bg1"/>
                </a:solidFill>
              </a:defRPr>
            </a:lvl1pPr>
          </a:lstStyle>
          <a:p>
            <a:r>
              <a:rPr lang="en-US"/>
              <a:t>Click to edit Master title style</a:t>
            </a:r>
          </a:p>
        </p:txBody>
      </p:sp>
      <p:sp>
        <p:nvSpPr>
          <p:cNvPr id="15" name="Text Placeholder 10">
            <a:extLst>
              <a:ext uri="{FF2B5EF4-FFF2-40B4-BE49-F238E27FC236}">
                <a16:creationId xmlns:a16="http://schemas.microsoft.com/office/drawing/2014/main" id="{C04BF789-84A7-0CA2-9DF8-1B3053E5048C}"/>
              </a:ext>
            </a:extLst>
          </p:cNvPr>
          <p:cNvSpPr>
            <a:spLocks noGrp="1"/>
          </p:cNvSpPr>
          <p:nvPr>
            <p:ph type="body" sz="quarter" idx="58"/>
          </p:nvPr>
        </p:nvSpPr>
        <p:spPr>
          <a:xfrm>
            <a:off x="548640" y="1127125"/>
            <a:ext cx="3421698"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17" name="Text Placeholder 28">
            <a:extLst>
              <a:ext uri="{FF2B5EF4-FFF2-40B4-BE49-F238E27FC236}">
                <a16:creationId xmlns:a16="http://schemas.microsoft.com/office/drawing/2014/main" id="{C3433E12-13DE-2F76-CD91-AD464AFB9124}"/>
              </a:ext>
            </a:extLst>
          </p:cNvPr>
          <p:cNvSpPr>
            <a:spLocks noGrp="1"/>
          </p:cNvSpPr>
          <p:nvPr>
            <p:ph type="body" sz="quarter" idx="94"/>
          </p:nvPr>
        </p:nvSpPr>
        <p:spPr>
          <a:xfrm>
            <a:off x="4784011" y="697706"/>
            <a:ext cx="2623978" cy="1448594"/>
          </a:xfrm>
        </p:spPr>
        <p:txBody>
          <a:bodyPr>
            <a:noAutofit/>
          </a:bodyPr>
          <a:lstStyle>
            <a:lvl1pPr marL="0" indent="0">
              <a:spcAft>
                <a:spcPts val="200"/>
              </a:spcAft>
              <a:buFont typeface="Arial" panose="020B0604020202020204" pitchFamily="34" charset="0"/>
              <a:buNone/>
              <a:defRPr sz="1800" b="1"/>
            </a:lvl1pPr>
            <a:lvl2pPr marL="0" indent="0">
              <a:spcAft>
                <a:spcPts val="600"/>
              </a:spcAft>
              <a:buNone/>
              <a:defRPr sz="1800"/>
            </a:lvl2pPr>
            <a:lvl3pPr marL="228600" indent="-228600">
              <a:spcAft>
                <a:spcPts val="600"/>
              </a:spcAft>
              <a:buClrTx/>
              <a:buFont typeface="GT America" charset="0"/>
              <a:buChar char="→"/>
              <a:defRPr sz="1800"/>
            </a:lvl3pPr>
            <a:lvl4pPr marL="228600" indent="-228600">
              <a:spcAft>
                <a:spcPts val="600"/>
              </a:spcAft>
              <a:buClrTx/>
              <a:buFont typeface="GT America" charset="0"/>
              <a:buChar char="→"/>
              <a:defRPr sz="1800"/>
            </a:lvl4pPr>
            <a:lvl5pPr marL="228600" indent="-228600">
              <a:spcAft>
                <a:spcPts val="600"/>
              </a:spcAft>
              <a:buClrTx/>
              <a:buFont typeface="GT America" charset="0"/>
              <a:buChar char="→"/>
              <a:defRPr sz="1800"/>
            </a:lvl5pPr>
            <a:lvl6pPr marL="228600" indent="-228600">
              <a:spcAft>
                <a:spcPts val="600"/>
              </a:spcAft>
              <a:buClrTx/>
              <a:buFont typeface="GT America" charset="0"/>
              <a:buChar char="→"/>
              <a:defRPr sz="1800"/>
            </a:lvl6pPr>
            <a:lvl7pPr marL="228600" indent="-228600">
              <a:spcAft>
                <a:spcPts val="600"/>
              </a:spcAft>
              <a:buClrTx/>
              <a:buFont typeface="GT America" charset="0"/>
              <a:buChar char="→"/>
              <a:defRPr sz="1800"/>
            </a:lvl7pPr>
            <a:lvl8pPr marL="228600" indent="-228600">
              <a:spcAft>
                <a:spcPts val="600"/>
              </a:spcAft>
              <a:buClrTx/>
              <a:buFont typeface="GT America" charset="0"/>
              <a:buChar char="→"/>
              <a:defRPr sz="1800"/>
            </a:lvl8pPr>
            <a:lvl9pPr marL="228600" indent="-228600">
              <a:spcAft>
                <a:spcPts val="600"/>
              </a:spcAft>
              <a:buClrTx/>
              <a:buFont typeface="GT America" charset="0"/>
              <a:buChar char="→"/>
              <a:defRPr sz="1800"/>
            </a:lvl9pPr>
          </a:lstStyle>
          <a:p>
            <a:pPr lvl="0"/>
            <a:r>
              <a:rPr lang="en-US"/>
              <a:t>Click to edit Master text styles</a:t>
            </a:r>
          </a:p>
          <a:p>
            <a:pPr lvl="1"/>
            <a:r>
              <a:rPr lang="en-US"/>
              <a:t>Second level</a:t>
            </a:r>
          </a:p>
          <a:p>
            <a:pPr lvl="2"/>
            <a:r>
              <a:rPr lang="en-US"/>
              <a:t>Third level</a:t>
            </a:r>
          </a:p>
        </p:txBody>
      </p:sp>
      <p:sp>
        <p:nvSpPr>
          <p:cNvPr id="19" name="Text Placeholder 18">
            <a:extLst>
              <a:ext uri="{FF2B5EF4-FFF2-40B4-BE49-F238E27FC236}">
                <a16:creationId xmlns:a16="http://schemas.microsoft.com/office/drawing/2014/main" id="{A5CC0331-67E4-97F1-FFCC-045A5FC24A40}"/>
              </a:ext>
            </a:extLst>
          </p:cNvPr>
          <p:cNvSpPr>
            <a:spLocks noGrp="1"/>
          </p:cNvSpPr>
          <p:nvPr>
            <p:ph type="body" sz="quarter" idx="95"/>
          </p:nvPr>
        </p:nvSpPr>
        <p:spPr>
          <a:xfrm>
            <a:off x="7600950" y="697706"/>
            <a:ext cx="4037013" cy="4744244"/>
          </a:xfrm>
        </p:spPr>
        <p:txBody>
          <a:bodyPr/>
          <a:lstStyle>
            <a:lvl1pPr>
              <a:defRPr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 name="Group 1">
            <a:extLst>
              <a:ext uri="{FF2B5EF4-FFF2-40B4-BE49-F238E27FC236}">
                <a16:creationId xmlns:a16="http://schemas.microsoft.com/office/drawing/2014/main" id="{DD5AD6E9-FF62-497A-11AF-CB9415BD114A}"/>
              </a:ext>
            </a:extLst>
          </p:cNvPr>
          <p:cNvGrpSpPr/>
          <p:nvPr userDrawn="1"/>
        </p:nvGrpSpPr>
        <p:grpSpPr>
          <a:xfrm>
            <a:off x="12356815" y="0"/>
            <a:ext cx="756833" cy="6872642"/>
            <a:chOff x="12356815" y="0"/>
            <a:chExt cx="756833" cy="6872642"/>
          </a:xfrm>
        </p:grpSpPr>
        <p:sp>
          <p:nvSpPr>
            <p:cNvPr id="4" name="Rectangle 3">
              <a:extLst>
                <a:ext uri="{FF2B5EF4-FFF2-40B4-BE49-F238E27FC236}">
                  <a16:creationId xmlns:a16="http://schemas.microsoft.com/office/drawing/2014/main" id="{1874186D-33FD-6903-B191-D6384A28F713}"/>
                </a:ext>
              </a:extLst>
            </p:cNvPr>
            <p:cNvSpPr/>
            <p:nvPr userDrawn="1"/>
          </p:nvSpPr>
          <p:spPr>
            <a:xfrm>
              <a:off x="12356815" y="0"/>
              <a:ext cx="553069" cy="3279913"/>
            </a:xfrm>
            <a:prstGeom prst="rect">
              <a:avLst/>
            </a:prstGeom>
            <a:solidFill>
              <a:srgbClr val="F2F2F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6" name="TextBox 5">
              <a:extLst>
                <a:ext uri="{FF2B5EF4-FFF2-40B4-BE49-F238E27FC236}">
                  <a16:creationId xmlns:a16="http://schemas.microsoft.com/office/drawing/2014/main" id="{B73FE468-76DA-5D69-29E2-B0FF244EAAE3}"/>
                </a:ext>
              </a:extLst>
            </p:cNvPr>
            <p:cNvSpPr txBox="1"/>
            <p:nvPr userDrawn="1"/>
          </p:nvSpPr>
          <p:spPr>
            <a:xfrm rot="16200000">
              <a:off x="12332216" y="1580677"/>
              <a:ext cx="1444306" cy="118559"/>
            </a:xfrm>
            <a:prstGeom prst="rect">
              <a:avLst/>
            </a:prstGeom>
            <a:noFill/>
          </p:spPr>
          <p:txBody>
            <a:bodyPr wrap="none" lIns="0" tIns="0" rIns="0" bIns="0" rtlCol="0">
              <a:spAutoFit/>
            </a:bodyPr>
            <a:lstStyle/>
            <a:p>
              <a:pPr algn="l">
                <a:lnSpc>
                  <a:spcPct val="101000"/>
                </a:lnSpc>
                <a:spcAft>
                  <a:spcPts val="600"/>
                </a:spcAft>
              </a:pPr>
              <a:r>
                <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ON LIGHT AND EXTRA LIGHT</a:t>
              </a:r>
            </a:p>
          </p:txBody>
        </p:sp>
        <p:sp>
          <p:nvSpPr>
            <p:cNvPr id="7" name="Rectangle 6">
              <a:extLst>
                <a:ext uri="{FF2B5EF4-FFF2-40B4-BE49-F238E27FC236}">
                  <a16:creationId xmlns:a16="http://schemas.microsoft.com/office/drawing/2014/main" id="{AD8F1EE9-265B-39CA-62EA-9BD2295C3F62}"/>
                </a:ext>
              </a:extLst>
            </p:cNvPr>
            <p:cNvSpPr/>
            <p:nvPr userDrawn="1"/>
          </p:nvSpPr>
          <p:spPr>
            <a:xfrm>
              <a:off x="12356815" y="3592729"/>
              <a:ext cx="553069" cy="3279913"/>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grpSp>
          <p:nvGrpSpPr>
            <p:cNvPr id="10" name="Group 9">
              <a:extLst>
                <a:ext uri="{FF2B5EF4-FFF2-40B4-BE49-F238E27FC236}">
                  <a16:creationId xmlns:a16="http://schemas.microsoft.com/office/drawing/2014/main" id="{8558D7F8-372B-E957-03D9-F9A7959CC110}"/>
                </a:ext>
              </a:extLst>
            </p:cNvPr>
            <p:cNvGrpSpPr/>
            <p:nvPr userDrawn="1"/>
          </p:nvGrpSpPr>
          <p:grpSpPr>
            <a:xfrm>
              <a:off x="12442019" y="3791214"/>
              <a:ext cx="382660" cy="2882942"/>
              <a:chOff x="14001569" y="3716048"/>
              <a:chExt cx="316248" cy="3171236"/>
            </a:xfrm>
          </p:grpSpPr>
          <p:sp>
            <p:nvSpPr>
              <p:cNvPr id="28" name="Rectangle 27">
                <a:extLst>
                  <a:ext uri="{FF2B5EF4-FFF2-40B4-BE49-F238E27FC236}">
                    <a16:creationId xmlns:a16="http://schemas.microsoft.com/office/drawing/2014/main" id="{5C57448D-DF93-183A-A7D0-6121BCB5B757}"/>
                  </a:ext>
                </a:extLst>
              </p:cNvPr>
              <p:cNvSpPr/>
              <p:nvPr userDrawn="1"/>
            </p:nvSpPr>
            <p:spPr>
              <a:xfrm rot="5400000">
                <a:off x="14033099" y="5954114"/>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9" name="Rectangle 28">
                <a:extLst>
                  <a:ext uri="{FF2B5EF4-FFF2-40B4-BE49-F238E27FC236}">
                    <a16:creationId xmlns:a16="http://schemas.microsoft.com/office/drawing/2014/main" id="{4D1F3EF1-391C-10E2-C9E4-72E76303A10E}"/>
                  </a:ext>
                </a:extLst>
              </p:cNvPr>
              <p:cNvSpPr/>
              <p:nvPr userDrawn="1"/>
            </p:nvSpPr>
            <p:spPr>
              <a:xfrm rot="5400000">
                <a:off x="14033099" y="6278342"/>
                <a:ext cx="253188" cy="316248"/>
              </a:xfrm>
              <a:prstGeom prst="rect">
                <a:avLst/>
              </a:prstGeom>
              <a:solidFill>
                <a:srgbClr val="B8B9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0" name="Rectangle 29">
                <a:extLst>
                  <a:ext uri="{FF2B5EF4-FFF2-40B4-BE49-F238E27FC236}">
                    <a16:creationId xmlns:a16="http://schemas.microsoft.com/office/drawing/2014/main" id="{985CDF30-3E6F-63A3-0FA6-B032C0655F1D}"/>
                  </a:ext>
                </a:extLst>
              </p:cNvPr>
              <p:cNvSpPr/>
              <p:nvPr userDrawn="1"/>
            </p:nvSpPr>
            <p:spPr>
              <a:xfrm rot="5400000">
                <a:off x="14033099" y="6602566"/>
                <a:ext cx="253188" cy="316248"/>
              </a:xfrm>
              <a:prstGeom prst="rect">
                <a:avLst/>
              </a:prstGeom>
              <a:solidFill>
                <a:srgbClr val="FBE6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1" name="Rectangle 30">
                <a:extLst>
                  <a:ext uri="{FF2B5EF4-FFF2-40B4-BE49-F238E27FC236}">
                    <a16:creationId xmlns:a16="http://schemas.microsoft.com/office/drawing/2014/main" id="{6F751410-712C-650D-155E-02F2E4967D69}"/>
                  </a:ext>
                </a:extLst>
              </p:cNvPr>
              <p:cNvSpPr/>
              <p:nvPr userDrawn="1"/>
            </p:nvSpPr>
            <p:spPr>
              <a:xfrm rot="5400000">
                <a:off x="14033099" y="4981430"/>
                <a:ext cx="253188" cy="316248"/>
              </a:xfrm>
              <a:prstGeom prst="rect">
                <a:avLst/>
              </a:prstGeom>
              <a:solidFill>
                <a:srgbClr val="BCE0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2" name="Rectangle 31">
                <a:extLst>
                  <a:ext uri="{FF2B5EF4-FFF2-40B4-BE49-F238E27FC236}">
                    <a16:creationId xmlns:a16="http://schemas.microsoft.com/office/drawing/2014/main" id="{EF1B59EB-B1A7-7A35-AD72-6876E8BCC825}"/>
                  </a:ext>
                </a:extLst>
              </p:cNvPr>
              <p:cNvSpPr/>
              <p:nvPr userDrawn="1"/>
            </p:nvSpPr>
            <p:spPr>
              <a:xfrm rot="5400000">
                <a:off x="14033099" y="5305658"/>
                <a:ext cx="253188" cy="316248"/>
              </a:xfrm>
              <a:prstGeom prst="rect">
                <a:avLst/>
              </a:prstGeom>
              <a:solidFill>
                <a:srgbClr val="E978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3" name="Rectangle 32">
                <a:extLst>
                  <a:ext uri="{FF2B5EF4-FFF2-40B4-BE49-F238E27FC236}">
                    <a16:creationId xmlns:a16="http://schemas.microsoft.com/office/drawing/2014/main" id="{DA06A621-B472-E3BC-0400-D63601C0D689}"/>
                  </a:ext>
                </a:extLst>
              </p:cNvPr>
              <p:cNvSpPr/>
              <p:nvPr userDrawn="1"/>
            </p:nvSpPr>
            <p:spPr>
              <a:xfrm rot="5400000">
                <a:off x="14033099" y="5629886"/>
                <a:ext cx="253188" cy="316248"/>
              </a:xfrm>
              <a:prstGeom prst="rect">
                <a:avLst/>
              </a:prstGeom>
              <a:solidFill>
                <a:srgbClr val="B905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4" name="Rectangle 33">
                <a:extLst>
                  <a:ext uri="{FF2B5EF4-FFF2-40B4-BE49-F238E27FC236}">
                    <a16:creationId xmlns:a16="http://schemas.microsoft.com/office/drawing/2014/main" id="{142BB3B6-659D-A884-6DAF-A14353440EFF}"/>
                  </a:ext>
                </a:extLst>
              </p:cNvPr>
              <p:cNvSpPr/>
              <p:nvPr userDrawn="1"/>
            </p:nvSpPr>
            <p:spPr>
              <a:xfrm rot="5400000">
                <a:off x="14033099" y="3684518"/>
                <a:ext cx="253188" cy="316248"/>
              </a:xfrm>
              <a:prstGeom prst="rect">
                <a:avLst/>
              </a:prstGeom>
              <a:solidFill>
                <a:srgbClr val="9DC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5" name="Rectangle 34">
                <a:extLst>
                  <a:ext uri="{FF2B5EF4-FFF2-40B4-BE49-F238E27FC236}">
                    <a16:creationId xmlns:a16="http://schemas.microsoft.com/office/drawing/2014/main" id="{B5DA8676-F1C0-FD37-81FA-EBB870335304}"/>
                  </a:ext>
                </a:extLst>
              </p:cNvPr>
              <p:cNvSpPr/>
              <p:nvPr userDrawn="1"/>
            </p:nvSpPr>
            <p:spPr>
              <a:xfrm rot="5400000">
                <a:off x="14033099" y="4008746"/>
                <a:ext cx="253188" cy="316248"/>
              </a:xfrm>
              <a:prstGeom prst="rect">
                <a:avLst/>
              </a:prstGeom>
              <a:solidFill>
                <a:srgbClr val="309D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6" name="Rectangle 35">
                <a:extLst>
                  <a:ext uri="{FF2B5EF4-FFF2-40B4-BE49-F238E27FC236}">
                    <a16:creationId xmlns:a16="http://schemas.microsoft.com/office/drawing/2014/main" id="{BC41173F-E011-1B44-0B7E-829A8CD65185}"/>
                  </a:ext>
                </a:extLst>
              </p:cNvPr>
              <p:cNvSpPr/>
              <p:nvPr userDrawn="1"/>
            </p:nvSpPr>
            <p:spPr>
              <a:xfrm rot="5400000">
                <a:off x="14033099" y="4332974"/>
                <a:ext cx="253188" cy="316248"/>
              </a:xfrm>
              <a:prstGeom prst="rect">
                <a:avLst/>
              </a:prstGeom>
              <a:solidFill>
                <a:srgbClr val="E2C2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37" name="Rectangle 36">
                <a:extLst>
                  <a:ext uri="{FF2B5EF4-FFF2-40B4-BE49-F238E27FC236}">
                    <a16:creationId xmlns:a16="http://schemas.microsoft.com/office/drawing/2014/main" id="{94CD6486-30E5-F003-4D63-5E504F81B5BD}"/>
                  </a:ext>
                </a:extLst>
              </p:cNvPr>
              <p:cNvSpPr/>
              <p:nvPr userDrawn="1"/>
            </p:nvSpPr>
            <p:spPr>
              <a:xfrm rot="5400000">
                <a:off x="14033099" y="4657202"/>
                <a:ext cx="253188" cy="316248"/>
              </a:xfrm>
              <a:prstGeom prst="rect">
                <a:avLst/>
              </a:prstGeom>
              <a:solidFill>
                <a:srgbClr val="9158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grpSp>
          <p:nvGrpSpPr>
            <p:cNvPr id="12" name="Group 11">
              <a:extLst>
                <a:ext uri="{FF2B5EF4-FFF2-40B4-BE49-F238E27FC236}">
                  <a16:creationId xmlns:a16="http://schemas.microsoft.com/office/drawing/2014/main" id="{E535541F-F140-B938-7624-73C01A85F44C}"/>
                </a:ext>
              </a:extLst>
            </p:cNvPr>
            <p:cNvGrpSpPr/>
            <p:nvPr userDrawn="1"/>
          </p:nvGrpSpPr>
          <p:grpSpPr>
            <a:xfrm>
              <a:off x="12442019" y="198485"/>
              <a:ext cx="382660" cy="2882942"/>
              <a:chOff x="12742785" y="3716048"/>
              <a:chExt cx="316248" cy="3171236"/>
            </a:xfrm>
          </p:grpSpPr>
          <p:sp>
            <p:nvSpPr>
              <p:cNvPr id="14" name="Rectangle 13">
                <a:extLst>
                  <a:ext uri="{FF2B5EF4-FFF2-40B4-BE49-F238E27FC236}">
                    <a16:creationId xmlns:a16="http://schemas.microsoft.com/office/drawing/2014/main" id="{9C490BDB-6FAA-150F-6BD5-AB14C944F191}"/>
                  </a:ext>
                </a:extLst>
              </p:cNvPr>
              <p:cNvSpPr/>
              <p:nvPr userDrawn="1"/>
            </p:nvSpPr>
            <p:spPr>
              <a:xfrm rot="5400000">
                <a:off x="12774315" y="6602566"/>
                <a:ext cx="253188" cy="316248"/>
              </a:xfrm>
              <a:prstGeom prst="rect">
                <a:avLst/>
              </a:prstGeom>
              <a:solidFill>
                <a:srgbClr val="BFD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6" name="Rectangle 15">
                <a:extLst>
                  <a:ext uri="{FF2B5EF4-FFF2-40B4-BE49-F238E27FC236}">
                    <a16:creationId xmlns:a16="http://schemas.microsoft.com/office/drawing/2014/main" id="{074E35F3-9822-16AE-CDC1-F21C118C3F2A}"/>
                  </a:ext>
                </a:extLst>
              </p:cNvPr>
              <p:cNvSpPr/>
              <p:nvPr userDrawn="1"/>
            </p:nvSpPr>
            <p:spPr>
              <a:xfrm rot="5400000">
                <a:off x="12774315" y="4981430"/>
                <a:ext cx="253188" cy="316248"/>
              </a:xfrm>
              <a:prstGeom prst="rect">
                <a:avLst/>
              </a:prstGeom>
              <a:solidFill>
                <a:srgbClr val="D25F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18" name="Rectangle 17">
                <a:extLst>
                  <a:ext uri="{FF2B5EF4-FFF2-40B4-BE49-F238E27FC236}">
                    <a16:creationId xmlns:a16="http://schemas.microsoft.com/office/drawing/2014/main" id="{345A5FDC-CCBA-70C6-8CA3-32A09FF4BF85}"/>
                  </a:ext>
                </a:extLst>
              </p:cNvPr>
              <p:cNvSpPr/>
              <p:nvPr userDrawn="1"/>
            </p:nvSpPr>
            <p:spPr>
              <a:xfrm rot="5400000">
                <a:off x="12774315" y="5305658"/>
                <a:ext cx="253188" cy="316248"/>
              </a:xfrm>
              <a:prstGeom prst="rect">
                <a:avLst/>
              </a:prstGeom>
              <a:solidFill>
                <a:srgbClr val="C648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1" name="Rectangle 20">
                <a:extLst>
                  <a:ext uri="{FF2B5EF4-FFF2-40B4-BE49-F238E27FC236}">
                    <a16:creationId xmlns:a16="http://schemas.microsoft.com/office/drawing/2014/main" id="{3D4315B3-AF77-33CA-5393-E034780703EB}"/>
                  </a:ext>
                </a:extLst>
              </p:cNvPr>
              <p:cNvSpPr/>
              <p:nvPr userDrawn="1"/>
            </p:nvSpPr>
            <p:spPr>
              <a:xfrm rot="5400000">
                <a:off x="12774315" y="5629886"/>
                <a:ext cx="253188" cy="316248"/>
              </a:xfrm>
              <a:prstGeom prst="rect">
                <a:avLst/>
              </a:prstGeom>
              <a:solidFill>
                <a:srgbClr val="BA01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2" name="Rectangle 21">
                <a:extLst>
                  <a:ext uri="{FF2B5EF4-FFF2-40B4-BE49-F238E27FC236}">
                    <a16:creationId xmlns:a16="http://schemas.microsoft.com/office/drawing/2014/main" id="{B9078D06-2B99-FEE0-6D49-331B0F98B799}"/>
                  </a:ext>
                </a:extLst>
              </p:cNvPr>
              <p:cNvSpPr/>
              <p:nvPr userDrawn="1"/>
            </p:nvSpPr>
            <p:spPr>
              <a:xfrm rot="5400000">
                <a:off x="12774315" y="3684518"/>
                <a:ext cx="253188" cy="316248"/>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3" name="Rectangle 22">
                <a:extLst>
                  <a:ext uri="{FF2B5EF4-FFF2-40B4-BE49-F238E27FC236}">
                    <a16:creationId xmlns:a16="http://schemas.microsoft.com/office/drawing/2014/main" id="{CEAF2C1F-C4AF-4CF4-C250-36B938EDC008}"/>
                  </a:ext>
                </a:extLst>
              </p:cNvPr>
              <p:cNvSpPr/>
              <p:nvPr userDrawn="1"/>
            </p:nvSpPr>
            <p:spPr>
              <a:xfrm rot="5400000">
                <a:off x="12774315" y="4008746"/>
                <a:ext cx="253188" cy="316248"/>
              </a:xfrm>
              <a:prstGeom prst="rect">
                <a:avLst/>
              </a:prstGeom>
              <a:solidFill>
                <a:srgbClr val="5EB6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4" name="Rectangle 23">
                <a:extLst>
                  <a:ext uri="{FF2B5EF4-FFF2-40B4-BE49-F238E27FC236}">
                    <a16:creationId xmlns:a16="http://schemas.microsoft.com/office/drawing/2014/main" id="{0FA60219-0C09-9081-58E8-B324A94CCFF4}"/>
                  </a:ext>
                </a:extLst>
              </p:cNvPr>
              <p:cNvSpPr/>
              <p:nvPr userDrawn="1"/>
            </p:nvSpPr>
            <p:spPr>
              <a:xfrm rot="5400000">
                <a:off x="12774315" y="4332974"/>
                <a:ext cx="253188" cy="316248"/>
              </a:xfrm>
              <a:prstGeom prst="rect">
                <a:avLst/>
              </a:prstGeom>
              <a:solidFill>
                <a:srgbClr val="C7A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5" name="Rectangle 24">
                <a:extLst>
                  <a:ext uri="{FF2B5EF4-FFF2-40B4-BE49-F238E27FC236}">
                    <a16:creationId xmlns:a16="http://schemas.microsoft.com/office/drawing/2014/main" id="{CDB51201-CB70-4B1B-1599-4305D009F4EB}"/>
                  </a:ext>
                </a:extLst>
              </p:cNvPr>
              <p:cNvSpPr/>
              <p:nvPr userDrawn="1"/>
            </p:nvSpPr>
            <p:spPr>
              <a:xfrm rot="5400000">
                <a:off x="12774315" y="4657202"/>
                <a:ext cx="253188" cy="316248"/>
              </a:xfrm>
              <a:prstGeom prst="rect">
                <a:avLst/>
              </a:prstGeom>
              <a:solidFill>
                <a:srgbClr val="5C06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6" name="Rectangle 25">
                <a:extLst>
                  <a:ext uri="{FF2B5EF4-FFF2-40B4-BE49-F238E27FC236}">
                    <a16:creationId xmlns:a16="http://schemas.microsoft.com/office/drawing/2014/main" id="{AF208894-6B2A-3DAA-D6A3-68B85B641215}"/>
                  </a:ext>
                </a:extLst>
              </p:cNvPr>
              <p:cNvSpPr/>
              <p:nvPr userDrawn="1"/>
            </p:nvSpPr>
            <p:spPr>
              <a:xfrm rot="5400000">
                <a:off x="12774315" y="5954114"/>
                <a:ext cx="253188" cy="316248"/>
              </a:xfrm>
              <a:prstGeom prst="rect">
                <a:avLst/>
              </a:prstGeom>
              <a:solidFill>
                <a:srgbClr val="2A4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sp>
            <p:nvSpPr>
              <p:cNvPr id="27" name="Rectangle 26">
                <a:extLst>
                  <a:ext uri="{FF2B5EF4-FFF2-40B4-BE49-F238E27FC236}">
                    <a16:creationId xmlns:a16="http://schemas.microsoft.com/office/drawing/2014/main" id="{ED94428B-1049-DC6B-4240-4BC8211B77EB}"/>
                  </a:ext>
                </a:extLst>
              </p:cNvPr>
              <p:cNvSpPr/>
              <p:nvPr userDrawn="1"/>
            </p:nvSpPr>
            <p:spPr>
              <a:xfrm rot="5400000">
                <a:off x="12774315" y="6278342"/>
                <a:ext cx="253188" cy="3162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sz="1050"/>
              </a:p>
            </p:txBody>
          </p:sp>
        </p:grpSp>
        <p:sp>
          <p:nvSpPr>
            <p:cNvPr id="13" name="TextBox 12">
              <a:extLst>
                <a:ext uri="{FF2B5EF4-FFF2-40B4-BE49-F238E27FC236}">
                  <a16:creationId xmlns:a16="http://schemas.microsoft.com/office/drawing/2014/main" id="{5545CEBC-FBFC-FA6E-DED4-EAA4241A8314}"/>
                </a:ext>
              </a:extLst>
            </p:cNvPr>
            <p:cNvSpPr txBox="1"/>
            <p:nvPr userDrawn="1"/>
          </p:nvSpPr>
          <p:spPr>
            <a:xfrm rot="16200000">
              <a:off x="12562248" y="5173598"/>
              <a:ext cx="984244" cy="118174"/>
            </a:xfrm>
            <a:prstGeom prst="rect">
              <a:avLst/>
            </a:prstGeom>
            <a:noFill/>
          </p:spPr>
          <p:txBody>
            <a:bodyPr wrap="none" lIns="0" tIns="0" rIns="0" bIns="0" rtlCol="0">
              <a:spAutoFit/>
            </a:bodyPr>
            <a:lstStyle/>
            <a:p>
              <a:pPr algn="l">
                <a:lnSpc>
                  <a:spcPct val="101000"/>
                </a:lnSpc>
                <a:spcAft>
                  <a:spcPts val="600"/>
                </a:spcAft>
              </a:pPr>
              <a:r>
                <a:rPr lang="en-CR" sz="800" b="1">
                  <a:solidFill>
                    <a:srgbClr val="000000"/>
                  </a:solidFill>
                  <a:latin typeface="Arial" panose="020B0604020202020204" pitchFamily="34" charset="0"/>
                  <a:ea typeface="GT America Regular" charset="0"/>
                  <a:cs typeface="GT America Regular" charset="0"/>
                </a:rPr>
                <a:t>ON MOODY´S BLUE</a:t>
              </a:r>
              <a:endParaRPr kumimoji="0" lang="en-CR" sz="800" b="1" i="0" u="none" strike="noStrike" kern="1200" cap="none" spc="0" normalizeH="0" baseline="0" noProof="0" err="1">
                <a:ln>
                  <a:noFill/>
                </a:ln>
                <a:solidFill>
                  <a:srgbClr val="000000"/>
                </a:solidFill>
                <a:effectLst/>
                <a:uLnTx/>
                <a:uFillTx/>
                <a:latin typeface="Arial" panose="020B0604020202020204" pitchFamily="34" charset="0"/>
                <a:ea typeface="GT America Regular" charset="0"/>
                <a:cs typeface="GT America Regular" charset="0"/>
              </a:endParaRPr>
            </a:p>
          </p:txBody>
        </p:sp>
      </p:grpSp>
      <p:sp>
        <p:nvSpPr>
          <p:cNvPr id="38" name="TextBox 37">
            <a:extLst>
              <a:ext uri="{FF2B5EF4-FFF2-40B4-BE49-F238E27FC236}">
                <a16:creationId xmlns:a16="http://schemas.microsoft.com/office/drawing/2014/main" id="{C6B46BA1-C6D2-E918-48C2-BC139423DF7E}"/>
              </a:ext>
            </a:extLst>
          </p:cNvPr>
          <p:cNvSpPr txBox="1"/>
          <p:nvPr userDrawn="1"/>
        </p:nvSpPr>
        <p:spPr>
          <a:xfrm>
            <a:off x="12356815" y="3377042"/>
            <a:ext cx="817531" cy="116635"/>
          </a:xfrm>
          <a:prstGeom prst="rect">
            <a:avLst/>
          </a:prstGeom>
          <a:noFill/>
        </p:spPr>
        <p:txBody>
          <a:bodyPr wrap="none" lIns="0" tIns="0" rIns="0" bIns="0" rtlCol="0">
            <a:spAutoFit/>
          </a:bodyPr>
          <a:lstStyle/>
          <a:p>
            <a:pPr algn="l">
              <a:lnSpc>
                <a:spcPct val="101000"/>
              </a:lnSpc>
              <a:spcAft>
                <a:spcPts val="600"/>
              </a:spcAft>
            </a:pPr>
            <a:r>
              <a:rPr kumimoji="0" lang="en-US"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rPr>
              <a:t>For charts ONLY</a:t>
            </a:r>
            <a:endParaRPr kumimoji="0" lang="en-CR" sz="800" b="1" i="0" u="none" strike="noStrike" kern="1200" cap="none" spc="0" normalizeH="0" baseline="0" noProof="0">
              <a:ln>
                <a:noFill/>
              </a:ln>
              <a:solidFill>
                <a:srgbClr val="000000"/>
              </a:solidFill>
              <a:effectLst/>
              <a:uLnTx/>
              <a:uFillTx/>
              <a:latin typeface="Arial" panose="020B0604020202020204" pitchFamily="34" charset="0"/>
              <a:ea typeface="GT America Regular" charset="0"/>
              <a:cs typeface="GT America Regular" charset="0"/>
            </a:endParaRPr>
          </a:p>
        </p:txBody>
      </p:sp>
    </p:spTree>
    <p:extLst>
      <p:ext uri="{BB962C8B-B14F-4D97-AF65-F5344CB8AC3E}">
        <p14:creationId xmlns:p14="http://schemas.microsoft.com/office/powerpoint/2010/main" val="1210055545"/>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Biography Spotlight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6927C77-4BA5-963C-77AB-D1E17369A031}"/>
              </a:ext>
            </a:extLst>
          </p:cNvPr>
          <p:cNvSpPr/>
          <p:nvPr userDrawn="1"/>
        </p:nvSpPr>
        <p:spPr bwMode="ltGray">
          <a:xfrm>
            <a:off x="0" y="0"/>
            <a:ext cx="405765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20" name="Freeform 19">
            <a:extLst>
              <a:ext uri="{FF2B5EF4-FFF2-40B4-BE49-F238E27FC236}">
                <a16:creationId xmlns:a16="http://schemas.microsoft.com/office/drawing/2014/main" id="{091F8258-6B33-2DAE-610E-A14A266200A5}"/>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0" y="2146298"/>
            <a:ext cx="4057649" cy="4711702"/>
          </a:xfrm>
          <a:noFill/>
          <a:ln>
            <a:noFill/>
          </a:ln>
        </p:spPr>
        <p:txBody>
          <a:bodyPr anchor="ctr"/>
          <a:lstStyle>
            <a:lvl1pPr algn="ctr">
              <a:defRPr>
                <a:solidFill>
                  <a:schemeClr val="bg1"/>
                </a:solidFill>
                <a:latin typeface="Arial" panose="020B0604020202020204" pitchFamily="34" charset="0"/>
              </a:defRPr>
            </a:lvl1pPr>
          </a:lstStyle>
          <a:p>
            <a:r>
              <a:rPr lang="en-US"/>
              <a:t>Silhouette</a:t>
            </a:r>
            <a:br>
              <a:rPr lang="en-US"/>
            </a:br>
            <a:r>
              <a:rPr lang="en-US"/>
              <a:t>portrait</a:t>
            </a:r>
          </a:p>
        </p:txBody>
      </p:sp>
      <p:sp>
        <p:nvSpPr>
          <p:cNvPr id="5" name="Title 4">
            <a:extLst>
              <a:ext uri="{FF2B5EF4-FFF2-40B4-BE49-F238E27FC236}">
                <a16:creationId xmlns:a16="http://schemas.microsoft.com/office/drawing/2014/main" id="{EF9EC52F-C370-604D-C528-F596723637C4}"/>
              </a:ext>
            </a:extLst>
          </p:cNvPr>
          <p:cNvSpPr>
            <a:spLocks noGrp="1"/>
          </p:cNvSpPr>
          <p:nvPr>
            <p:ph type="title"/>
          </p:nvPr>
        </p:nvSpPr>
        <p:spPr>
          <a:xfrm>
            <a:off x="539520" y="552450"/>
            <a:ext cx="3518129" cy="434975"/>
          </a:xfrm>
        </p:spPr>
        <p:txBody>
          <a:bodyPr rIns="274320"/>
          <a:lstStyle>
            <a:lvl1pPr>
              <a:defRPr>
                <a:solidFill>
                  <a:schemeClr val="bg1"/>
                </a:solidFill>
              </a:defRPr>
            </a:lvl1pPr>
          </a:lstStyle>
          <a:p>
            <a:r>
              <a:rPr lang="en-US"/>
              <a:t>Click to edit Master title style</a:t>
            </a:r>
          </a:p>
        </p:txBody>
      </p:sp>
      <p:sp>
        <p:nvSpPr>
          <p:cNvPr id="4" name="Content Placeholder 14">
            <a:extLst>
              <a:ext uri="{FF2B5EF4-FFF2-40B4-BE49-F238E27FC236}">
                <a16:creationId xmlns:a16="http://schemas.microsoft.com/office/drawing/2014/main" id="{0F4207BC-188D-C830-B83A-98B60C773C10}"/>
              </a:ext>
            </a:extLst>
          </p:cNvPr>
          <p:cNvSpPr>
            <a:spLocks noGrp="1"/>
          </p:cNvSpPr>
          <p:nvPr>
            <p:ph sz="quarter" idx="18" hasCustomPrompt="1"/>
          </p:nvPr>
        </p:nvSpPr>
        <p:spPr>
          <a:xfrm>
            <a:off x="4781551" y="697706"/>
            <a:ext cx="6856412" cy="5469732"/>
          </a:xfrm>
        </p:spPr>
        <p:txBody>
          <a:bodyPr numCol="1" spcCol="219456"/>
          <a:lstStyle>
            <a:lvl1pPr>
              <a:spcAft>
                <a:spcPts val="0"/>
              </a:spcAft>
              <a:defRPr sz="1800" b="1">
                <a:solidFill>
                  <a:schemeClr val="tx1"/>
                </a:solidFill>
                <a:latin typeface="+mn-lt"/>
              </a:defRPr>
            </a:lvl1pPr>
            <a:lvl2pPr marL="0" indent="0">
              <a:buNone/>
              <a:defRPr sz="1800" b="0">
                <a:solidFill>
                  <a:schemeClr val="tx1"/>
                </a:solidFill>
              </a:defRPr>
            </a:lvl2pPr>
            <a:lvl3pPr marL="3175" indent="0">
              <a:buFont typeface="GT America Regular" charset="0"/>
              <a:buNone/>
              <a:defRPr sz="1400" b="1">
                <a:solidFill>
                  <a:schemeClr val="tx2"/>
                </a:solidFill>
              </a:defRPr>
            </a:lvl3pPr>
            <a:lvl4pPr marL="0" indent="0">
              <a:buClrTx/>
              <a:buFont typeface="GT America Regular" charset="0"/>
              <a:buNone/>
              <a:defRPr sz="1400"/>
            </a:lvl4pPr>
            <a:lvl5pPr marL="287338" indent="-287338">
              <a:buClrTx/>
              <a:buFont typeface="GT America Regular" charset="0"/>
              <a:buChar char="→"/>
              <a:defRPr sz="1400"/>
            </a:lvl5pPr>
            <a:lvl6pPr marL="458788" indent="-171450">
              <a:buClr>
                <a:schemeClr val="accent1"/>
              </a:buClr>
              <a:buFont typeface="Arial" panose="020B0604020202020204" pitchFamily="34" charset="0"/>
              <a:buChar char="•"/>
              <a:defRPr sz="1300"/>
            </a:lvl6pPr>
            <a:lvl7pPr marL="627063" indent="-174625">
              <a:buClrTx/>
              <a:buFont typeface="GT America Regular" pitchFamily="50" charset="0"/>
              <a:buChar char="–"/>
              <a:defRPr sz="1300"/>
            </a:lvl7pPr>
            <a:lvl8pPr marL="800100" indent="-174625">
              <a:buClr>
                <a:schemeClr val="accent1"/>
              </a:buClr>
              <a:buFont typeface="GT America Regular" charset="0"/>
              <a:buChar char="–"/>
              <a:defRPr sz="1200"/>
            </a:lvl8pPr>
            <a:lvl9pPr marL="973138" indent="-171450">
              <a:buClrTx/>
              <a:buFont typeface="GT America Regular" pitchFamily="50" charset="0"/>
              <a:buChar char="»"/>
              <a:defRPr sz="1200"/>
            </a:lvl9pPr>
          </a:lstStyle>
          <a:p>
            <a:pPr lvl="0"/>
            <a:r>
              <a:rPr lang="en-US" err="1"/>
              <a:t>Firstname</a:t>
            </a:r>
            <a:r>
              <a:rPr lang="en-US"/>
              <a:t> </a:t>
            </a:r>
            <a:r>
              <a:rPr lang="en-US" err="1"/>
              <a:t>Lastname</a:t>
            </a:r>
            <a:r>
              <a:rPr lang="en-US"/>
              <a:t>, first level</a:t>
            </a:r>
          </a:p>
          <a:p>
            <a:pPr lvl="1"/>
            <a:r>
              <a:rPr lang="en-US"/>
              <a:t>Title/department, second level</a:t>
            </a:r>
          </a:p>
          <a:p>
            <a:pPr lvl="2"/>
            <a:r>
              <a:rPr lang="en-US"/>
              <a:t>Introduction or highlighted passage, 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6" name="Text Placeholder 10">
            <a:extLst>
              <a:ext uri="{FF2B5EF4-FFF2-40B4-BE49-F238E27FC236}">
                <a16:creationId xmlns:a16="http://schemas.microsoft.com/office/drawing/2014/main" id="{13CB873E-451B-AD74-97A9-A588E4BAB870}"/>
              </a:ext>
            </a:extLst>
          </p:cNvPr>
          <p:cNvSpPr>
            <a:spLocks noGrp="1"/>
          </p:cNvSpPr>
          <p:nvPr>
            <p:ph type="body" sz="quarter" idx="58"/>
          </p:nvPr>
        </p:nvSpPr>
        <p:spPr>
          <a:xfrm>
            <a:off x="548640" y="1127125"/>
            <a:ext cx="3421698"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691260248"/>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Back Cover 1">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834B98-F94F-BBE0-213C-85AFCDC4764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8922" b="11853"/>
          <a:stretch/>
        </p:blipFill>
        <p:spPr bwMode="hidden">
          <a:xfrm>
            <a:off x="-5621" y="0"/>
            <a:ext cx="12188952" cy="6858000"/>
          </a:xfrm>
          <a:prstGeom prst="rect">
            <a:avLst/>
          </a:prstGeom>
        </p:spPr>
      </p:pic>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4567237"/>
            <a:ext cx="5441950" cy="1165225"/>
          </a:xfrm>
          <a:prstGeom prst="rect">
            <a:avLst/>
          </a:prstGeom>
        </p:spPr>
        <p:txBody>
          <a:bodyPr anchor="b"/>
          <a:lstStyle>
            <a:lvl1pPr>
              <a:defRPr>
                <a:solidFill>
                  <a:schemeClr val="tx1"/>
                </a:solidFill>
              </a:defRPr>
            </a:lvl1pPr>
          </a:lstStyle>
          <a:p>
            <a:r>
              <a:rPr lang="en-US"/>
              <a:t>Click to edit Master title style</a:t>
            </a:r>
          </a:p>
        </p:txBody>
      </p:sp>
      <p:sp>
        <p:nvSpPr>
          <p:cNvPr id="3" name="Freeform 5">
            <a:extLst>
              <a:ext uri="{FF2B5EF4-FFF2-40B4-BE49-F238E27FC236}">
                <a16:creationId xmlns:a16="http://schemas.microsoft.com/office/drawing/2014/main" id="{DBEF819D-FDFF-C217-9B0B-68E353B7B355}"/>
              </a:ext>
            </a:extLst>
          </p:cNvPr>
          <p:cNvSpPr/>
          <p:nvPr userDrawn="1"/>
        </p:nvSpPr>
        <p:spPr bwMode="black">
          <a:xfrm>
            <a:off x="539749" y="502825"/>
            <a:ext cx="11098213" cy="1839149"/>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5" name="Text Placeholder 9">
            <a:extLst>
              <a:ext uri="{FF2B5EF4-FFF2-40B4-BE49-F238E27FC236}">
                <a16:creationId xmlns:a16="http://schemas.microsoft.com/office/drawing/2014/main" id="{5FB2903F-88A1-83A6-3840-2C6F40ADA372}"/>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14" name="Text Placeholder 28">
            <a:extLst>
              <a:ext uri="{FF2B5EF4-FFF2-40B4-BE49-F238E27FC236}">
                <a16:creationId xmlns:a16="http://schemas.microsoft.com/office/drawing/2014/main" id="{E9355155-D34A-C8FB-FD7F-D8F2AFB05465}"/>
              </a:ext>
            </a:extLst>
          </p:cNvPr>
          <p:cNvSpPr>
            <a:spLocks noGrp="1"/>
          </p:cNvSpPr>
          <p:nvPr>
            <p:ph type="body" sz="quarter" idx="94"/>
          </p:nvPr>
        </p:nvSpPr>
        <p:spPr>
          <a:xfrm>
            <a:off x="534487" y="5993489"/>
            <a:ext cx="2623978" cy="588286"/>
          </a:xfrm>
        </p:spPr>
        <p:txBody>
          <a:bodyPr anchor="b">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15" name="Text Placeholder 31">
            <a:extLst>
              <a:ext uri="{FF2B5EF4-FFF2-40B4-BE49-F238E27FC236}">
                <a16:creationId xmlns:a16="http://schemas.microsoft.com/office/drawing/2014/main" id="{C7ABDCD6-3B21-724A-2B90-283DF93F2DD4}"/>
              </a:ext>
            </a:extLst>
          </p:cNvPr>
          <p:cNvSpPr>
            <a:spLocks noGrp="1"/>
          </p:cNvSpPr>
          <p:nvPr>
            <p:ph type="body" sz="quarter" idx="95"/>
          </p:nvPr>
        </p:nvSpPr>
        <p:spPr>
          <a:xfrm>
            <a:off x="3373598" y="6001088"/>
            <a:ext cx="2623978" cy="588286"/>
          </a:xfrm>
        </p:spPr>
        <p:txBody>
          <a:bodyPr anchor="b">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16" name="Text Placeholder 33">
            <a:extLst>
              <a:ext uri="{FF2B5EF4-FFF2-40B4-BE49-F238E27FC236}">
                <a16:creationId xmlns:a16="http://schemas.microsoft.com/office/drawing/2014/main" id="{9B2F4F16-C191-1C55-93DF-40C406D4E32E}"/>
              </a:ext>
            </a:extLst>
          </p:cNvPr>
          <p:cNvSpPr>
            <a:spLocks noGrp="1"/>
          </p:cNvSpPr>
          <p:nvPr>
            <p:ph type="body" sz="quarter" idx="96"/>
          </p:nvPr>
        </p:nvSpPr>
        <p:spPr>
          <a:xfrm>
            <a:off x="6194425" y="5993489"/>
            <a:ext cx="2623978" cy="588286"/>
          </a:xfrm>
        </p:spPr>
        <p:txBody>
          <a:bodyPr anchor="b">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051487271"/>
      </p:ext>
    </p:extLst>
  </p:cSld>
  <p:clrMapOvr>
    <a:overrideClrMapping bg1="dk1" tx1="lt1" bg2="dk2" tx2="lt2" accent1="accent1" accent2="accent2" accent3="accent3" accent4="accent4" accent5="accent5" accent6="accent6" hlink="hlink" folHlink="folHlink"/>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Back Cover 2">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834B98-F94F-BBE0-213C-85AFCDC4764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8922" b="11853"/>
          <a:stretch/>
        </p:blipFill>
        <p:spPr bwMode="hidden">
          <a:xfrm>
            <a:off x="-5621" y="0"/>
            <a:ext cx="12188952" cy="6858000"/>
          </a:xfrm>
          <a:prstGeom prst="rect">
            <a:avLst/>
          </a:prstGeom>
        </p:spPr>
      </p:pic>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4567237"/>
            <a:ext cx="5441950" cy="1165225"/>
          </a:xfrm>
          <a:prstGeom prst="rect">
            <a:avLst/>
          </a:prstGeom>
        </p:spPr>
        <p:txBody>
          <a:bodyPr anchor="b"/>
          <a:lstStyle>
            <a:lvl1pPr>
              <a:defRPr>
                <a:solidFill>
                  <a:schemeClr val="tx1"/>
                </a:solidFill>
              </a:defRPr>
            </a:lvl1pPr>
          </a:lstStyle>
          <a:p>
            <a:r>
              <a:rPr lang="en-US"/>
              <a:t>Click to edit Master title style</a:t>
            </a:r>
          </a:p>
        </p:txBody>
      </p:sp>
      <p:sp>
        <p:nvSpPr>
          <p:cNvPr id="4" name="Freeform 19">
            <a:extLst>
              <a:ext uri="{FF2B5EF4-FFF2-40B4-BE49-F238E27FC236}">
                <a16:creationId xmlns:a16="http://schemas.microsoft.com/office/drawing/2014/main" id="{D3B5462B-E2B3-7CAB-8405-4B77B98FFBAE}"/>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p>
        </p:txBody>
      </p:sp>
      <p:sp>
        <p:nvSpPr>
          <p:cNvPr id="5" name="Text Placeholder 9">
            <a:extLst>
              <a:ext uri="{FF2B5EF4-FFF2-40B4-BE49-F238E27FC236}">
                <a16:creationId xmlns:a16="http://schemas.microsoft.com/office/drawing/2014/main" id="{925BD05B-4745-E7F4-97A1-5C222CC090F5}"/>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Tree>
    <p:extLst>
      <p:ext uri="{BB962C8B-B14F-4D97-AF65-F5344CB8AC3E}">
        <p14:creationId xmlns:p14="http://schemas.microsoft.com/office/powerpoint/2010/main" val="2862370249"/>
      </p:ext>
    </p:extLst>
  </p:cSld>
  <p:clrMapOvr>
    <a:overrideClrMapping bg1="dk1" tx1="lt1" bg2="dk2" tx2="lt2" accent1="accent1" accent2="accent2" accent3="accent3" accent4="accent4" accent5="accent5" accent6="accent6" hlink="hlink" folHlink="folHlink"/>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Back Cover 3">
    <p:bg>
      <p:bgPr>
        <a:solidFill>
          <a:schemeClr val="bg2"/>
        </a:solidFill>
        <a:effectLst/>
      </p:bgPr>
    </p:bg>
    <p:spTree>
      <p:nvGrpSpPr>
        <p:cNvPr id="1" name=""/>
        <p:cNvGrpSpPr/>
        <p:nvPr/>
      </p:nvGrpSpPr>
      <p:grpSpPr>
        <a:xfrm>
          <a:off x="0" y="0"/>
          <a:ext cx="0" cy="0"/>
          <a:chOff x="0" y="0"/>
          <a:chExt cx="0" cy="0"/>
        </a:xfrm>
      </p:grpSpPr>
      <p:sp>
        <p:nvSpPr>
          <p:cNvPr id="20" name="Freeform 19">
            <a:extLst>
              <a:ext uri="{FF2B5EF4-FFF2-40B4-BE49-F238E27FC236}">
                <a16:creationId xmlns:a16="http://schemas.microsoft.com/office/drawing/2014/main" id="{6732315D-1057-6521-C359-22C1DAF4964C}"/>
              </a:ext>
            </a:extLst>
          </p:cNvPr>
          <p:cNvSpPr/>
          <p:nvPr/>
        </p:nvSpPr>
        <p:spPr>
          <a:xfrm>
            <a:off x="3367088" y="552449"/>
            <a:ext cx="8267463" cy="5677842"/>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accent1">
              <a:alpha val="25000"/>
            </a:schemeClr>
          </a:solidFill>
          <a:ln w="0" cap="flat">
            <a:noFill/>
            <a:prstDash val="solid"/>
            <a:miter/>
          </a:ln>
        </p:spPr>
        <p:txBody>
          <a:bodyPr rtlCol="0" anchor="ctr"/>
          <a:lstStyle/>
          <a:p>
            <a:endParaRPr lang="en-US"/>
          </a:p>
        </p:txBody>
      </p:sp>
      <p:sp>
        <p:nvSpPr>
          <p:cNvPr id="5" name="Title 1">
            <a:extLst>
              <a:ext uri="{FF2B5EF4-FFF2-40B4-BE49-F238E27FC236}">
                <a16:creationId xmlns:a16="http://schemas.microsoft.com/office/drawing/2014/main" id="{F22CA864-4C06-0E60-3B00-A1D84FC28322}"/>
              </a:ext>
            </a:extLst>
          </p:cNvPr>
          <p:cNvSpPr>
            <a:spLocks noGrp="1"/>
          </p:cNvSpPr>
          <p:nvPr>
            <p:ph type="title"/>
          </p:nvPr>
        </p:nvSpPr>
        <p:spPr>
          <a:xfrm>
            <a:off x="539751" y="4567237"/>
            <a:ext cx="5441950" cy="1165225"/>
          </a:xfrm>
          <a:prstGeom prst="rect">
            <a:avLst/>
          </a:prstGeom>
        </p:spPr>
        <p:txBody>
          <a:bodyPr anchor="b"/>
          <a:lstStyle>
            <a:lvl1pPr>
              <a:defRPr>
                <a:solidFill>
                  <a:schemeClr val="tx1"/>
                </a:solidFill>
              </a:defRPr>
            </a:lvl1pPr>
          </a:lstStyle>
          <a:p>
            <a:r>
              <a:rPr lang="en-US"/>
              <a:t>Click to edit Master title style</a:t>
            </a:r>
          </a:p>
        </p:txBody>
      </p:sp>
      <p:sp>
        <p:nvSpPr>
          <p:cNvPr id="6" name="Freeform 19">
            <a:extLst>
              <a:ext uri="{FF2B5EF4-FFF2-40B4-BE49-F238E27FC236}">
                <a16:creationId xmlns:a16="http://schemas.microsoft.com/office/drawing/2014/main" id="{3EF01857-B116-6C78-4866-FF4DDE73D961}"/>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p>
        </p:txBody>
      </p:sp>
      <p:sp>
        <p:nvSpPr>
          <p:cNvPr id="3" name="Text Placeholder 9">
            <a:extLst>
              <a:ext uri="{FF2B5EF4-FFF2-40B4-BE49-F238E27FC236}">
                <a16:creationId xmlns:a16="http://schemas.microsoft.com/office/drawing/2014/main" id="{2C4DFBF5-AF25-74B3-E64C-151E88405CCD}"/>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Tree>
    <p:extLst>
      <p:ext uri="{BB962C8B-B14F-4D97-AF65-F5344CB8AC3E}">
        <p14:creationId xmlns:p14="http://schemas.microsoft.com/office/powerpoint/2010/main" val="965320986"/>
      </p:ext>
    </p:extLst>
  </p:cSld>
  <p:clrMapOvr>
    <a:overrideClrMapping bg1="dk1" tx1="lt1" bg2="dk2" tx2="lt2" accent1="accent1" accent2="accent2" accent3="accent3" accent4="accent4" accent5="accent5" accent6="accent6" hlink="hlink" folHlink="folHlink"/>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Back Cover 4">
    <p:bg>
      <p:bgPr>
        <a:solidFill>
          <a:schemeClr val="bg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22CA864-4C06-0E60-3B00-A1D84FC28322}"/>
              </a:ext>
            </a:extLst>
          </p:cNvPr>
          <p:cNvSpPr>
            <a:spLocks noGrp="1"/>
          </p:cNvSpPr>
          <p:nvPr>
            <p:ph type="title"/>
          </p:nvPr>
        </p:nvSpPr>
        <p:spPr>
          <a:xfrm>
            <a:off x="539751" y="4567237"/>
            <a:ext cx="5441950" cy="1165225"/>
          </a:xfrm>
          <a:prstGeom prst="rect">
            <a:avLst/>
          </a:prstGeom>
        </p:spPr>
        <p:txBody>
          <a:bodyPr anchor="b"/>
          <a:lstStyle>
            <a:lvl1pPr>
              <a:defRPr>
                <a:solidFill>
                  <a:schemeClr val="tx1"/>
                </a:solidFill>
              </a:defRPr>
            </a:lvl1pPr>
          </a:lstStyle>
          <a:p>
            <a:r>
              <a:rPr lang="en-US"/>
              <a:t>Click to edit Master title style</a:t>
            </a:r>
          </a:p>
        </p:txBody>
      </p:sp>
      <p:sp>
        <p:nvSpPr>
          <p:cNvPr id="6" name="Freeform 19">
            <a:extLst>
              <a:ext uri="{FF2B5EF4-FFF2-40B4-BE49-F238E27FC236}">
                <a16:creationId xmlns:a16="http://schemas.microsoft.com/office/drawing/2014/main" id="{3EF01857-B116-6C78-4866-FF4DDE73D961}"/>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p>
        </p:txBody>
      </p:sp>
      <p:sp>
        <p:nvSpPr>
          <p:cNvPr id="2" name="Picture Placeholder 9">
            <a:extLst>
              <a:ext uri="{FF2B5EF4-FFF2-40B4-BE49-F238E27FC236}">
                <a16:creationId xmlns:a16="http://schemas.microsoft.com/office/drawing/2014/main" id="{65CBF573-59E2-9C93-0DC3-78AAB8C05C25}"/>
              </a:ext>
            </a:extLst>
          </p:cNvPr>
          <p:cNvSpPr>
            <a:spLocks noGrp="1"/>
          </p:cNvSpPr>
          <p:nvPr>
            <p:ph type="pic" sz="quarter" idx="13" hasCustomPrompt="1"/>
          </p:nvPr>
        </p:nvSpPr>
        <p:spPr>
          <a:xfrm>
            <a:off x="8142973" y="0"/>
            <a:ext cx="2029968" cy="6167438"/>
          </a:xfrm>
          <a:solidFill>
            <a:srgbClr val="A6A9AA"/>
          </a:solidFill>
        </p:spPr>
        <p:txBody>
          <a:bodyPr tIns="548640" anchor="ctr"/>
          <a:lstStyle>
            <a:lvl1pPr algn="ctr">
              <a:defRPr b="0">
                <a:solidFill>
                  <a:schemeClr val="tx2"/>
                </a:solidFill>
                <a:latin typeface="Arial" panose="020B0604020202020204" pitchFamily="34" charset="0"/>
              </a:defRPr>
            </a:lvl1pPr>
          </a:lstStyle>
          <a:p>
            <a:r>
              <a:rPr lang="en-US"/>
              <a:t>Dynamic slice crop 1</a:t>
            </a:r>
          </a:p>
        </p:txBody>
      </p:sp>
      <p:sp>
        <p:nvSpPr>
          <p:cNvPr id="3" name="Picture Placeholder 9">
            <a:extLst>
              <a:ext uri="{FF2B5EF4-FFF2-40B4-BE49-F238E27FC236}">
                <a16:creationId xmlns:a16="http://schemas.microsoft.com/office/drawing/2014/main" id="{611BAA65-5556-8A7C-F1DA-A7D11150A35C}"/>
              </a:ext>
            </a:extLst>
          </p:cNvPr>
          <p:cNvSpPr>
            <a:spLocks noGrp="1"/>
          </p:cNvSpPr>
          <p:nvPr>
            <p:ph type="pic" sz="quarter" idx="14" hasCustomPrompt="1"/>
          </p:nvPr>
        </p:nvSpPr>
        <p:spPr>
          <a:xfrm>
            <a:off x="10162032" y="0"/>
            <a:ext cx="2029968" cy="3984625"/>
          </a:xfrm>
          <a:solidFill>
            <a:srgbClr val="A6A9AA"/>
          </a:solidFill>
        </p:spPr>
        <p:txBody>
          <a:bodyPr tIns="548640" anchor="ctr"/>
          <a:lstStyle>
            <a:lvl1pPr algn="ctr">
              <a:defRPr b="0">
                <a:solidFill>
                  <a:schemeClr val="tx2"/>
                </a:solidFill>
                <a:latin typeface="Arial" panose="020B0604020202020204" pitchFamily="34" charset="0"/>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7" name="Text Placeholder 9">
            <a:extLst>
              <a:ext uri="{FF2B5EF4-FFF2-40B4-BE49-F238E27FC236}">
                <a16:creationId xmlns:a16="http://schemas.microsoft.com/office/drawing/2014/main" id="{E60D21F8-DDF8-0ABD-B77A-99A1823A2B21}"/>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Tree>
    <p:extLst>
      <p:ext uri="{BB962C8B-B14F-4D97-AF65-F5344CB8AC3E}">
        <p14:creationId xmlns:p14="http://schemas.microsoft.com/office/powerpoint/2010/main" val="3683564586"/>
      </p:ext>
    </p:extLst>
  </p:cSld>
  <p:clrMapOvr>
    <a:overrideClrMapping bg1="dk1" tx1="lt1" bg2="dk2" tx2="lt2" accent1="accent1" accent2="accent2" accent3="accent3" accent4="accent4" accent5="accent5" accent6="accent6" hlink="hlink" folHlink="folHlink"/>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Back Cover 5">
    <p:bg>
      <p:bgPr>
        <a:solidFill>
          <a:schemeClr val="bg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22CA864-4C06-0E60-3B00-A1D84FC28322}"/>
              </a:ext>
            </a:extLst>
          </p:cNvPr>
          <p:cNvSpPr>
            <a:spLocks noGrp="1"/>
          </p:cNvSpPr>
          <p:nvPr>
            <p:ph type="title"/>
          </p:nvPr>
        </p:nvSpPr>
        <p:spPr>
          <a:xfrm>
            <a:off x="539751" y="4567237"/>
            <a:ext cx="5441950" cy="1165225"/>
          </a:xfrm>
          <a:prstGeom prst="rect">
            <a:avLst/>
          </a:prstGeom>
        </p:spPr>
        <p:txBody>
          <a:bodyPr anchor="b"/>
          <a:lstStyle>
            <a:lvl1pPr>
              <a:defRPr>
                <a:solidFill>
                  <a:schemeClr val="tx1"/>
                </a:solidFill>
              </a:defRPr>
            </a:lvl1pPr>
          </a:lstStyle>
          <a:p>
            <a:r>
              <a:rPr lang="en-US"/>
              <a:t>Click to edit Master title style</a:t>
            </a:r>
          </a:p>
        </p:txBody>
      </p:sp>
      <p:sp>
        <p:nvSpPr>
          <p:cNvPr id="6" name="Freeform 19">
            <a:extLst>
              <a:ext uri="{FF2B5EF4-FFF2-40B4-BE49-F238E27FC236}">
                <a16:creationId xmlns:a16="http://schemas.microsoft.com/office/drawing/2014/main" id="{3EF01857-B116-6C78-4866-FF4DDE73D961}"/>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p>
        </p:txBody>
      </p:sp>
      <p:sp>
        <p:nvSpPr>
          <p:cNvPr id="2" name="Picture Placeholder 9">
            <a:extLst>
              <a:ext uri="{FF2B5EF4-FFF2-40B4-BE49-F238E27FC236}">
                <a16:creationId xmlns:a16="http://schemas.microsoft.com/office/drawing/2014/main" id="{65CBF573-59E2-9C93-0DC3-78AAB8C05C25}"/>
              </a:ext>
            </a:extLst>
          </p:cNvPr>
          <p:cNvSpPr>
            <a:spLocks noGrp="1"/>
          </p:cNvSpPr>
          <p:nvPr>
            <p:ph type="pic" sz="quarter" idx="13" hasCustomPrompt="1"/>
          </p:nvPr>
        </p:nvSpPr>
        <p:spPr>
          <a:xfrm>
            <a:off x="6096000" y="2425700"/>
            <a:ext cx="2029968" cy="4432300"/>
          </a:xfrm>
          <a:solidFill>
            <a:srgbClr val="A6A9AA"/>
          </a:solidFill>
        </p:spPr>
        <p:txBody>
          <a:bodyPr tIns="548640" anchor="ctr"/>
          <a:lstStyle>
            <a:lvl1pPr algn="ctr">
              <a:defRPr b="0">
                <a:solidFill>
                  <a:schemeClr val="tx2"/>
                </a:solidFill>
                <a:latin typeface="Arial" panose="020B0604020202020204" pitchFamily="34" charset="0"/>
              </a:defRPr>
            </a:lvl1pPr>
          </a:lstStyle>
          <a:p>
            <a:r>
              <a:rPr lang="en-US"/>
              <a:t>Dynamic slice crop 1</a:t>
            </a:r>
          </a:p>
        </p:txBody>
      </p:sp>
      <p:sp>
        <p:nvSpPr>
          <p:cNvPr id="3" name="Picture Placeholder 9">
            <a:extLst>
              <a:ext uri="{FF2B5EF4-FFF2-40B4-BE49-F238E27FC236}">
                <a16:creationId xmlns:a16="http://schemas.microsoft.com/office/drawing/2014/main" id="{611BAA65-5556-8A7C-F1DA-A7D11150A35C}"/>
              </a:ext>
            </a:extLst>
          </p:cNvPr>
          <p:cNvSpPr>
            <a:spLocks noGrp="1"/>
          </p:cNvSpPr>
          <p:nvPr>
            <p:ph type="pic" sz="quarter" idx="14" hasCustomPrompt="1"/>
          </p:nvPr>
        </p:nvSpPr>
        <p:spPr>
          <a:xfrm>
            <a:off x="8125968" y="0"/>
            <a:ext cx="4066032" cy="4567237"/>
          </a:xfrm>
          <a:solidFill>
            <a:srgbClr val="A6A9AA"/>
          </a:solidFill>
        </p:spPr>
        <p:txBody>
          <a:bodyPr tIns="548640" anchor="ctr"/>
          <a:lstStyle>
            <a:lvl1pPr algn="ctr">
              <a:defRPr b="0">
                <a:solidFill>
                  <a:schemeClr val="tx2"/>
                </a:solidFill>
                <a:latin typeface="Arial" panose="020B0604020202020204" pitchFamily="34" charset="0"/>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4" name="Text Placeholder 9">
            <a:extLst>
              <a:ext uri="{FF2B5EF4-FFF2-40B4-BE49-F238E27FC236}">
                <a16:creationId xmlns:a16="http://schemas.microsoft.com/office/drawing/2014/main" id="{0A81BF85-E531-3686-907C-CABBA5BF2785}"/>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Tree>
    <p:extLst>
      <p:ext uri="{BB962C8B-B14F-4D97-AF65-F5344CB8AC3E}">
        <p14:creationId xmlns:p14="http://schemas.microsoft.com/office/powerpoint/2010/main" val="2429665824"/>
      </p:ext>
    </p:extLst>
  </p:cSld>
  <p:clrMapOvr>
    <a:overrideClrMapping bg1="dk1" tx1="lt1" bg2="dk2" tx2="lt2" accent1="accent1" accent2="accent2" accent3="accent3" accent4="accent4" accent5="accent5" accent6="accent6" hlink="hlink" folHlink="folHlink"/>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E376998-4040-9761-674E-D9535BFB68B1}"/>
              </a:ext>
            </a:extLst>
          </p:cNvPr>
          <p:cNvSpPr>
            <a:spLocks noGrp="1"/>
          </p:cNvSpPr>
          <p:nvPr>
            <p:ph type="ftr" sz="quarter" idx="11"/>
          </p:nvPr>
        </p:nvSpPr>
        <p:spPr/>
        <p:txBody>
          <a:bodyPr/>
          <a:lstStyle/>
          <a:p>
            <a:r>
              <a:rPr lang="en-US"/>
              <a:t>See slide 12 for instructions on how to update footer</a:t>
            </a:r>
          </a:p>
        </p:txBody>
      </p:sp>
      <p:sp>
        <p:nvSpPr>
          <p:cNvPr id="5" name="Slide Number Placeholder 4">
            <a:extLst>
              <a:ext uri="{FF2B5EF4-FFF2-40B4-BE49-F238E27FC236}">
                <a16:creationId xmlns:a16="http://schemas.microsoft.com/office/drawing/2014/main" id="{BB98ADA5-8554-9765-F77A-EDEF8AC9DCA3}"/>
              </a:ext>
            </a:extLst>
          </p:cNvPr>
          <p:cNvSpPr>
            <a:spLocks noGrp="1"/>
          </p:cNvSpPr>
          <p:nvPr>
            <p:ph type="sldNum" sz="quarter" idx="12"/>
          </p:nvPr>
        </p:nvSpPr>
        <p:spPr/>
        <p:txBody>
          <a:bodyPr/>
          <a:lstStyle/>
          <a:p>
            <a:fld id="{862A5111-985B-C14D-9115-5787026182A8}" type="slidenum">
              <a:rPr lang="en-US" smtClean="0"/>
              <a:pPr/>
              <a:t>‹#›</a:t>
            </a:fld>
            <a:endParaRPr lang="en-US"/>
          </a:p>
        </p:txBody>
      </p:sp>
      <p:sp>
        <p:nvSpPr>
          <p:cNvPr id="12" name="TextBox 11">
            <a:extLst>
              <a:ext uri="{FF2B5EF4-FFF2-40B4-BE49-F238E27FC236}">
                <a16:creationId xmlns:a16="http://schemas.microsoft.com/office/drawing/2014/main" id="{3E8F0C73-A398-6456-DB05-CBC41E2EBB3E}"/>
              </a:ext>
            </a:extLst>
          </p:cNvPr>
          <p:cNvSpPr txBox="1"/>
          <p:nvPr userDrawn="1"/>
        </p:nvSpPr>
        <p:spPr>
          <a:xfrm>
            <a:off x="548639" y="269875"/>
            <a:ext cx="11089323" cy="5597525"/>
          </a:xfrm>
          <a:prstGeom prst="rect">
            <a:avLst/>
          </a:prstGeom>
          <a:noFill/>
        </p:spPr>
        <p:txBody>
          <a:bodyPr wrap="square" lIns="0" tIns="0" rIns="0" bIns="0" numCol="2">
            <a:noAutofit/>
          </a:bodyPr>
          <a:lstStyle/>
          <a:p>
            <a:pPr marL="0" marR="0">
              <a:lnSpc>
                <a:spcPct val="95000"/>
              </a:lnSpc>
              <a:spcBef>
                <a:spcPts val="0"/>
              </a:spcBef>
              <a:spcAft>
                <a:spcPts val="0"/>
              </a:spcAft>
            </a:pPr>
            <a:r>
              <a:rPr lang="en-US" sz="700">
                <a:solidFill>
                  <a:schemeClr val="tx1"/>
                </a:solidFill>
                <a:effectLst/>
                <a:latin typeface="Arial" panose="020B0604020202020204" pitchFamily="34" charset="0"/>
                <a:ea typeface="GT America Regular" pitchFamily="2" charset="77"/>
                <a:cs typeface="GT America Regular" pitchFamily="2" charset="77"/>
              </a:rPr>
              <a:t>© 2024 Moody’s Corporation, Moody’s Investors Service, Inc., Moody’s Analytics, Inc. and/or their licensors and affiliates (collectively, “MOODY’S”). All rights reserved.</a:t>
            </a:r>
          </a:p>
          <a:p>
            <a:pPr marL="0" marR="0">
              <a:lnSpc>
                <a:spcPct val="95000"/>
              </a:lnSpc>
              <a:spcBef>
                <a:spcPts val="0"/>
              </a:spcBef>
              <a:spcAft>
                <a:spcPts val="0"/>
              </a:spcAft>
            </a:pPr>
            <a:r>
              <a:rPr lang="en-US" sz="700">
                <a:solidFill>
                  <a:schemeClr val="tx1"/>
                </a:solidFill>
                <a:effectLst/>
                <a:latin typeface="Arial" panose="020B0604020202020204" pitchFamily="34" charset="0"/>
                <a:ea typeface="GT America Regular" pitchFamily="2" charset="77"/>
                <a:cs typeface="GT America Regular" pitchFamily="2" charset="77"/>
              </a:rPr>
              <a:t> </a:t>
            </a:r>
          </a:p>
          <a:p>
            <a:pPr marL="0" marR="142240">
              <a:spcBef>
                <a:spcPts val="0"/>
              </a:spcBef>
              <a:spcAft>
                <a:spcPts val="0"/>
              </a:spcAft>
            </a:pPr>
            <a:r>
              <a:rPr lang="en-US" sz="700" u="none" strike="noStrike">
                <a:solidFill>
                  <a:schemeClr val="tx1"/>
                </a:solidFill>
                <a:effectLst/>
                <a:latin typeface="Arial" panose="020B0604020202020204" pitchFamily="34" charset="0"/>
                <a:ea typeface="GT America Regular" pitchFamily="2" charset="77"/>
                <a:cs typeface="GT America Regular" pitchFamily="2" charset="77"/>
              </a:rPr>
              <a:t>CREDIT RATINGS ISSUED BY MOODY'S CREDIT RATINGS AFFILIATES ARE THEIR CURRENT OPINIONS OF THE RELATIVE FUTURE CREDIT RISK OF ENTITIES, CREDIT COMMITMENTS, OR DEBT OR DEBT-LIKE SECURITIES, AND MATERIALS, PRODUCTS, SERVICES AND INFORMATION PUBLISHED OR OTHERWISE MADE AVAILABLE BY MOODY’S (COLLECTIVELY, “MATERIALS”) MAY INCLUDE SUCH CURRENT OPINIONS. MOODY’S DEFINES CREDIT RISK AS THE RISK THAT AN ENTITY MAY NOT MEET ITS CONTRACTUAL FINANCIAL OBLIGATIONS AS THEY COME DUE AND ANY ESTIMATED FINANCIAL LOSS IN THE EVENT OF DEFAULT OR IMPAIRMENT. SEE APPLICABLE MOODY’S RATING SYMBOLS AND DEFINITIONS PUBLICATION FOR INFORMATION ON THE TYPES OF CONTRACTUAL FINANCIAL OBLIGATIONS ADDRESSED BY MOODY’S CREDIT RATINGS. CREDIT RATINGS DO NOT ADDRESS ANY OTHER RISK, INCLUDING BUT NOT LIMITED TO: LIQUIDITY RISK, MARKET VALUE RISK, OR PRICE VOLATILITY. CREDIT RATINGS, NON-CREDIT ASSESSMENTS (“ASSESSMENTS”), AND OTHER OPINIONS INCLUDED IN MOODY’S MATERIALS ARE NOT STATEMENTS OF CURRENT OR HISTORICAL FACT. MOODY’S MATERIALS MAY ALSO INCLUDE QUANTITATIVE MODEL-BASED ESTIMATES OF CREDIT RISK AND RELATED OPINIONS OR COMMENTARY PUBLISHED BY MOODY’S ANALYTICS, INC. AND/OR ITS AFFILIATES. MOODY’S CREDIT RATINGS, ASSESSMENTS, OTHER OPINIONS AND MATERIALS DO NOT CONSTITUTE OR PROVIDE INVESTMENT OR FINANCIAL ADVICE, AND MOODY’S CREDIT RATINGS, ASSESSMENTS, OTHER OPINIONS AND MATERIALS ARE NOT AND DO NOT PROVIDE RECOMMENDATIONS TO PURCHASE, SELL, OR HOLD PARTICULAR SECURITIES. MOODY’S CREDIT RATINGS, ASSESSMENTS, OTHER OPINIONS AND MATERIALS DO NOT COMMENT ON THE SUITABILITY OF AN INVESTMENT FOR ANY PARTICULAR INVESTOR. MOODY’S ISSUES ITS CREDIT RATINGS, ASSESSMENTS AND OTHER OPINIONS AND PUBLISHES OR OTHERWISE MAKES AVAILABLE ITS MATERIALS WITH THE EXPECTATION AND UNDERSTANDING THAT EACH INVESTOR WILL, WITH DUE CARE, MAKE ITS OWN STUDY AND EVALUATION OF EACH SECURITY THAT IS UNDER CONSIDERATION FOR PURCHASE, HOLDING, OR SALE. </a:t>
            </a:r>
            <a:endParaRPr lang="en-US" sz="700" u="sng">
              <a:solidFill>
                <a:schemeClr val="tx1"/>
              </a:solidFill>
              <a:effectLst/>
              <a:latin typeface="Arial" panose="020B0604020202020204" pitchFamily="34" charset="0"/>
              <a:ea typeface="GT America Regular" pitchFamily="2" charset="77"/>
              <a:cs typeface="GT America Regular" pitchFamily="2" charset="77"/>
            </a:endParaRPr>
          </a:p>
          <a:p>
            <a:pPr marL="0" marR="0">
              <a:lnSpc>
                <a:spcPct val="95000"/>
              </a:lnSpc>
              <a:spcBef>
                <a:spcPts val="0"/>
              </a:spcBef>
              <a:spcAft>
                <a:spcPts val="0"/>
              </a:spcAft>
            </a:pPr>
            <a:r>
              <a:rPr lang="en-US" sz="700">
                <a:solidFill>
                  <a:schemeClr val="tx1"/>
                </a:solidFill>
                <a:effectLst/>
                <a:latin typeface="Arial" panose="020B0604020202020204" pitchFamily="34" charset="0"/>
                <a:ea typeface="GT America Regular" pitchFamily="2" charset="77"/>
                <a:cs typeface="GT America Regular" pitchFamily="2" charset="77"/>
              </a:rPr>
              <a:t> </a:t>
            </a:r>
          </a:p>
          <a:p>
            <a:pPr marL="0" marR="0">
              <a:lnSpc>
                <a:spcPct val="95000"/>
              </a:lnSpc>
              <a:spcBef>
                <a:spcPts val="0"/>
              </a:spcBef>
              <a:spcAft>
                <a:spcPts val="0"/>
              </a:spcAft>
            </a:pPr>
            <a:r>
              <a:rPr lang="en-US" sz="700">
                <a:solidFill>
                  <a:schemeClr val="tx1"/>
                </a:solidFill>
                <a:effectLst/>
                <a:latin typeface="Arial" panose="020B0604020202020204" pitchFamily="34" charset="0"/>
                <a:ea typeface="GT America Regular" pitchFamily="2" charset="77"/>
                <a:cs typeface="GT America Regular" pitchFamily="2" charset="77"/>
              </a:rPr>
              <a:t>MOODY’S CREDIT RATINGS</a:t>
            </a:r>
            <a:r>
              <a:rPr lang="en-US" sz="700" b="1">
                <a:solidFill>
                  <a:schemeClr val="tx1"/>
                </a:solidFill>
                <a:effectLst/>
                <a:latin typeface="Arial" panose="020B0604020202020204" pitchFamily="34" charset="0"/>
                <a:ea typeface="GT America Regular" pitchFamily="2" charset="77"/>
                <a:cs typeface="GT America Regular" pitchFamily="2" charset="77"/>
              </a:rPr>
              <a:t>, </a:t>
            </a:r>
            <a:r>
              <a:rPr lang="en-US" sz="700">
                <a:solidFill>
                  <a:schemeClr val="tx1"/>
                </a:solidFill>
                <a:effectLst/>
                <a:latin typeface="Arial" panose="020B0604020202020204" pitchFamily="34" charset="0"/>
                <a:ea typeface="GT America Regular" pitchFamily="2" charset="77"/>
                <a:cs typeface="GT America Regular" pitchFamily="2" charset="77"/>
              </a:rPr>
              <a:t>ASSESSMENTS, OTHER OPINIONS, AND MATERIALS ARE NOT INTENDED FOR USE BY RETAIL INVESTORS AND IT WOULD BE RECKLESS AND INAPPROPRIATE FOR RETAIL INVESTORS TO USE MOODY’S CREDIT RATINGS, ASSESSMENTS, OTHER OPINIONS OR MATERIALS WHEN MAKING AN INVESTMENT DECISION. IF IN DOUBT YOU SHOULD CONTACT YOUR FINANCIAL OR OTHER PROFESSIONAL ADVISER.</a:t>
            </a:r>
          </a:p>
          <a:p>
            <a:pPr marL="0" marR="0">
              <a:lnSpc>
                <a:spcPct val="95000"/>
              </a:lnSpc>
              <a:spcBef>
                <a:spcPts val="0"/>
              </a:spcBef>
              <a:spcAft>
                <a:spcPts val="0"/>
              </a:spcAft>
            </a:pPr>
            <a:r>
              <a:rPr lang="en-US" sz="700">
                <a:solidFill>
                  <a:schemeClr val="tx1"/>
                </a:solidFill>
                <a:effectLst/>
                <a:latin typeface="Arial" panose="020B0604020202020204" pitchFamily="34" charset="0"/>
                <a:ea typeface="GT America Regular" pitchFamily="2" charset="77"/>
                <a:cs typeface="GT America Regular" pitchFamily="2" charset="77"/>
              </a:rPr>
              <a:t> </a:t>
            </a:r>
          </a:p>
          <a:p>
            <a:pPr marL="0" marR="0">
              <a:lnSpc>
                <a:spcPct val="95000"/>
              </a:lnSpc>
              <a:spcBef>
                <a:spcPts val="0"/>
              </a:spcBef>
              <a:spcAft>
                <a:spcPts val="0"/>
              </a:spcAft>
            </a:pPr>
            <a:r>
              <a:rPr lang="en-US" sz="700">
                <a:solidFill>
                  <a:schemeClr val="tx1"/>
                </a:solidFill>
                <a:effectLst/>
                <a:latin typeface="Arial" panose="020B0604020202020204" pitchFamily="34" charset="0"/>
                <a:ea typeface="GT America Regular" pitchFamily="2" charset="77"/>
                <a:cs typeface="GT America Regular" pitchFamily="2" charset="77"/>
              </a:rPr>
              <a:t>ALL INFORMATION CONTAINED HEREIN IS PROTECTED BY LAW, INCLUDING BUT NOT LIMITED TO, COPYRIGHT LAW, AND NONE OF SUCH INFORMATION MAY BE COPIED OR OTHERWISE REPRODUCED, REPACKAGED, FURTHER TRANSMITTED, TRANSFERRED, DISSEMINATED, REDISTRIBUTED OR RESOLD, OR STORED FOR SUBSEQUENT USE FOR ANY SUCH PURPOSE, IN WHOLE OR IN PART, IN ANY FORM OR MANNER OR BY ANY MEANS WHATSOEVER, BY ANY PERSON WITHOUT MOODY’S PRIOR WRITTEN CONSENT.  FOR CLARITY, NO INFORMATION CONTAINED HEREIN MAY BE USED TO DEVELOP, IMPROVE, TRAIN OR RETRAIN ANY SOFTWARE PROGRAM OR DATABASE, INCLUDING, BUT NOT LIMITED TO, FOR ANY ARTIFICIAL INTELLIGENCE, MACHINE LEARNING OR NATURAL LANGUAGE PROCESSING SOFTWARE, ALGORITHM, METHODOLOGY AND/OR MODEL.  </a:t>
            </a:r>
          </a:p>
          <a:p>
            <a:pPr marL="0" marR="0">
              <a:lnSpc>
                <a:spcPct val="95000"/>
              </a:lnSpc>
              <a:spcBef>
                <a:spcPts val="0"/>
              </a:spcBef>
              <a:spcAft>
                <a:spcPts val="0"/>
              </a:spcAft>
            </a:pPr>
            <a:r>
              <a:rPr lang="en-US" sz="700">
                <a:solidFill>
                  <a:schemeClr val="tx1"/>
                </a:solidFill>
                <a:effectLst/>
                <a:latin typeface="Arial" panose="020B0604020202020204" pitchFamily="34" charset="0"/>
                <a:ea typeface="GT America Regular" pitchFamily="2" charset="77"/>
                <a:cs typeface="GT America Regular" pitchFamily="2" charset="77"/>
              </a:rPr>
              <a:t> </a:t>
            </a:r>
          </a:p>
          <a:p>
            <a:pPr marL="0" marR="0">
              <a:lnSpc>
                <a:spcPct val="95000"/>
              </a:lnSpc>
              <a:spcBef>
                <a:spcPts val="0"/>
              </a:spcBef>
              <a:spcAft>
                <a:spcPts val="0"/>
              </a:spcAft>
            </a:pPr>
            <a:r>
              <a:rPr lang="en-US" sz="700">
                <a:solidFill>
                  <a:schemeClr val="tx1"/>
                </a:solidFill>
                <a:effectLst/>
                <a:latin typeface="Arial" panose="020B0604020202020204" pitchFamily="34" charset="0"/>
                <a:ea typeface="GT America Regular" pitchFamily="2" charset="77"/>
                <a:cs typeface="GT America Regular" pitchFamily="2" charset="77"/>
              </a:rPr>
              <a:t>MOODY’S CREDIT RATINGS</a:t>
            </a:r>
            <a:r>
              <a:rPr lang="en-US" sz="700" b="1">
                <a:solidFill>
                  <a:schemeClr val="tx1"/>
                </a:solidFill>
                <a:effectLst/>
                <a:latin typeface="Arial" panose="020B0604020202020204" pitchFamily="34" charset="0"/>
                <a:ea typeface="GT America Regular" pitchFamily="2" charset="77"/>
                <a:cs typeface="GT America Regular" pitchFamily="2" charset="77"/>
              </a:rPr>
              <a:t>, </a:t>
            </a:r>
            <a:r>
              <a:rPr lang="en-US" sz="700">
                <a:solidFill>
                  <a:schemeClr val="tx1"/>
                </a:solidFill>
                <a:effectLst/>
                <a:latin typeface="Arial" panose="020B0604020202020204" pitchFamily="34" charset="0"/>
                <a:ea typeface="GT America Regular" pitchFamily="2" charset="77"/>
                <a:cs typeface="GT America Regular" pitchFamily="2" charset="77"/>
              </a:rPr>
              <a:t>ASSESSMENTS, OTHER OPINIONS AND MATERIALS ARE NOT INTENDED FOR USE BY ANY PERSON AS A BENCHMARK AS THAT TERM IS DEFINED FOR REGULATORY PURPOSES AND MUST NOT BE USED IN ANY WAY THAT COULD RESULT IN THEM BEING CONSIDERED A BENCHMARK.</a:t>
            </a:r>
          </a:p>
          <a:p>
            <a:pPr marL="0" marR="0">
              <a:lnSpc>
                <a:spcPct val="95000"/>
              </a:lnSpc>
              <a:spcBef>
                <a:spcPts val="0"/>
              </a:spcBef>
              <a:spcAft>
                <a:spcPts val="0"/>
              </a:spcAft>
            </a:pPr>
            <a:r>
              <a:rPr lang="en-US" sz="700">
                <a:solidFill>
                  <a:schemeClr val="tx1"/>
                </a:solidFill>
                <a:effectLst/>
                <a:latin typeface="Arial" panose="020B0604020202020204" pitchFamily="34" charset="0"/>
                <a:ea typeface="GT America Regular" pitchFamily="2" charset="77"/>
                <a:cs typeface="GT America Regular" pitchFamily="2" charset="77"/>
              </a:rPr>
              <a:t> </a:t>
            </a:r>
          </a:p>
          <a:p>
            <a:pPr marL="0" marR="0">
              <a:lnSpc>
                <a:spcPct val="95000"/>
              </a:lnSpc>
              <a:spcBef>
                <a:spcPts val="0"/>
              </a:spcBef>
              <a:spcAft>
                <a:spcPts val="0"/>
              </a:spcAft>
            </a:pPr>
            <a:r>
              <a:rPr lang="en-US" sz="700">
                <a:solidFill>
                  <a:schemeClr val="tx1"/>
                </a:solidFill>
                <a:effectLst/>
                <a:latin typeface="Arial" panose="020B0604020202020204" pitchFamily="34" charset="0"/>
                <a:ea typeface="GT America Regular" pitchFamily="2" charset="77"/>
                <a:cs typeface="GT America Regular" pitchFamily="2" charset="77"/>
              </a:rPr>
              <a:t>All information contained herein is obtained by MOODY’S from sources believed by it to be accurate and reliable. Because of the possibility of human or mechanical error as well as other factors, however, all information contained herein is provided “AS IS” without warranty of any kind. MOODY'S adopts all necessary measures so that the information it uses in assigning a credit rating is of sufficient quality and from sources MOODY'S considers to be reliable including, when appropriate, independent third-party sources. However, MOODY’S is not an auditor and cannot in every instance independently verify or validate information received in the credit rating process or in preparing its Materials. </a:t>
            </a:r>
          </a:p>
          <a:p>
            <a:pPr marL="0" marR="0">
              <a:lnSpc>
                <a:spcPct val="95000"/>
              </a:lnSpc>
              <a:spcBef>
                <a:spcPts val="0"/>
              </a:spcBef>
              <a:spcAft>
                <a:spcPts val="0"/>
              </a:spcAft>
            </a:pPr>
            <a:r>
              <a:rPr lang="en-US" sz="700">
                <a:solidFill>
                  <a:schemeClr val="tx1"/>
                </a:solidFill>
                <a:effectLst/>
                <a:latin typeface="Arial" panose="020B0604020202020204" pitchFamily="34" charset="0"/>
                <a:ea typeface="GT America Regular" pitchFamily="2" charset="77"/>
                <a:cs typeface="GT America Regular" pitchFamily="2" charset="77"/>
              </a:rPr>
              <a:t> </a:t>
            </a:r>
          </a:p>
          <a:p>
            <a:pPr marL="0" marR="0">
              <a:lnSpc>
                <a:spcPct val="95000"/>
              </a:lnSpc>
              <a:spcBef>
                <a:spcPts val="0"/>
              </a:spcBef>
              <a:spcAft>
                <a:spcPts val="0"/>
              </a:spcAft>
            </a:pPr>
            <a:r>
              <a:rPr lang="en-US" sz="700">
                <a:solidFill>
                  <a:schemeClr val="tx1"/>
                </a:solidFill>
                <a:effectLst/>
                <a:latin typeface="Arial" panose="020B0604020202020204" pitchFamily="34" charset="0"/>
                <a:ea typeface="GT America Regular" pitchFamily="2" charset="77"/>
                <a:cs typeface="GT America Regular" pitchFamily="2" charset="77"/>
              </a:rPr>
              <a:t>To the extent permitted by law, MOODY’S and its directors, officers, employees, agents, representatives, licensors and suppliers disclaim liability to any person or entity for any indirect, special, consequential, or incidental losses or damages whatsoever arising from or in connection with the information contained herein or the use of or inability to use any such information, even if MOODY’S or any of its directors, officers, employees, agents, representatives, licensors or suppliers is advised in advance of the possibility of such losses or damages, including but not limited to: (a) any loss of present or prospective profits or (b) any loss or damage arising where the relevant financial instrument is not the subject of a particular credit rating assigned by MOODY’S.</a:t>
            </a:r>
          </a:p>
          <a:p>
            <a:pPr marL="0" marR="0">
              <a:lnSpc>
                <a:spcPct val="95000"/>
              </a:lnSpc>
              <a:spcBef>
                <a:spcPts val="0"/>
              </a:spcBef>
              <a:spcAft>
                <a:spcPts val="0"/>
              </a:spcAft>
            </a:pPr>
            <a:r>
              <a:rPr lang="en-US" sz="700">
                <a:solidFill>
                  <a:schemeClr val="tx1"/>
                </a:solidFill>
                <a:effectLst/>
                <a:latin typeface="Arial" panose="020B0604020202020204" pitchFamily="34" charset="0"/>
                <a:ea typeface="GT America Regular" pitchFamily="2" charset="77"/>
                <a:cs typeface="GT America Regular" pitchFamily="2" charset="77"/>
              </a:rPr>
              <a:t> </a:t>
            </a:r>
          </a:p>
          <a:p>
            <a:pPr marL="114300" marR="0" indent="0">
              <a:lnSpc>
                <a:spcPct val="95000"/>
              </a:lnSpc>
              <a:spcBef>
                <a:spcPts val="0"/>
              </a:spcBef>
              <a:spcAft>
                <a:spcPts val="0"/>
              </a:spcAft>
              <a:tabLst/>
            </a:pPr>
            <a:r>
              <a:rPr lang="en-US" sz="700">
                <a:solidFill>
                  <a:schemeClr val="tx1"/>
                </a:solidFill>
                <a:effectLst/>
                <a:latin typeface="Arial" panose="020B0604020202020204" pitchFamily="34" charset="0"/>
                <a:ea typeface="GT America Regular" pitchFamily="2" charset="77"/>
                <a:cs typeface="GT America Regular" pitchFamily="2" charset="77"/>
              </a:rPr>
              <a:t>To the extent permitted by law, MOODY’S and its directors, officers, employees, agents, representatives, licensors and suppliers disclaim liability for any direct or compensatory losses or damages caused to any person or entity, including but not limited to by any negligence (but excluding fraud, willful misconduct or any other type of liability that, for the avoidance of doubt, by law cannot be excluded) on the part of, or any contingency within or beyond the control of, MOODY’S or any of its directors, officers, employees, agents, representatives, licensors or suppliers, arising from or in connection with the information contained herein or the use of or inability to use any such information.</a:t>
            </a:r>
          </a:p>
          <a:p>
            <a:pPr marL="114300" marR="0" indent="0">
              <a:lnSpc>
                <a:spcPct val="95000"/>
              </a:lnSpc>
              <a:spcBef>
                <a:spcPts val="0"/>
              </a:spcBef>
              <a:spcAft>
                <a:spcPts val="0"/>
              </a:spcAft>
              <a:tabLst/>
            </a:pPr>
            <a:r>
              <a:rPr lang="en-US" sz="700">
                <a:solidFill>
                  <a:schemeClr val="tx1"/>
                </a:solidFill>
                <a:effectLst/>
                <a:latin typeface="Arial" panose="020B0604020202020204" pitchFamily="34" charset="0"/>
                <a:ea typeface="GT America Regular" pitchFamily="2" charset="77"/>
                <a:cs typeface="GT America Regular" pitchFamily="2" charset="77"/>
              </a:rPr>
              <a:t> </a:t>
            </a:r>
          </a:p>
          <a:p>
            <a:pPr marL="114300" marR="0" indent="0">
              <a:lnSpc>
                <a:spcPct val="95000"/>
              </a:lnSpc>
              <a:spcBef>
                <a:spcPts val="0"/>
              </a:spcBef>
              <a:spcAft>
                <a:spcPts val="0"/>
              </a:spcAft>
              <a:tabLst/>
            </a:pPr>
            <a:r>
              <a:rPr lang="en-US" sz="700">
                <a:solidFill>
                  <a:schemeClr val="tx1"/>
                </a:solidFill>
                <a:effectLst/>
                <a:latin typeface="Arial" panose="020B0604020202020204" pitchFamily="34" charset="0"/>
                <a:ea typeface="GT America Regular" pitchFamily="2" charset="77"/>
                <a:cs typeface="GT America Regular" pitchFamily="2" charset="77"/>
              </a:rPr>
              <a:t>NO WARRANTY, EXPRESS OR IMPLIED, AS TO THE ACCURACY, TIMELINESS, COMPLETENESS, MERCHANTABILITY OR FITNESS FOR ANY PARTICULAR PURPOSE OF ANY CREDIT RATING, ASSESSMENT, OTHER OPINION OR INFORMATION IS GIVEN OR MADE BY MOODY’S IN ANY FORM OR MANNER WHATSOEVER.</a:t>
            </a:r>
          </a:p>
          <a:p>
            <a:pPr marL="114300" marR="0" indent="0">
              <a:lnSpc>
                <a:spcPct val="95000"/>
              </a:lnSpc>
              <a:spcBef>
                <a:spcPts val="0"/>
              </a:spcBef>
              <a:spcAft>
                <a:spcPts val="0"/>
              </a:spcAft>
              <a:tabLst/>
            </a:pPr>
            <a:r>
              <a:rPr lang="en-US" sz="700">
                <a:solidFill>
                  <a:schemeClr val="tx1"/>
                </a:solidFill>
                <a:effectLst/>
                <a:latin typeface="Arial" panose="020B0604020202020204" pitchFamily="34" charset="0"/>
                <a:ea typeface="GT America Regular" pitchFamily="2" charset="77"/>
                <a:cs typeface="GT America Regular" pitchFamily="2" charset="77"/>
              </a:rPr>
              <a:t> </a:t>
            </a:r>
          </a:p>
          <a:p>
            <a:pPr marL="114300" marR="0" indent="0">
              <a:lnSpc>
                <a:spcPct val="95000"/>
              </a:lnSpc>
              <a:spcBef>
                <a:spcPts val="0"/>
              </a:spcBef>
              <a:spcAft>
                <a:spcPts val="0"/>
              </a:spcAft>
              <a:tabLst/>
            </a:pPr>
            <a:r>
              <a:rPr lang="en-US" sz="700">
                <a:solidFill>
                  <a:schemeClr val="tx1"/>
                </a:solidFill>
                <a:effectLst/>
                <a:latin typeface="Arial" panose="020B0604020202020204" pitchFamily="34" charset="0"/>
                <a:ea typeface="GT America Regular" pitchFamily="2" charset="77"/>
                <a:cs typeface="GT America Regular" pitchFamily="2" charset="77"/>
              </a:rPr>
              <a:t>Moody’s Investors Service, Inc., a wholly-owned credit rating agency subsidiary of Moody’s Corporation (“MCO”), hereby discloses that most issuers of debt securities (including corporate and municipal bonds, debentures, notes and commercial paper) and preferred stock rated by Moody’s Investors Service, Inc. have, prior to assignment of any credit rating, agreed to pay to Moody’s Investors Service, Inc. for credit ratings opinions and services rendered by it. MCO and Moody’s Investors Service also maintain policies and procedures to address the independence of Moody’s Investors Service credit ratings and credit rating processes. Information regarding certain affiliations that may exist between directors of MCO and rated entities, and between entities who hold credit ratings from Moody’s Investors Service, Inc. and have also publicly reported to the SEC an ownership interest in MCO of more than 5%, is posted annually at </a:t>
            </a:r>
            <a:r>
              <a:rPr lang="en-US" sz="700" u="sng">
                <a:solidFill>
                  <a:schemeClr val="accent1"/>
                </a:solidFill>
                <a:effectLst/>
                <a:latin typeface="Arial" panose="020B0604020202020204" pitchFamily="34" charset="0"/>
                <a:ea typeface="GT America Regular" pitchFamily="2" charset="77"/>
                <a:cs typeface="GT America Regular" pitchFamily="2" charset="77"/>
                <a:hlinkClick r:id="rId2">
                  <a:extLst>
                    <a:ext uri="{A12FA001-AC4F-418D-AE19-62706E023703}">
                      <ahyp:hlinkClr xmlns:ahyp="http://schemas.microsoft.com/office/drawing/2018/hyperlinkcolor" val="tx"/>
                    </a:ext>
                  </a:extLst>
                </a:hlinkClick>
              </a:rPr>
              <a:t>www.moodys.com</a:t>
            </a:r>
            <a:r>
              <a:rPr lang="en-US" sz="700">
                <a:solidFill>
                  <a:schemeClr val="accent1"/>
                </a:solidFill>
                <a:effectLst/>
                <a:latin typeface="Arial" panose="020B0604020202020204" pitchFamily="34" charset="0"/>
                <a:ea typeface="GT America Regular" pitchFamily="2" charset="77"/>
                <a:cs typeface="GT America Regular" pitchFamily="2" charset="77"/>
              </a:rPr>
              <a:t> </a:t>
            </a:r>
            <a:r>
              <a:rPr lang="en-US" sz="700">
                <a:solidFill>
                  <a:schemeClr val="tx1"/>
                </a:solidFill>
                <a:effectLst/>
                <a:latin typeface="Arial" panose="020B0604020202020204" pitchFamily="34" charset="0"/>
                <a:ea typeface="GT America Regular" pitchFamily="2" charset="77"/>
                <a:cs typeface="GT America Regular" pitchFamily="2" charset="77"/>
              </a:rPr>
              <a:t>under the heading “Investor Relations — Corporate Governance — Charter Documents - Director and Shareholder Affiliation Policy.”  </a:t>
            </a:r>
          </a:p>
          <a:p>
            <a:pPr marL="114300" marR="0" indent="0">
              <a:spcBef>
                <a:spcPts val="0"/>
              </a:spcBef>
              <a:spcAft>
                <a:spcPts val="0"/>
              </a:spcAft>
              <a:tabLst/>
            </a:pPr>
            <a:r>
              <a:rPr lang="en-US" sz="700" b="1" i="1">
                <a:solidFill>
                  <a:schemeClr val="tx1"/>
                </a:solidFill>
                <a:effectLst/>
                <a:latin typeface="Arial" panose="020B0604020202020204" pitchFamily="34" charset="0"/>
                <a:ea typeface="GT America Regular" pitchFamily="2" charset="77"/>
                <a:cs typeface="GT America Regular" pitchFamily="2" charset="77"/>
              </a:rPr>
              <a:t> </a:t>
            </a:r>
            <a:endParaRPr lang="en-US" sz="700">
              <a:solidFill>
                <a:schemeClr val="tx1"/>
              </a:solidFill>
              <a:effectLst/>
              <a:latin typeface="Arial" panose="020B0604020202020204" pitchFamily="34" charset="0"/>
              <a:ea typeface="GT America Regular" pitchFamily="2" charset="77"/>
              <a:cs typeface="GT America Regular" pitchFamily="2" charset="77"/>
            </a:endParaRPr>
          </a:p>
          <a:p>
            <a:pPr marL="114300" marR="0" indent="0">
              <a:spcBef>
                <a:spcPts val="0"/>
              </a:spcBef>
              <a:spcAft>
                <a:spcPts val="0"/>
              </a:spcAft>
              <a:tabLst/>
            </a:pPr>
            <a:r>
              <a:rPr lang="en-US" sz="700">
                <a:solidFill>
                  <a:schemeClr val="tx1"/>
                </a:solidFill>
                <a:effectLst/>
                <a:latin typeface="Arial" panose="020B0604020202020204" pitchFamily="34" charset="0"/>
                <a:ea typeface="GT America Regular" pitchFamily="2" charset="77"/>
                <a:cs typeface="GT America Regular" pitchFamily="2" charset="77"/>
              </a:rPr>
              <a:t>Moody's SF Japan K.K., Moody's Local AR </a:t>
            </a:r>
            <a:r>
              <a:rPr lang="en-US" sz="700" err="1">
                <a:solidFill>
                  <a:schemeClr val="tx1"/>
                </a:solidFill>
                <a:effectLst/>
                <a:latin typeface="Arial" panose="020B0604020202020204" pitchFamily="34" charset="0"/>
                <a:ea typeface="GT America Regular" pitchFamily="2" charset="77"/>
                <a:cs typeface="GT America Regular" pitchFamily="2" charset="77"/>
              </a:rPr>
              <a:t>Agente</a:t>
            </a:r>
            <a:r>
              <a:rPr lang="en-US" sz="700">
                <a:solidFill>
                  <a:schemeClr val="tx1"/>
                </a:solidFill>
                <a:effectLst/>
                <a:latin typeface="Arial" panose="020B0604020202020204" pitchFamily="34" charset="0"/>
                <a:ea typeface="GT America Regular" pitchFamily="2" charset="77"/>
                <a:cs typeface="GT America Regular" pitchFamily="2" charset="77"/>
              </a:rPr>
              <a:t> de </a:t>
            </a:r>
            <a:r>
              <a:rPr lang="en-US" sz="700" err="1">
                <a:solidFill>
                  <a:schemeClr val="tx1"/>
                </a:solidFill>
                <a:effectLst/>
                <a:latin typeface="Arial" panose="020B0604020202020204" pitchFamily="34" charset="0"/>
                <a:ea typeface="GT America Regular" pitchFamily="2" charset="77"/>
                <a:cs typeface="GT America Regular" pitchFamily="2" charset="77"/>
              </a:rPr>
              <a:t>Calificación</a:t>
            </a:r>
            <a:r>
              <a:rPr lang="en-US" sz="700">
                <a:solidFill>
                  <a:schemeClr val="tx1"/>
                </a:solidFill>
                <a:effectLst/>
                <a:latin typeface="Arial" panose="020B0604020202020204" pitchFamily="34" charset="0"/>
                <a:ea typeface="GT America Regular" pitchFamily="2" charset="77"/>
                <a:cs typeface="GT America Regular" pitchFamily="2" charset="77"/>
              </a:rPr>
              <a:t> de </a:t>
            </a:r>
            <a:r>
              <a:rPr lang="en-US" sz="700" err="1">
                <a:solidFill>
                  <a:schemeClr val="tx1"/>
                </a:solidFill>
                <a:effectLst/>
                <a:latin typeface="Arial" panose="020B0604020202020204" pitchFamily="34" charset="0"/>
                <a:ea typeface="GT America Regular" pitchFamily="2" charset="77"/>
                <a:cs typeface="GT America Regular" pitchFamily="2" charset="77"/>
              </a:rPr>
              <a:t>Riesgo</a:t>
            </a:r>
            <a:r>
              <a:rPr lang="en-US" sz="700">
                <a:solidFill>
                  <a:schemeClr val="tx1"/>
                </a:solidFill>
                <a:effectLst/>
                <a:latin typeface="Arial" panose="020B0604020202020204" pitchFamily="34" charset="0"/>
                <a:ea typeface="GT America Regular" pitchFamily="2" charset="77"/>
                <a:cs typeface="GT America Regular" pitchFamily="2" charset="77"/>
              </a:rPr>
              <a:t> S.A., Moody’s Local BR </a:t>
            </a:r>
            <a:r>
              <a:rPr lang="en-US" sz="700" err="1">
                <a:solidFill>
                  <a:schemeClr val="tx1"/>
                </a:solidFill>
                <a:effectLst/>
                <a:latin typeface="Arial" panose="020B0604020202020204" pitchFamily="34" charset="0"/>
                <a:ea typeface="GT America Regular" pitchFamily="2" charset="77"/>
                <a:cs typeface="GT America Regular" pitchFamily="2" charset="77"/>
              </a:rPr>
              <a:t>Agência</a:t>
            </a:r>
            <a:r>
              <a:rPr lang="en-US" sz="700">
                <a:solidFill>
                  <a:schemeClr val="tx1"/>
                </a:solidFill>
                <a:effectLst/>
                <a:latin typeface="Arial" panose="020B0604020202020204" pitchFamily="34" charset="0"/>
                <a:ea typeface="GT America Regular" pitchFamily="2" charset="77"/>
                <a:cs typeface="GT America Regular" pitchFamily="2" charset="77"/>
              </a:rPr>
              <a:t> de </a:t>
            </a:r>
            <a:r>
              <a:rPr lang="en-US" sz="700" err="1">
                <a:solidFill>
                  <a:schemeClr val="tx1"/>
                </a:solidFill>
                <a:effectLst/>
                <a:latin typeface="Arial" panose="020B0604020202020204" pitchFamily="34" charset="0"/>
                <a:ea typeface="GT America Regular" pitchFamily="2" charset="77"/>
                <a:cs typeface="GT America Regular" pitchFamily="2" charset="77"/>
              </a:rPr>
              <a:t>Classificação</a:t>
            </a:r>
            <a:r>
              <a:rPr lang="en-US" sz="700">
                <a:solidFill>
                  <a:schemeClr val="tx1"/>
                </a:solidFill>
                <a:effectLst/>
                <a:latin typeface="Arial" panose="020B0604020202020204" pitchFamily="34" charset="0"/>
                <a:ea typeface="GT America Regular" pitchFamily="2" charset="77"/>
                <a:cs typeface="GT America Regular" pitchFamily="2" charset="77"/>
              </a:rPr>
              <a:t> de </a:t>
            </a:r>
            <a:r>
              <a:rPr lang="en-US" sz="700" err="1">
                <a:solidFill>
                  <a:schemeClr val="tx1"/>
                </a:solidFill>
                <a:effectLst/>
                <a:latin typeface="Arial" panose="020B0604020202020204" pitchFamily="34" charset="0"/>
                <a:ea typeface="GT America Regular" pitchFamily="2" charset="77"/>
                <a:cs typeface="GT America Regular" pitchFamily="2" charset="77"/>
              </a:rPr>
              <a:t>Risco</a:t>
            </a:r>
            <a:r>
              <a:rPr lang="en-US" sz="700">
                <a:solidFill>
                  <a:schemeClr val="tx1"/>
                </a:solidFill>
                <a:effectLst/>
                <a:latin typeface="Arial" panose="020B0604020202020204" pitchFamily="34" charset="0"/>
                <a:ea typeface="GT America Regular" pitchFamily="2" charset="77"/>
                <a:cs typeface="GT America Regular" pitchFamily="2" charset="77"/>
              </a:rPr>
              <a:t> LTDA, Moody’s Local MX S.A. de C.V, I.C.V., Moody's Local PE </a:t>
            </a:r>
            <a:r>
              <a:rPr lang="en-US" sz="700" err="1">
                <a:solidFill>
                  <a:schemeClr val="tx1"/>
                </a:solidFill>
                <a:effectLst/>
                <a:latin typeface="Arial" panose="020B0604020202020204" pitchFamily="34" charset="0"/>
                <a:ea typeface="GT America Regular" pitchFamily="2" charset="77"/>
                <a:cs typeface="GT America Regular" pitchFamily="2" charset="77"/>
              </a:rPr>
              <a:t>Clasificadora</a:t>
            </a:r>
            <a:r>
              <a:rPr lang="en-US" sz="700">
                <a:solidFill>
                  <a:schemeClr val="tx1"/>
                </a:solidFill>
                <a:effectLst/>
                <a:latin typeface="Arial" panose="020B0604020202020204" pitchFamily="34" charset="0"/>
                <a:ea typeface="GT America Regular" pitchFamily="2" charset="77"/>
                <a:cs typeface="GT America Regular" pitchFamily="2" charset="77"/>
              </a:rPr>
              <a:t> de </a:t>
            </a:r>
            <a:r>
              <a:rPr lang="en-US" sz="700" err="1">
                <a:solidFill>
                  <a:schemeClr val="tx1"/>
                </a:solidFill>
                <a:effectLst/>
                <a:latin typeface="Arial" panose="020B0604020202020204" pitchFamily="34" charset="0"/>
                <a:ea typeface="GT America Regular" pitchFamily="2" charset="77"/>
                <a:cs typeface="GT America Regular" pitchFamily="2" charset="77"/>
              </a:rPr>
              <a:t>Riesgo</a:t>
            </a:r>
            <a:r>
              <a:rPr lang="en-US" sz="700">
                <a:solidFill>
                  <a:schemeClr val="tx1"/>
                </a:solidFill>
                <a:effectLst/>
                <a:latin typeface="Arial" panose="020B0604020202020204" pitchFamily="34" charset="0"/>
                <a:ea typeface="GT America Regular" pitchFamily="2" charset="77"/>
                <a:cs typeface="GT America Regular" pitchFamily="2" charset="77"/>
              </a:rPr>
              <a:t> S.A., and Moody's Local PA </a:t>
            </a:r>
            <a:r>
              <a:rPr lang="en-US" sz="700" err="1">
                <a:solidFill>
                  <a:schemeClr val="tx1"/>
                </a:solidFill>
                <a:effectLst/>
                <a:latin typeface="Arial" panose="020B0604020202020204" pitchFamily="34" charset="0"/>
                <a:ea typeface="GT America Regular" pitchFamily="2" charset="77"/>
                <a:cs typeface="GT America Regular" pitchFamily="2" charset="77"/>
              </a:rPr>
              <a:t>Calificadora</a:t>
            </a:r>
            <a:r>
              <a:rPr lang="en-US" sz="700">
                <a:solidFill>
                  <a:schemeClr val="tx1"/>
                </a:solidFill>
                <a:effectLst/>
                <a:latin typeface="Arial" panose="020B0604020202020204" pitchFamily="34" charset="0"/>
                <a:ea typeface="GT America Regular" pitchFamily="2" charset="77"/>
                <a:cs typeface="GT America Regular" pitchFamily="2" charset="77"/>
              </a:rPr>
              <a:t> de </a:t>
            </a:r>
            <a:r>
              <a:rPr lang="en-US" sz="700" err="1">
                <a:solidFill>
                  <a:schemeClr val="tx1"/>
                </a:solidFill>
                <a:effectLst/>
                <a:latin typeface="Arial" panose="020B0604020202020204" pitchFamily="34" charset="0"/>
                <a:ea typeface="GT America Regular" pitchFamily="2" charset="77"/>
                <a:cs typeface="GT America Regular" pitchFamily="2" charset="77"/>
              </a:rPr>
              <a:t>Riesgo</a:t>
            </a:r>
            <a:r>
              <a:rPr lang="en-US" sz="700">
                <a:solidFill>
                  <a:schemeClr val="tx1"/>
                </a:solidFill>
                <a:effectLst/>
                <a:latin typeface="Arial" panose="020B0604020202020204" pitchFamily="34" charset="0"/>
                <a:ea typeface="GT America Regular" pitchFamily="2" charset="77"/>
                <a:cs typeface="GT America Regular" pitchFamily="2" charset="77"/>
              </a:rPr>
              <a:t> S.A. (collectively, the “Moody’s Non-NRSRO CRAs”) are all indirectly wholly-owned credit rating agency subsidiaries of MCO. None of the Moody’s Non-NRSRO CRAs is a Nationally Recognized Statistical Rating Organization.</a:t>
            </a:r>
          </a:p>
          <a:p>
            <a:pPr marL="114300" marR="0" indent="0">
              <a:lnSpc>
                <a:spcPct val="95000"/>
              </a:lnSpc>
              <a:spcBef>
                <a:spcPts val="0"/>
              </a:spcBef>
              <a:spcAft>
                <a:spcPts val="0"/>
              </a:spcAft>
              <a:tabLst/>
            </a:pPr>
            <a:r>
              <a:rPr lang="en-US" sz="700">
                <a:solidFill>
                  <a:schemeClr val="tx1"/>
                </a:solidFill>
                <a:effectLst/>
                <a:latin typeface="Arial" panose="020B0604020202020204" pitchFamily="34" charset="0"/>
                <a:ea typeface="GT America Regular" pitchFamily="2" charset="77"/>
                <a:cs typeface="GT America Regular" pitchFamily="2" charset="77"/>
              </a:rPr>
              <a:t> </a:t>
            </a:r>
          </a:p>
          <a:p>
            <a:pPr marL="114300" marR="0" indent="0">
              <a:lnSpc>
                <a:spcPct val="95000"/>
              </a:lnSpc>
              <a:spcBef>
                <a:spcPts val="0"/>
              </a:spcBef>
              <a:spcAft>
                <a:spcPts val="0"/>
              </a:spcAft>
              <a:tabLst/>
            </a:pPr>
            <a:r>
              <a:rPr lang="en-US" sz="700">
                <a:solidFill>
                  <a:schemeClr val="tx1"/>
                </a:solidFill>
                <a:effectLst/>
                <a:latin typeface="Arial" panose="020B0604020202020204" pitchFamily="34" charset="0"/>
                <a:ea typeface="GT America Regular" pitchFamily="2" charset="77"/>
                <a:cs typeface="GT America Regular" pitchFamily="2" charset="77"/>
              </a:rPr>
              <a:t>Additional terms for Australia only: Any publication into Australia of this document is pursuant to the Australian Financial Services License of MOODY’S affiliate, Moody’s Investors Service Pty Limited ABN 61 003 399 657AFSL 336969 and/or Moody’s Analytics Australia Pty Ltd ABN 94 105 136 972 AFSL 383569 (as applicable). This document is intended to be provided only to “wholesale clients” within the meaning of section 761G of the Corporations Act 2001. By continuing to access this document from within Australia, you represent to MOODY’S that you are, or are accessing the document as a representative of, a “wholesale client” and that neither you nor the entity you represent will directly or indirectly disseminate this document or its contents to “retail clients” within the meaning of section 761G of the Corporations Act 2001. MOODY’S credit rating is an opinion as to the creditworthiness of a debt obligation of the issuer, not on the equity securities of the issuer or any form of security that is available to retail investors.</a:t>
            </a:r>
          </a:p>
          <a:p>
            <a:pPr marL="114300" marR="0" indent="0">
              <a:lnSpc>
                <a:spcPct val="95000"/>
              </a:lnSpc>
              <a:spcBef>
                <a:spcPts val="0"/>
              </a:spcBef>
              <a:spcAft>
                <a:spcPts val="0"/>
              </a:spcAft>
              <a:tabLst/>
            </a:pPr>
            <a:r>
              <a:rPr lang="en-US" sz="700">
                <a:solidFill>
                  <a:schemeClr val="tx1"/>
                </a:solidFill>
                <a:effectLst/>
                <a:latin typeface="Arial" panose="020B0604020202020204" pitchFamily="34" charset="0"/>
                <a:ea typeface="GT America Regular" pitchFamily="2" charset="77"/>
                <a:cs typeface="GT America Regular" pitchFamily="2" charset="77"/>
              </a:rPr>
              <a:t> </a:t>
            </a:r>
          </a:p>
          <a:p>
            <a:pPr marL="114300" marR="0" indent="0">
              <a:lnSpc>
                <a:spcPct val="95000"/>
              </a:lnSpc>
              <a:spcBef>
                <a:spcPts val="0"/>
              </a:spcBef>
              <a:spcAft>
                <a:spcPts val="0"/>
              </a:spcAft>
              <a:tabLst/>
            </a:pPr>
            <a:r>
              <a:rPr lang="en-US" sz="700">
                <a:solidFill>
                  <a:schemeClr val="tx1"/>
                </a:solidFill>
                <a:effectLst/>
                <a:latin typeface="Arial" panose="020B0604020202020204" pitchFamily="34" charset="0"/>
                <a:ea typeface="GT America Regular" pitchFamily="2" charset="77"/>
                <a:cs typeface="GT America Regular" pitchFamily="2" charset="77"/>
              </a:rPr>
              <a:t>Additional terms for India only:  Moody’s credit ratings, Assessments, other opinions and Materials are not intended to be and shall not be relied upon or used by any users located in India in relation to securities listed or proposed to be listed on Indian stock exchanges. </a:t>
            </a:r>
          </a:p>
          <a:p>
            <a:pPr marL="114300" marR="0" indent="0">
              <a:lnSpc>
                <a:spcPct val="95000"/>
              </a:lnSpc>
              <a:spcBef>
                <a:spcPts val="0"/>
              </a:spcBef>
              <a:spcAft>
                <a:spcPts val="0"/>
              </a:spcAft>
              <a:tabLst/>
            </a:pPr>
            <a:r>
              <a:rPr lang="en-US" sz="700">
                <a:solidFill>
                  <a:schemeClr val="tx1"/>
                </a:solidFill>
                <a:effectLst/>
                <a:latin typeface="Arial" panose="020B0604020202020204" pitchFamily="34" charset="0"/>
                <a:ea typeface="GT America Regular" pitchFamily="2" charset="77"/>
                <a:cs typeface="GT America Regular" pitchFamily="2" charset="77"/>
              </a:rPr>
              <a:t> </a:t>
            </a:r>
          </a:p>
          <a:p>
            <a:pPr marL="114300" marR="0" indent="0">
              <a:lnSpc>
                <a:spcPct val="95000"/>
              </a:lnSpc>
              <a:spcBef>
                <a:spcPts val="0"/>
              </a:spcBef>
              <a:spcAft>
                <a:spcPts val="0"/>
              </a:spcAft>
              <a:tabLst/>
            </a:pPr>
            <a:r>
              <a:rPr lang="en-US" sz="700">
                <a:solidFill>
                  <a:schemeClr val="tx1"/>
                </a:solidFill>
                <a:effectLst/>
                <a:latin typeface="Arial" panose="020B0604020202020204" pitchFamily="34" charset="0"/>
                <a:ea typeface="GT America Regular" pitchFamily="2" charset="77"/>
                <a:cs typeface="GT America Regular" pitchFamily="2" charset="77"/>
              </a:rPr>
              <a:t>Additional terms with respect to Second Party Opinions (as defined in Moody’s Investors Service Rating Symbols and Definitions): Please note that a Second Party Opinion (“SPO”) is not a “credit rating”. The issuance of SPOs is not a regulated activity in many jurisdictions, including Singapore. JAPAN: In Japan, development and provision of SPOs fall under the category of “Ancillary Businesses”, not “Credit Rating Business”, and are not subject to the regulations applicable to “Credit Rating Business” under the Financial Instruments and Exchange Act of Japan and its relevant regulation. PRC: Any SPO: (1) does not constitute a PRC Green Bond Assessment as defined under any relevant PRC laws or regulations; (2) cannot be included in any registration statement, offering circular, prospectus or any other documents submitted to the PRC regulatory authorities or otherwise used to satisfy any PRC regulatory disclosure requirement; and (3) cannot be used within the PRC for any regulatory purpose or for any other purpose which is not permitted under relevant PRC laws or regulations.  For the purposes of this disclaimer, “PRC” refers to the mainland of the People’s Republic of China, excluding Hong Kong, Macau and Taiwan.</a:t>
            </a:r>
          </a:p>
          <a:p>
            <a:pPr marL="114300" marR="0" indent="0">
              <a:lnSpc>
                <a:spcPct val="95000"/>
              </a:lnSpc>
              <a:spcBef>
                <a:spcPts val="0"/>
              </a:spcBef>
              <a:spcAft>
                <a:spcPts val="0"/>
              </a:spcAft>
              <a:tabLst/>
            </a:pPr>
            <a:r>
              <a:rPr lang="en-US" sz="700">
                <a:solidFill>
                  <a:schemeClr val="tx1"/>
                </a:solidFill>
                <a:effectLst/>
                <a:latin typeface="Arial" panose="020B0604020202020204" pitchFamily="34" charset="0"/>
                <a:ea typeface="GT America Regular" pitchFamily="2" charset="77"/>
                <a:cs typeface="GT America Regular" pitchFamily="2" charset="77"/>
              </a:rPr>
              <a:t> </a:t>
            </a:r>
          </a:p>
        </p:txBody>
      </p:sp>
      <p:sp>
        <p:nvSpPr>
          <p:cNvPr id="2" name="Freeform 5">
            <a:extLst>
              <a:ext uri="{FF2B5EF4-FFF2-40B4-BE49-F238E27FC236}">
                <a16:creationId xmlns:a16="http://schemas.microsoft.com/office/drawing/2014/main" id="{EAE22505-FA70-8D9E-D41B-D2C783AC430B}"/>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001625426"/>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2469850"/>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p>
            <a:r>
              <a:rPr lang="en-US"/>
              <a:t>PowerPoint Toolkit - March 2024</a:t>
            </a:r>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9" name="Title 8">
            <a:extLst>
              <a:ext uri="{FF2B5EF4-FFF2-40B4-BE49-F238E27FC236}">
                <a16:creationId xmlns:a16="http://schemas.microsoft.com/office/drawing/2014/main" id="{32664483-5AC8-0F16-9C46-37836889B6E9}"/>
              </a:ext>
            </a:extLst>
          </p:cNvPr>
          <p:cNvSpPr>
            <a:spLocks noGrp="1"/>
          </p:cNvSpPr>
          <p:nvPr>
            <p:ph type="title"/>
          </p:nvPr>
        </p:nvSpPr>
        <p:spPr/>
        <p:txBody>
          <a:bodyPr/>
          <a:lstStyle/>
          <a:p>
            <a:r>
              <a:rPr lang="en-US"/>
              <a:t>Click to edit Master title style</a:t>
            </a:r>
          </a:p>
        </p:txBody>
      </p:sp>
      <p:sp>
        <p:nvSpPr>
          <p:cNvPr id="3" name="Freeform 5">
            <a:extLst>
              <a:ext uri="{FF2B5EF4-FFF2-40B4-BE49-F238E27FC236}">
                <a16:creationId xmlns:a16="http://schemas.microsoft.com/office/drawing/2014/main" id="{7FE8C2D7-70E3-CC7C-8803-9B39088A71F9}"/>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4" name="Text Placeholder 10">
            <a:extLst>
              <a:ext uri="{FF2B5EF4-FFF2-40B4-BE49-F238E27FC236}">
                <a16:creationId xmlns:a16="http://schemas.microsoft.com/office/drawing/2014/main" id="{8D27C407-E192-03E9-638A-6586423552D1}"/>
              </a:ext>
            </a:extLst>
          </p:cNvPr>
          <p:cNvSpPr>
            <a:spLocks noGrp="1"/>
          </p:cNvSpPr>
          <p:nvPr>
            <p:ph type="body" sz="quarter" idx="45"/>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36" name="Text Placeholder 15">
            <a:extLst>
              <a:ext uri="{FF2B5EF4-FFF2-40B4-BE49-F238E27FC236}">
                <a16:creationId xmlns:a16="http://schemas.microsoft.com/office/drawing/2014/main" id="{DD24CA07-6540-4056-2FEC-3447DCD38B6B}"/>
              </a:ext>
            </a:extLst>
          </p:cNvPr>
          <p:cNvSpPr>
            <a:spLocks noGrp="1"/>
          </p:cNvSpPr>
          <p:nvPr>
            <p:ph type="body" sz="quarter" idx="22"/>
          </p:nvPr>
        </p:nvSpPr>
        <p:spPr>
          <a:xfrm>
            <a:off x="546099" y="6019800"/>
            <a:ext cx="5459094"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Arial" panose="020B0604020202020204" pitchFamily="34"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792753388"/>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titleOnly">
  <p:cSld name="2_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514565439"/>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userDrawn="1">
  <p:cSld name="1_1 Column Left - Quadrant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10A8DD4-AFB3-6A0D-E0DC-BE0C252106E0}"/>
              </a:ext>
            </a:extLst>
          </p:cNvPr>
          <p:cNvSpPr>
            <a:spLocks/>
          </p:cNvSpPr>
          <p:nvPr userDrawn="1"/>
        </p:nvSpPr>
        <p:spPr>
          <a:xfrm>
            <a:off x="4055115" y="-3224"/>
            <a:ext cx="8136885" cy="68612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DF7171D-56DB-60BD-88D4-7F7BF6A5CD65}"/>
              </a:ext>
            </a:extLst>
          </p:cNvPr>
          <p:cNvSpPr/>
          <p:nvPr userDrawn="1"/>
        </p:nvSpPr>
        <p:spPr>
          <a:xfrm>
            <a:off x="4055115" y="3429000"/>
            <a:ext cx="4069080" cy="3429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166F2CC-C885-AE48-D625-8EF6963758F0}"/>
              </a:ext>
            </a:extLst>
          </p:cNvPr>
          <p:cNvSpPr/>
          <p:nvPr userDrawn="1"/>
        </p:nvSpPr>
        <p:spPr>
          <a:xfrm>
            <a:off x="8121341" y="0"/>
            <a:ext cx="4069080" cy="3429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Content Placeholder 19">
            <a:extLst>
              <a:ext uri="{FF2B5EF4-FFF2-40B4-BE49-F238E27FC236}">
                <a16:creationId xmlns:a16="http://schemas.microsoft.com/office/drawing/2014/main" id="{8C68C4CC-CEF3-3402-F640-B77CCA9E63E6}"/>
              </a:ext>
            </a:extLst>
          </p:cNvPr>
          <p:cNvSpPr>
            <a:spLocks noGrp="1"/>
          </p:cNvSpPr>
          <p:nvPr>
            <p:ph sz="quarter" idx="47" hasCustomPrompt="1"/>
          </p:nvPr>
        </p:nvSpPr>
        <p:spPr>
          <a:xfrm>
            <a:off x="4055115" y="-3223"/>
            <a:ext cx="4069080" cy="3429000"/>
          </a:xfrm>
          <a:noFill/>
        </p:spPr>
        <p:txBody>
          <a:bodyPr lIns="548640" tIns="0" rIns="548640" bIns="0" anchor="ctr"/>
          <a:lstStyle>
            <a:lvl1pPr>
              <a:defRPr b="1">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marL="800100" indent="0">
              <a:buNone/>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Add a photo or chart</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419B93D8-9F40-73DB-5A94-C874C8DAA5C6}"/>
              </a:ext>
            </a:extLst>
          </p:cNvPr>
          <p:cNvSpPr>
            <a:spLocks noGrp="1"/>
          </p:cNvSpPr>
          <p:nvPr>
            <p:ph sz="quarter" idx="48" hasCustomPrompt="1"/>
          </p:nvPr>
        </p:nvSpPr>
        <p:spPr>
          <a:xfrm>
            <a:off x="8496993" y="3747156"/>
            <a:ext cx="3320934" cy="2795912"/>
          </a:xfrm>
          <a:noFill/>
        </p:spPr>
        <p:txBody>
          <a:bodyPr lIns="548640" tIns="0" rIns="548640" bIns="0" anchor="ctr" anchorCtr="0"/>
          <a:lstStyle>
            <a:lvl1pPr>
              <a:defRPr b="1">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lvl="0"/>
            <a:r>
              <a:rPr lang="en-US"/>
              <a:t>Add a photo or chart</a:t>
            </a:r>
          </a:p>
          <a:p>
            <a:pPr lvl="1"/>
            <a:r>
              <a:rPr lang="en-US"/>
              <a:t>Second level</a:t>
            </a:r>
          </a:p>
          <a:p>
            <a:pPr lvl="2"/>
            <a:r>
              <a:rPr lang="en-US"/>
              <a:t>Third level</a:t>
            </a:r>
          </a:p>
          <a:p>
            <a:pPr lvl="3"/>
            <a:r>
              <a:rPr lang="en-US"/>
              <a:t>Fourth level</a:t>
            </a:r>
          </a:p>
          <a:p>
            <a:pPr lvl="4"/>
            <a:r>
              <a:rPr lang="en-US"/>
              <a:t>Fifth level</a:t>
            </a:r>
          </a:p>
        </p:txBody>
      </p:sp>
      <p:sp>
        <p:nvSpPr>
          <p:cNvPr id="25" name="Content Placeholder 24">
            <a:extLst>
              <a:ext uri="{FF2B5EF4-FFF2-40B4-BE49-F238E27FC236}">
                <a16:creationId xmlns:a16="http://schemas.microsoft.com/office/drawing/2014/main" id="{F6249455-82E8-40E3-5DFB-873B422998AB}"/>
              </a:ext>
            </a:extLst>
          </p:cNvPr>
          <p:cNvSpPr>
            <a:spLocks noGrp="1"/>
          </p:cNvSpPr>
          <p:nvPr>
            <p:ph sz="quarter" idx="49" hasCustomPrompt="1"/>
          </p:nvPr>
        </p:nvSpPr>
        <p:spPr>
          <a:xfrm>
            <a:off x="4055115" y="3429000"/>
            <a:ext cx="4069080" cy="3429000"/>
          </a:xfrm>
          <a:noFill/>
        </p:spPr>
        <p:txBody>
          <a:bodyPr vert="horz" lIns="548640" tIns="0" rIns="548640" bIns="0" rtlCol="0" anchor="ctr">
            <a:noAutofit/>
          </a:bodyPr>
          <a:lstStyle>
            <a:lvl1pPr>
              <a:defRPr lang="en-US" sz="2100" b="1" dirty="0" smtClean="0">
                <a:solidFill>
                  <a:schemeClr val="bg1"/>
                </a:solidFill>
                <a:latin typeface="+mj-lt"/>
              </a:defRPr>
            </a:lvl1pPr>
            <a:lvl2pPr>
              <a:defRPr lang="en-US" dirty="0" smtClean="0">
                <a:solidFill>
                  <a:schemeClr val="bg1"/>
                </a:solidFill>
              </a:defRPr>
            </a:lvl2pPr>
            <a:lvl3pPr>
              <a:buClrTx/>
              <a:defRPr lang="en-US" dirty="0" smtClean="0">
                <a:solidFill>
                  <a:schemeClr val="bg1"/>
                </a:solidFill>
              </a:defRPr>
            </a:lvl3pPr>
            <a:lvl4pPr>
              <a:defRPr lang="en-US" dirty="0" smtClean="0">
                <a:solidFill>
                  <a:schemeClr val="bg1"/>
                </a:solidFill>
              </a:defRPr>
            </a:lvl4pPr>
            <a:lvl5pPr>
              <a:buClrTx/>
              <a:defRPr lang="en-US" dirty="0">
                <a:solidFill>
                  <a:schemeClr val="bg1"/>
                </a:solidFill>
              </a:defRPr>
            </a:lvl5pPr>
            <a:lvl6pPr marL="800100" indent="0">
              <a:buNone/>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Quotes, text, or image</a:t>
            </a:r>
          </a:p>
          <a:p>
            <a:pPr lvl="1"/>
            <a:r>
              <a:rPr lang="en-US"/>
              <a:t>Second level</a:t>
            </a:r>
          </a:p>
          <a:p>
            <a:pPr lvl="2"/>
            <a:r>
              <a:rPr lang="en-US"/>
              <a:t>Third level</a:t>
            </a:r>
          </a:p>
          <a:p>
            <a:pPr lvl="3"/>
            <a:r>
              <a:rPr lang="en-US"/>
              <a:t>Fourth level</a:t>
            </a:r>
          </a:p>
          <a:p>
            <a:pPr lvl="4"/>
            <a:r>
              <a:rPr lang="en-US"/>
              <a:t>Fifth level</a:t>
            </a:r>
          </a:p>
        </p:txBody>
      </p:sp>
      <p:sp>
        <p:nvSpPr>
          <p:cNvPr id="27" name="Content Placeholder 26">
            <a:extLst>
              <a:ext uri="{FF2B5EF4-FFF2-40B4-BE49-F238E27FC236}">
                <a16:creationId xmlns:a16="http://schemas.microsoft.com/office/drawing/2014/main" id="{6433A83F-D9D0-E3DD-A0A1-A356E73FBFB2}"/>
              </a:ext>
            </a:extLst>
          </p:cNvPr>
          <p:cNvSpPr>
            <a:spLocks noGrp="1"/>
          </p:cNvSpPr>
          <p:nvPr>
            <p:ph sz="quarter" idx="50" hasCustomPrompt="1"/>
          </p:nvPr>
        </p:nvSpPr>
        <p:spPr>
          <a:xfrm>
            <a:off x="8122920" y="0"/>
            <a:ext cx="4069080" cy="3429000"/>
          </a:xfrm>
          <a:noFill/>
        </p:spPr>
        <p:txBody>
          <a:bodyPr vert="horz" lIns="548640" tIns="0" rIns="548640" bIns="0" rtlCol="0" anchor="ctr">
            <a:noAutofit/>
          </a:bodyPr>
          <a:lstStyle>
            <a:lvl1pPr>
              <a:defRPr lang="en-US" sz="2100" b="1" dirty="0" smtClean="0">
                <a:solidFill>
                  <a:schemeClr val="bg1"/>
                </a:solidFill>
                <a:latin typeface="+mj-lt"/>
              </a:defRPr>
            </a:lvl1pPr>
            <a:lvl2pPr>
              <a:defRPr lang="en-US" dirty="0" smtClean="0">
                <a:solidFill>
                  <a:schemeClr val="bg1"/>
                </a:solidFill>
              </a:defRPr>
            </a:lvl2pPr>
            <a:lvl3pPr>
              <a:buClrTx/>
              <a:defRPr lang="en-US" dirty="0" smtClean="0">
                <a:solidFill>
                  <a:schemeClr val="bg1"/>
                </a:solidFill>
              </a:defRPr>
            </a:lvl3pPr>
            <a:lvl4pPr>
              <a:defRPr lang="en-US" dirty="0" smtClean="0">
                <a:solidFill>
                  <a:schemeClr val="bg1"/>
                </a:solidFill>
              </a:defRPr>
            </a:lvl4pPr>
            <a:lvl5pPr>
              <a:buClrTx/>
              <a:defRPr lang="en-US" dirty="0">
                <a:solidFill>
                  <a:schemeClr val="bg1"/>
                </a:solidFill>
              </a:defRPr>
            </a:lvl5pPr>
            <a:lvl6pPr marL="800100" indent="0">
              <a:buNone/>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Quotes, text, or image</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2">
            <a:extLst>
              <a:ext uri="{FF2B5EF4-FFF2-40B4-BE49-F238E27FC236}">
                <a16:creationId xmlns:a16="http://schemas.microsoft.com/office/drawing/2014/main" id="{DDB00E5E-1D90-1933-197B-7CD62612CAD5}"/>
              </a:ext>
            </a:extLst>
          </p:cNvPr>
          <p:cNvSpPr>
            <a:spLocks noGrp="1"/>
          </p:cNvSpPr>
          <p:nvPr>
            <p:ph sz="quarter" idx="23"/>
          </p:nvPr>
        </p:nvSpPr>
        <p:spPr>
          <a:xfrm>
            <a:off x="546099" y="2714624"/>
            <a:ext cx="3310473"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7" name="Text Placeholder 10">
            <a:extLst>
              <a:ext uri="{FF2B5EF4-FFF2-40B4-BE49-F238E27FC236}">
                <a16:creationId xmlns:a16="http://schemas.microsoft.com/office/drawing/2014/main" id="{320E4C27-6840-3230-C8EB-57DAF73640B5}"/>
              </a:ext>
            </a:extLst>
          </p:cNvPr>
          <p:cNvSpPr>
            <a:spLocks noGrp="1"/>
          </p:cNvSpPr>
          <p:nvPr>
            <p:ph type="body" sz="quarter" idx="21"/>
          </p:nvPr>
        </p:nvSpPr>
        <p:spPr>
          <a:xfrm>
            <a:off x="546100" y="2041525"/>
            <a:ext cx="3310473" cy="564300"/>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a:t>
            </a:r>
          </a:p>
        </p:txBody>
      </p:sp>
      <p:sp>
        <p:nvSpPr>
          <p:cNvPr id="8" name="Title 6">
            <a:extLst>
              <a:ext uri="{FF2B5EF4-FFF2-40B4-BE49-F238E27FC236}">
                <a16:creationId xmlns:a16="http://schemas.microsoft.com/office/drawing/2014/main" id="{1B379227-098B-CF21-C287-65FA32B3F932}"/>
              </a:ext>
            </a:extLst>
          </p:cNvPr>
          <p:cNvSpPr>
            <a:spLocks noGrp="1"/>
          </p:cNvSpPr>
          <p:nvPr>
            <p:ph type="title"/>
          </p:nvPr>
        </p:nvSpPr>
        <p:spPr>
          <a:xfrm>
            <a:off x="546100" y="552450"/>
            <a:ext cx="3300984" cy="1426604"/>
          </a:xfrm>
        </p:spPr>
        <p:txBody>
          <a:bodyPr rIns="182880"/>
          <a:lstStyle>
            <a:lvl1pPr>
              <a:defRPr b="1">
                <a:solidFill>
                  <a:schemeClr val="tx2"/>
                </a:solidFill>
              </a:defRPr>
            </a:lvl1pPr>
          </a:lstStyle>
          <a:p>
            <a:r>
              <a:rPr lang="en-US"/>
              <a:t>Click to edit Master title</a:t>
            </a:r>
          </a:p>
        </p:txBody>
      </p:sp>
      <p:sp>
        <p:nvSpPr>
          <p:cNvPr id="6" name="Text Placeholder 15">
            <a:extLst>
              <a:ext uri="{FF2B5EF4-FFF2-40B4-BE49-F238E27FC236}">
                <a16:creationId xmlns:a16="http://schemas.microsoft.com/office/drawing/2014/main" id="{71F65CD9-23AF-27E9-3070-0D6BC927D59F}"/>
              </a:ext>
            </a:extLst>
          </p:cNvPr>
          <p:cNvSpPr>
            <a:spLocks noGrp="1"/>
          </p:cNvSpPr>
          <p:nvPr>
            <p:ph type="body" sz="quarter" idx="19" hasCustomPrompt="1"/>
          </p:nvPr>
        </p:nvSpPr>
        <p:spPr>
          <a:xfrm>
            <a:off x="546100" y="6019800"/>
            <a:ext cx="3310472"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Arial" panose="020B0604020202020204" pitchFamily="34"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9" name="Freeform 5">
            <a:extLst>
              <a:ext uri="{FF2B5EF4-FFF2-40B4-BE49-F238E27FC236}">
                <a16:creationId xmlns:a16="http://schemas.microsoft.com/office/drawing/2014/main" id="{586F1A35-FCC7-078E-FE8F-4BAAA2DC0706}"/>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4014562551"/>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userDrawn="1">
  <p:cSld name="1_Title and Subtitle">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p>
            <a:r>
              <a:rPr lang="en-US"/>
              <a:t>AXIS Hosting Services &amp; GlaaS</a:t>
            </a:r>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9" name="Title 8">
            <a:extLst>
              <a:ext uri="{FF2B5EF4-FFF2-40B4-BE49-F238E27FC236}">
                <a16:creationId xmlns:a16="http://schemas.microsoft.com/office/drawing/2014/main" id="{32664483-5AC8-0F16-9C46-37836889B6E9}"/>
              </a:ext>
            </a:extLst>
          </p:cNvPr>
          <p:cNvSpPr>
            <a:spLocks noGrp="1"/>
          </p:cNvSpPr>
          <p:nvPr>
            <p:ph type="title"/>
          </p:nvPr>
        </p:nvSpPr>
        <p:spPr>
          <a:xfrm>
            <a:off x="546100" y="552450"/>
            <a:ext cx="11091861" cy="434975"/>
          </a:xfrm>
        </p:spPr>
        <p:txBody>
          <a:bodyPr/>
          <a:lstStyle/>
          <a:p>
            <a:r>
              <a:rPr lang="en-US"/>
              <a:t>Click to edit Master title style</a:t>
            </a:r>
          </a:p>
        </p:txBody>
      </p:sp>
      <p:sp>
        <p:nvSpPr>
          <p:cNvPr id="3" name="Freeform 5">
            <a:extLst>
              <a:ext uri="{FF2B5EF4-FFF2-40B4-BE49-F238E27FC236}">
                <a16:creationId xmlns:a16="http://schemas.microsoft.com/office/drawing/2014/main" id="{7FE8C2D7-70E3-CC7C-8803-9B39088A71F9}"/>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4" name="Text Placeholder 10">
            <a:extLst>
              <a:ext uri="{FF2B5EF4-FFF2-40B4-BE49-F238E27FC236}">
                <a16:creationId xmlns:a16="http://schemas.microsoft.com/office/drawing/2014/main" id="{8D27C407-E192-03E9-638A-6586423552D1}"/>
              </a:ext>
            </a:extLst>
          </p:cNvPr>
          <p:cNvSpPr>
            <a:spLocks noGrp="1"/>
          </p:cNvSpPr>
          <p:nvPr>
            <p:ph type="body" sz="quarter" idx="45"/>
          </p:nvPr>
        </p:nvSpPr>
        <p:spPr>
          <a:xfrm>
            <a:off x="546100" y="1127125"/>
            <a:ext cx="1109186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Arial" panose="020B0604020202020204" pitchFamily="34"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2590158276"/>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userDrawn="1">
  <p:cSld name="Title &amp; Content (ONE COL)">
    <p:spTree>
      <p:nvGrpSpPr>
        <p:cNvPr id="1" name=""/>
        <p:cNvGrpSpPr/>
        <p:nvPr/>
      </p:nvGrpSpPr>
      <p:grpSpPr>
        <a:xfrm>
          <a:off x="0" y="0"/>
          <a:ext cx="0" cy="0"/>
          <a:chOff x="0" y="0"/>
          <a:chExt cx="0" cy="0"/>
        </a:xfrm>
      </p:grpSpPr>
      <p:sp>
        <p:nvSpPr>
          <p:cNvPr id="3" name="Content Placeholder 2"/>
          <p:cNvSpPr>
            <a:spLocks noGrp="1"/>
          </p:cNvSpPr>
          <p:nvPr>
            <p:ph idx="1"/>
          </p:nvPr>
        </p:nvSpPr>
        <p:spPr>
          <a:xfrm>
            <a:off x="479424" y="1828801"/>
            <a:ext cx="11268075" cy="4114800"/>
          </a:xfrm>
        </p:spPr>
        <p:txBody>
          <a:bodyPr numCol="1">
            <a:noAutofit/>
          </a:bodyPr>
          <a:lstStyle>
            <a:lvl1pPr marL="0" marR="0" indent="0" algn="l" defTabSz="914400" rtl="0" eaLnBrk="1" fontAlgn="auto" latinLnBrk="0" hangingPunct="1">
              <a:lnSpc>
                <a:spcPct val="100000"/>
              </a:lnSpc>
              <a:spcBef>
                <a:spcPts val="1800"/>
              </a:spcBef>
              <a:spcAft>
                <a:spcPts val="0"/>
              </a:spcAft>
              <a:buClr>
                <a:srgbClr val="0028A0"/>
              </a:buClr>
              <a:buSzTx/>
              <a:buFont typeface="Arial" panose="020B0604020202020204" pitchFamily="34" charset="0"/>
              <a:buNone/>
              <a:tabLst/>
              <a:defRPr>
                <a:latin typeface="Arial" panose="020B0604020202020204" pitchFamily="34" charset="0"/>
              </a:defRPr>
            </a:lvl1pPr>
            <a:lvl2pPr marL="288925" marR="0" indent="-288925" algn="l" defTabSz="914400"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atin typeface="Arial" panose="020B0604020202020204" pitchFamily="34" charset="0"/>
              </a:defRPr>
            </a:lvl2pPr>
            <a:lvl3pPr marL="517525" marR="0" indent="-284163" algn="l" defTabSz="914400"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atin typeface="Arial" panose="020B0604020202020204" pitchFamily="34" charset="0"/>
              </a:defRPr>
            </a:lvl3pPr>
            <a:lvl4pPr marL="746125" marR="0" indent="-290513" algn="l" defTabSz="914400"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atin typeface="Arial" panose="020B0604020202020204" pitchFamily="34" charset="0"/>
              </a:defRPr>
            </a:lvl4pPr>
            <a:lvl5pPr marL="974725" marR="0" indent="-288925" algn="l" defTabSz="914400"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atin typeface="Arial" panose="020B0604020202020204" pitchFamily="34" charset="0"/>
              </a:defRPr>
            </a:lvl5pPr>
          </a:lstStyle>
          <a:p>
            <a:pPr marL="0" marR="0" lvl="0" indent="0" algn="l" defTabSz="914400" rtl="0" eaLnBrk="1" fontAlgn="auto" latinLnBrk="0" hangingPunct="1">
              <a:lnSpc>
                <a:spcPct val="100000"/>
              </a:lnSpc>
              <a:spcBef>
                <a:spcPts val="1200"/>
              </a:spcBef>
              <a:spcAft>
                <a:spcPts val="0"/>
              </a:spcAft>
              <a:buClr>
                <a:srgbClr val="0028A0"/>
              </a:buClr>
              <a:buSzTx/>
              <a:buFont typeface="Arial" panose="020B0604020202020204" pitchFamily="34" charset="0"/>
              <a:buNone/>
              <a:tabLst/>
              <a:defRPr/>
            </a:pPr>
            <a:r>
              <a:rPr kumimoji="0" lang="en-US" sz="2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0" marR="0" lvl="1" indent="0" algn="l" defTabSz="914400" rtl="0" eaLnBrk="1" fontAlgn="auto" latinLnBrk="0" hangingPunct="1">
              <a:lnSpc>
                <a:spcPct val="100000"/>
              </a:lnSpc>
              <a:spcBef>
                <a:spcPts val="1200"/>
              </a:spcBef>
              <a:spcAft>
                <a:spcPts val="0"/>
              </a:spcAft>
              <a:buClr>
                <a:srgbClr val="0028A0"/>
              </a:buClr>
              <a:buSzTx/>
              <a:buFont typeface="Arial" panose="020B0604020202020204" pitchFamily="34" charset="0"/>
              <a:buNone/>
              <a:tabLst/>
              <a:defRPr/>
            </a:pPr>
            <a:r>
              <a:rPr kumimoji="0" lang="en-US" sz="2800" b="0" i="0" u="none" strike="noStrike" kern="1200" cap="none" spc="0" normalizeH="0" baseline="0" noProof="0">
                <a:ln>
                  <a:noFill/>
                </a:ln>
                <a:solidFill>
                  <a:srgbClr val="000000"/>
                </a:solidFill>
                <a:effectLst/>
                <a:uLnTx/>
                <a:uFillTx/>
                <a:latin typeface="+mn-lt"/>
                <a:ea typeface="+mn-ea"/>
                <a:cs typeface="+mn-cs"/>
              </a:rPr>
              <a:t>Second level</a:t>
            </a:r>
          </a:p>
          <a:p>
            <a:pPr marL="0" marR="0" lvl="2" indent="0" algn="l" defTabSz="914400" rtl="0" eaLnBrk="1" fontAlgn="auto" latinLnBrk="0" hangingPunct="1">
              <a:lnSpc>
                <a:spcPct val="100000"/>
              </a:lnSpc>
              <a:spcBef>
                <a:spcPts val="1200"/>
              </a:spcBef>
              <a:spcAft>
                <a:spcPts val="0"/>
              </a:spcAft>
              <a:buClr>
                <a:srgbClr val="0028A0"/>
              </a:buClr>
              <a:buSzTx/>
              <a:buFont typeface="Arial" panose="020B0604020202020204" pitchFamily="34" charset="0"/>
              <a:buNone/>
              <a:tabLst/>
              <a:defRPr/>
            </a:pPr>
            <a:r>
              <a:rPr kumimoji="0" lang="en-US" sz="2800" b="0" i="0" u="none" strike="noStrike" kern="1200" cap="none" spc="0" normalizeH="0" baseline="0" noProof="0">
                <a:ln>
                  <a:noFill/>
                </a:ln>
                <a:solidFill>
                  <a:srgbClr val="000000"/>
                </a:solidFill>
                <a:effectLst/>
                <a:uLnTx/>
                <a:uFillTx/>
                <a:latin typeface="+mn-lt"/>
                <a:ea typeface="+mn-ea"/>
                <a:cs typeface="+mn-cs"/>
              </a:rPr>
              <a:t>Third level</a:t>
            </a:r>
          </a:p>
          <a:p>
            <a:pPr marL="0" marR="0" lvl="3" indent="0" algn="l" defTabSz="914400" rtl="0" eaLnBrk="1" fontAlgn="auto" latinLnBrk="0" hangingPunct="1">
              <a:lnSpc>
                <a:spcPct val="100000"/>
              </a:lnSpc>
              <a:spcBef>
                <a:spcPts val="1200"/>
              </a:spcBef>
              <a:spcAft>
                <a:spcPts val="0"/>
              </a:spcAft>
              <a:buClr>
                <a:srgbClr val="0028A0"/>
              </a:buClr>
              <a:buSzTx/>
              <a:buFont typeface="Arial" panose="020B0604020202020204" pitchFamily="34" charset="0"/>
              <a:buNone/>
              <a:tabLst/>
              <a:defRPr/>
            </a:pPr>
            <a:r>
              <a:rPr kumimoji="0" lang="en-US" sz="2800" b="0" i="0" u="none" strike="noStrike" kern="1200" cap="none" spc="0" normalizeH="0" baseline="0" noProof="0">
                <a:ln>
                  <a:noFill/>
                </a:ln>
                <a:solidFill>
                  <a:srgbClr val="000000"/>
                </a:solidFill>
                <a:effectLst/>
                <a:uLnTx/>
                <a:uFillTx/>
                <a:latin typeface="+mn-lt"/>
                <a:ea typeface="+mn-ea"/>
                <a:cs typeface="+mn-cs"/>
              </a:rPr>
              <a:t>Fourth level</a:t>
            </a:r>
          </a:p>
          <a:p>
            <a:pPr marL="0" marR="0" lvl="4" indent="0" algn="l" defTabSz="914400" rtl="0" eaLnBrk="1" fontAlgn="auto" latinLnBrk="0" hangingPunct="1">
              <a:lnSpc>
                <a:spcPct val="100000"/>
              </a:lnSpc>
              <a:spcBef>
                <a:spcPts val="1200"/>
              </a:spcBef>
              <a:spcAft>
                <a:spcPts val="0"/>
              </a:spcAft>
              <a:buClr>
                <a:srgbClr val="0028A0"/>
              </a:buClr>
              <a:buSzTx/>
              <a:buFont typeface="Arial" panose="020B0604020202020204" pitchFamily="34" charset="0"/>
              <a:buNone/>
              <a:tabLst/>
              <a:defRPr/>
            </a:pPr>
            <a:r>
              <a:rPr kumimoji="0" lang="en-US" sz="2800" b="0" i="0" u="none" strike="noStrike" kern="1200" cap="none" spc="0" normalizeH="0" baseline="0" noProof="0">
                <a:ln>
                  <a:noFill/>
                </a:ln>
                <a:solidFill>
                  <a:srgbClr val="000000"/>
                </a:solidFill>
                <a:effectLst/>
                <a:uLnTx/>
                <a:uFillTx/>
                <a:latin typeface="+mn-lt"/>
                <a:ea typeface="+mn-ea"/>
                <a:cs typeface="+mn-cs"/>
              </a:rPr>
              <a:t>Fifth level</a:t>
            </a:r>
            <a:endParaRPr kumimoji="0" lang="en-US" sz="2000" b="0" i="0" u="none" strike="noStrike" kern="1200" cap="none" spc="0" normalizeH="0" baseline="0" noProof="0">
              <a:ln>
                <a:noFill/>
              </a:ln>
              <a:solidFill>
                <a:srgbClr val="000000"/>
              </a:solidFill>
              <a:effectLst/>
              <a:uLnTx/>
              <a:uFillTx/>
              <a:latin typeface="+mn-lt"/>
              <a:ea typeface="+mn-ea"/>
              <a:cs typeface="+mn-cs"/>
            </a:endParaRPr>
          </a:p>
        </p:txBody>
      </p:sp>
      <p:sp>
        <p:nvSpPr>
          <p:cNvPr id="4" name="Text Placeholder 3"/>
          <p:cNvSpPr>
            <a:spLocks noGrp="1"/>
          </p:cNvSpPr>
          <p:nvPr>
            <p:ph type="body" sz="quarter" idx="10"/>
          </p:nvPr>
        </p:nvSpPr>
        <p:spPr>
          <a:xfrm>
            <a:off x="479425" y="1080373"/>
            <a:ext cx="11268074" cy="430887"/>
          </a:xfrm>
        </p:spPr>
        <p:txBody>
          <a:bodyPr wrap="square" numCol="1">
            <a:spAutoFit/>
          </a:bodyPr>
          <a:lstStyle>
            <a:lvl1pPr>
              <a:lnSpc>
                <a:spcPct val="100000"/>
              </a:lnSpc>
              <a:spcBef>
                <a:spcPts val="0"/>
              </a:spcBef>
              <a:defRPr sz="2800">
                <a:solidFill>
                  <a:schemeClr val="bg2">
                    <a:lumMod val="65000"/>
                    <a:lumOff val="35000"/>
                  </a:schemeClr>
                </a:solidFill>
              </a:defRPr>
            </a:lvl1pPr>
            <a:lvl2pPr>
              <a:defRPr sz="2400"/>
            </a:lvl2pPr>
            <a:lvl3pPr>
              <a:defRPr sz="2400"/>
            </a:lvl3pPr>
            <a:lvl4pPr>
              <a:defRPr sz="2400"/>
            </a:lvl4pPr>
            <a:lvl5pPr>
              <a:defRPr sz="2400"/>
            </a:lvl5pPr>
          </a:lstStyle>
          <a:p>
            <a:pPr lvl="0"/>
            <a:r>
              <a:rPr lang="en-US"/>
              <a:t>Click to edit Master text styles</a:t>
            </a:r>
          </a:p>
        </p:txBody>
      </p:sp>
      <p:sp>
        <p:nvSpPr>
          <p:cNvPr id="2" name="Title 1"/>
          <p:cNvSpPr>
            <a:spLocks noGrp="1"/>
          </p:cNvSpPr>
          <p:nvPr>
            <p:ph type="title"/>
          </p:nvPr>
        </p:nvSpPr>
        <p:spPr>
          <a:xfrm>
            <a:off x="479424" y="457200"/>
            <a:ext cx="11268075" cy="615553"/>
          </a:xfrm>
        </p:spPr>
        <p:txBody>
          <a:bodyPr/>
          <a:lstStyle/>
          <a:p>
            <a:r>
              <a:rPr lang="en-US"/>
              <a:t>Click to edit Master title style</a:t>
            </a:r>
          </a:p>
        </p:txBody>
      </p:sp>
    </p:spTree>
    <p:extLst>
      <p:ext uri="{BB962C8B-B14F-4D97-AF65-F5344CB8AC3E}">
        <p14:creationId xmlns:p14="http://schemas.microsoft.com/office/powerpoint/2010/main" val="570553420"/>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p>
            <a:r>
              <a:rPr lang="en-US"/>
              <a:t>PowerPoint Toolkit - March 2024</a:t>
            </a:r>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9" name="Title 8">
            <a:extLst>
              <a:ext uri="{FF2B5EF4-FFF2-40B4-BE49-F238E27FC236}">
                <a16:creationId xmlns:a16="http://schemas.microsoft.com/office/drawing/2014/main" id="{32664483-5AC8-0F16-9C46-37836889B6E9}"/>
              </a:ext>
            </a:extLst>
          </p:cNvPr>
          <p:cNvSpPr>
            <a:spLocks noGrp="1"/>
          </p:cNvSpPr>
          <p:nvPr>
            <p:ph type="title"/>
          </p:nvPr>
        </p:nvSpPr>
        <p:spPr/>
        <p:txBody>
          <a:bodyPr/>
          <a:lstStyle/>
          <a:p>
            <a:r>
              <a:rPr lang="en-US"/>
              <a:t>Click to edit Master title style</a:t>
            </a:r>
          </a:p>
        </p:txBody>
      </p:sp>
      <p:sp>
        <p:nvSpPr>
          <p:cNvPr id="3" name="Freeform 5">
            <a:extLst>
              <a:ext uri="{FF2B5EF4-FFF2-40B4-BE49-F238E27FC236}">
                <a16:creationId xmlns:a16="http://schemas.microsoft.com/office/drawing/2014/main" id="{7FE8C2D7-70E3-CC7C-8803-9B39088A71F9}"/>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4" name="Text Placeholder 10">
            <a:extLst>
              <a:ext uri="{FF2B5EF4-FFF2-40B4-BE49-F238E27FC236}">
                <a16:creationId xmlns:a16="http://schemas.microsoft.com/office/drawing/2014/main" id="{8D27C407-E192-03E9-638A-6586423552D1}"/>
              </a:ext>
            </a:extLst>
          </p:cNvPr>
          <p:cNvSpPr>
            <a:spLocks noGrp="1"/>
          </p:cNvSpPr>
          <p:nvPr>
            <p:ph type="body" sz="quarter" idx="45"/>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36" name="Text Placeholder 15">
            <a:extLst>
              <a:ext uri="{FF2B5EF4-FFF2-40B4-BE49-F238E27FC236}">
                <a16:creationId xmlns:a16="http://schemas.microsoft.com/office/drawing/2014/main" id="{DD24CA07-6540-4056-2FEC-3447DCD38B6B}"/>
              </a:ext>
            </a:extLst>
          </p:cNvPr>
          <p:cNvSpPr>
            <a:spLocks noGrp="1"/>
          </p:cNvSpPr>
          <p:nvPr>
            <p:ph type="body" sz="quarter" idx="22"/>
          </p:nvPr>
        </p:nvSpPr>
        <p:spPr>
          <a:xfrm>
            <a:off x="546099" y="6019800"/>
            <a:ext cx="5459094"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Arial" panose="020B0604020202020204" pitchFamily="34"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3752030665"/>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userDrawn="1">
  <p:cSld name="1_5 Column - Icons">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12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12" name="Title 11">
            <a:extLst>
              <a:ext uri="{FF2B5EF4-FFF2-40B4-BE49-F238E27FC236}">
                <a16:creationId xmlns:a16="http://schemas.microsoft.com/office/drawing/2014/main" id="{91874068-FCB3-3E67-FD8A-888858391AF4}"/>
              </a:ext>
            </a:extLst>
          </p:cNvPr>
          <p:cNvSpPr>
            <a:spLocks noGrp="1"/>
          </p:cNvSpPr>
          <p:nvPr>
            <p:ph type="title"/>
          </p:nvPr>
        </p:nvSpPr>
        <p:spPr>
          <a:xfrm>
            <a:off x="546100" y="552450"/>
            <a:ext cx="11091861" cy="434975"/>
          </a:xfrm>
        </p:spPr>
        <p:txBody>
          <a:bodyPr/>
          <a:lstStyle>
            <a:lvl1pPr>
              <a:defRPr>
                <a:solidFill>
                  <a:schemeClr val="tx2"/>
                </a:solidFill>
              </a:defRPr>
            </a:lvl1pPr>
          </a:lstStyle>
          <a:p>
            <a:r>
              <a:rPr lang="en-US"/>
              <a:t>Click to edit Master title style</a:t>
            </a:r>
          </a:p>
        </p:txBody>
      </p:sp>
      <p:sp>
        <p:nvSpPr>
          <p:cNvPr id="3" name="Picture Placeholder 9">
            <a:extLst>
              <a:ext uri="{FF2B5EF4-FFF2-40B4-BE49-F238E27FC236}">
                <a16:creationId xmlns:a16="http://schemas.microsoft.com/office/drawing/2014/main" id="{FD134F76-7012-6EEC-A825-D898002DCBEA}"/>
              </a:ext>
            </a:extLst>
          </p:cNvPr>
          <p:cNvSpPr>
            <a:spLocks noGrp="1"/>
          </p:cNvSpPr>
          <p:nvPr>
            <p:ph type="pic" sz="quarter" idx="28" hasCustomPrompt="1"/>
          </p:nvPr>
        </p:nvSpPr>
        <p:spPr>
          <a:xfrm>
            <a:off x="545821" y="1849438"/>
            <a:ext cx="694944" cy="720725"/>
          </a:xfrm>
          <a:noFill/>
          <a:ln>
            <a:noFill/>
          </a:ln>
        </p:spPr>
        <p:txBody>
          <a:bodyPr tIns="457200" anchor="ctr">
            <a:normAutofit/>
          </a:bodyPr>
          <a:lstStyle>
            <a:lvl1pPr algn="ctr">
              <a:defRPr sz="1100">
                <a:solidFill>
                  <a:schemeClr val="tx1"/>
                </a:solidFill>
              </a:defRPr>
            </a:lvl1pPr>
          </a:lstStyle>
          <a:p>
            <a:r>
              <a:rPr lang="en-US"/>
              <a:t>Icon</a:t>
            </a:r>
          </a:p>
        </p:txBody>
      </p:sp>
      <p:sp>
        <p:nvSpPr>
          <p:cNvPr id="22" name="Picture Placeholder 9">
            <a:extLst>
              <a:ext uri="{FF2B5EF4-FFF2-40B4-BE49-F238E27FC236}">
                <a16:creationId xmlns:a16="http://schemas.microsoft.com/office/drawing/2014/main" id="{863DF09F-2802-54BC-34C2-BC92D3C8205A}"/>
              </a:ext>
            </a:extLst>
          </p:cNvPr>
          <p:cNvSpPr>
            <a:spLocks noGrp="1"/>
          </p:cNvSpPr>
          <p:nvPr>
            <p:ph type="pic" sz="quarter" idx="36" hasCustomPrompt="1"/>
          </p:nvPr>
        </p:nvSpPr>
        <p:spPr>
          <a:xfrm>
            <a:off x="2802335" y="1849438"/>
            <a:ext cx="694944" cy="720725"/>
          </a:xfrm>
          <a:noFill/>
          <a:ln>
            <a:noFill/>
          </a:ln>
        </p:spPr>
        <p:txBody>
          <a:bodyPr tIns="457200" anchor="ctr">
            <a:normAutofit/>
          </a:bodyPr>
          <a:lstStyle>
            <a:lvl1pPr algn="ctr">
              <a:defRPr sz="1100">
                <a:solidFill>
                  <a:schemeClr val="tx1"/>
                </a:solidFill>
              </a:defRPr>
            </a:lvl1pPr>
          </a:lstStyle>
          <a:p>
            <a:r>
              <a:rPr lang="en-US"/>
              <a:t>Icon</a:t>
            </a:r>
          </a:p>
        </p:txBody>
      </p:sp>
      <p:sp>
        <p:nvSpPr>
          <p:cNvPr id="23" name="Picture Placeholder 9">
            <a:extLst>
              <a:ext uri="{FF2B5EF4-FFF2-40B4-BE49-F238E27FC236}">
                <a16:creationId xmlns:a16="http://schemas.microsoft.com/office/drawing/2014/main" id="{3D2406FE-BD16-3B98-1AC4-2D5AA65FF9D9}"/>
              </a:ext>
            </a:extLst>
          </p:cNvPr>
          <p:cNvSpPr>
            <a:spLocks noGrp="1"/>
          </p:cNvSpPr>
          <p:nvPr>
            <p:ph type="pic" sz="quarter" idx="37" hasCustomPrompt="1"/>
          </p:nvPr>
        </p:nvSpPr>
        <p:spPr>
          <a:xfrm>
            <a:off x="5050633" y="1849438"/>
            <a:ext cx="694944" cy="720725"/>
          </a:xfrm>
          <a:noFill/>
          <a:ln>
            <a:noFill/>
          </a:ln>
        </p:spPr>
        <p:txBody>
          <a:bodyPr tIns="457200" anchor="ctr">
            <a:normAutofit/>
          </a:bodyPr>
          <a:lstStyle>
            <a:lvl1pPr algn="ctr">
              <a:defRPr sz="1100">
                <a:solidFill>
                  <a:schemeClr val="tx1"/>
                </a:solidFill>
              </a:defRPr>
            </a:lvl1pPr>
          </a:lstStyle>
          <a:p>
            <a:r>
              <a:rPr lang="en-US"/>
              <a:t>Icon</a:t>
            </a:r>
          </a:p>
        </p:txBody>
      </p:sp>
      <p:sp>
        <p:nvSpPr>
          <p:cNvPr id="24" name="Picture Placeholder 9">
            <a:extLst>
              <a:ext uri="{FF2B5EF4-FFF2-40B4-BE49-F238E27FC236}">
                <a16:creationId xmlns:a16="http://schemas.microsoft.com/office/drawing/2014/main" id="{18479DC6-6C65-6D06-16A5-DC26A0B633FF}"/>
              </a:ext>
            </a:extLst>
          </p:cNvPr>
          <p:cNvSpPr>
            <a:spLocks noGrp="1"/>
          </p:cNvSpPr>
          <p:nvPr>
            <p:ph type="pic" sz="quarter" idx="38" hasCustomPrompt="1"/>
          </p:nvPr>
        </p:nvSpPr>
        <p:spPr>
          <a:xfrm>
            <a:off x="7298931" y="1849438"/>
            <a:ext cx="694944" cy="720725"/>
          </a:xfrm>
          <a:noFill/>
          <a:ln>
            <a:noFill/>
          </a:ln>
        </p:spPr>
        <p:txBody>
          <a:bodyPr tIns="457200" anchor="ctr">
            <a:normAutofit/>
          </a:bodyPr>
          <a:lstStyle>
            <a:lvl1pPr algn="ctr">
              <a:defRPr sz="1100">
                <a:solidFill>
                  <a:schemeClr val="tx1"/>
                </a:solidFill>
              </a:defRPr>
            </a:lvl1pPr>
          </a:lstStyle>
          <a:p>
            <a:r>
              <a:rPr lang="en-US"/>
              <a:t>Icon</a:t>
            </a:r>
          </a:p>
        </p:txBody>
      </p:sp>
      <p:sp>
        <p:nvSpPr>
          <p:cNvPr id="25" name="Picture Placeholder 9">
            <a:extLst>
              <a:ext uri="{FF2B5EF4-FFF2-40B4-BE49-F238E27FC236}">
                <a16:creationId xmlns:a16="http://schemas.microsoft.com/office/drawing/2014/main" id="{BBAE8DFB-8DC8-374F-6F98-F8A1ADCA2C3C}"/>
              </a:ext>
            </a:extLst>
          </p:cNvPr>
          <p:cNvSpPr>
            <a:spLocks noGrp="1"/>
          </p:cNvSpPr>
          <p:nvPr>
            <p:ph type="pic" sz="quarter" idx="39" hasCustomPrompt="1"/>
          </p:nvPr>
        </p:nvSpPr>
        <p:spPr>
          <a:xfrm>
            <a:off x="9547229" y="1849438"/>
            <a:ext cx="694944" cy="720725"/>
          </a:xfrm>
          <a:noFill/>
          <a:ln>
            <a:noFill/>
          </a:ln>
        </p:spPr>
        <p:txBody>
          <a:bodyPr tIns="457200" anchor="ctr">
            <a:normAutofit/>
          </a:bodyPr>
          <a:lstStyle>
            <a:lvl1pPr algn="ctr">
              <a:defRPr sz="1100">
                <a:solidFill>
                  <a:schemeClr val="tx1"/>
                </a:solidFill>
              </a:defRPr>
            </a:lvl1pPr>
          </a:lstStyle>
          <a:p>
            <a:r>
              <a:rPr lang="en-US"/>
              <a:t>Icon</a:t>
            </a:r>
          </a:p>
        </p:txBody>
      </p:sp>
      <p:sp>
        <p:nvSpPr>
          <p:cNvPr id="2" name="Freeform 5">
            <a:extLst>
              <a:ext uri="{FF2B5EF4-FFF2-40B4-BE49-F238E27FC236}">
                <a16:creationId xmlns:a16="http://schemas.microsoft.com/office/drawing/2014/main" id="{F865BEBC-DC71-5993-E446-743B2380E9F4}"/>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1" name="Text Placeholder 10">
            <a:extLst>
              <a:ext uri="{FF2B5EF4-FFF2-40B4-BE49-F238E27FC236}">
                <a16:creationId xmlns:a16="http://schemas.microsoft.com/office/drawing/2014/main" id="{5155D0AF-DC50-1231-8C20-9614D9642834}"/>
              </a:ext>
            </a:extLst>
          </p:cNvPr>
          <p:cNvSpPr>
            <a:spLocks noGrp="1"/>
          </p:cNvSpPr>
          <p:nvPr>
            <p:ph type="body" sz="quarter" idx="45"/>
          </p:nvPr>
        </p:nvSpPr>
        <p:spPr>
          <a:xfrm>
            <a:off x="546100" y="1127125"/>
            <a:ext cx="11091861"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Times New Roman" panose="02020603050405020304" pitchFamily="18" charset="0"/>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3" name="Text Placeholder 15">
            <a:extLst>
              <a:ext uri="{FF2B5EF4-FFF2-40B4-BE49-F238E27FC236}">
                <a16:creationId xmlns:a16="http://schemas.microsoft.com/office/drawing/2014/main" id="{23EA351B-2744-2292-EA13-ECF616B5AF66}"/>
              </a:ext>
            </a:extLst>
          </p:cNvPr>
          <p:cNvSpPr>
            <a:spLocks noGrp="1"/>
          </p:cNvSpPr>
          <p:nvPr>
            <p:ph type="body" sz="quarter" idx="46"/>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Arial" panose="020B0604020202020204" pitchFamily="34" charset="0"/>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14" name="Content Placeholder 32">
            <a:extLst>
              <a:ext uri="{FF2B5EF4-FFF2-40B4-BE49-F238E27FC236}">
                <a16:creationId xmlns:a16="http://schemas.microsoft.com/office/drawing/2014/main" id="{739AFE11-1479-0079-CBFD-DE22CF1EF3D7}"/>
              </a:ext>
            </a:extLst>
          </p:cNvPr>
          <p:cNvSpPr>
            <a:spLocks noGrp="1"/>
          </p:cNvSpPr>
          <p:nvPr>
            <p:ph sz="quarter" idx="40"/>
          </p:nvPr>
        </p:nvSpPr>
        <p:spPr>
          <a:xfrm>
            <a:off x="546100" y="2715418"/>
            <a:ext cx="1828800" cy="3152775"/>
          </a:xfrm>
        </p:spPr>
        <p:txBody>
          <a:bodyPr/>
          <a:lstStyle>
            <a:lvl1pPr>
              <a:defRPr lang="en-US" sz="2000" b="0" i="0" kern="1200" dirty="0" smtClean="0">
                <a:solidFill>
                  <a:schemeClr val="tx2"/>
                </a:solidFill>
                <a:latin typeface="+mj-lt"/>
                <a:ea typeface="GT America Regular" charset="0"/>
                <a:cs typeface="GT America Regular"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A10D501-BB72-6F51-3E2C-9A5D9855D3B8}"/>
              </a:ext>
            </a:extLst>
          </p:cNvPr>
          <p:cNvSpPr>
            <a:spLocks noGrp="1"/>
          </p:cNvSpPr>
          <p:nvPr>
            <p:ph sz="quarter" idx="47"/>
          </p:nvPr>
        </p:nvSpPr>
        <p:spPr>
          <a:xfrm>
            <a:off x="2802335" y="2714624"/>
            <a:ext cx="1828800" cy="3152775"/>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18" name="Content Placeholder 17">
            <a:extLst>
              <a:ext uri="{FF2B5EF4-FFF2-40B4-BE49-F238E27FC236}">
                <a16:creationId xmlns:a16="http://schemas.microsoft.com/office/drawing/2014/main" id="{DDF53402-575C-C10C-7E8E-6C99DEA94988}"/>
              </a:ext>
            </a:extLst>
          </p:cNvPr>
          <p:cNvSpPr>
            <a:spLocks noGrp="1"/>
          </p:cNvSpPr>
          <p:nvPr>
            <p:ph sz="quarter" idx="48"/>
          </p:nvPr>
        </p:nvSpPr>
        <p:spPr>
          <a:xfrm>
            <a:off x="5050632" y="2715417"/>
            <a:ext cx="1828800" cy="3152775"/>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21" name="Content Placeholder 20">
            <a:extLst>
              <a:ext uri="{FF2B5EF4-FFF2-40B4-BE49-F238E27FC236}">
                <a16:creationId xmlns:a16="http://schemas.microsoft.com/office/drawing/2014/main" id="{B95D6E10-7BC7-5B48-5FC8-AA3FBBF31296}"/>
              </a:ext>
            </a:extLst>
          </p:cNvPr>
          <p:cNvSpPr>
            <a:spLocks noGrp="1"/>
          </p:cNvSpPr>
          <p:nvPr>
            <p:ph sz="quarter" idx="49"/>
          </p:nvPr>
        </p:nvSpPr>
        <p:spPr>
          <a:xfrm>
            <a:off x="7298927" y="2716608"/>
            <a:ext cx="1828800" cy="3152775"/>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34" name="Content Placeholder 33">
            <a:extLst>
              <a:ext uri="{FF2B5EF4-FFF2-40B4-BE49-F238E27FC236}">
                <a16:creationId xmlns:a16="http://schemas.microsoft.com/office/drawing/2014/main" id="{35D3FA32-E657-445D-AFF1-5F98826EF595}"/>
              </a:ext>
            </a:extLst>
          </p:cNvPr>
          <p:cNvSpPr>
            <a:spLocks noGrp="1"/>
          </p:cNvSpPr>
          <p:nvPr>
            <p:ph sz="quarter" idx="50"/>
          </p:nvPr>
        </p:nvSpPr>
        <p:spPr>
          <a:xfrm>
            <a:off x="9547222" y="2714624"/>
            <a:ext cx="1828800" cy="3152775"/>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Tree>
    <p:extLst>
      <p:ext uri="{BB962C8B-B14F-4D97-AF65-F5344CB8AC3E}">
        <p14:creationId xmlns:p14="http://schemas.microsoft.com/office/powerpoint/2010/main" val="414014686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61" Type="http://schemas.openxmlformats.org/officeDocument/2006/relationships/slideLayout" Target="../slideLayouts/slideLayout6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79.xml"/><Relationship Id="rId18" Type="http://schemas.openxmlformats.org/officeDocument/2006/relationships/slideLayout" Target="../slideLayouts/slideLayout84.xml"/><Relationship Id="rId26" Type="http://schemas.openxmlformats.org/officeDocument/2006/relationships/slideLayout" Target="../slideLayouts/slideLayout92.xml"/><Relationship Id="rId39" Type="http://schemas.openxmlformats.org/officeDocument/2006/relationships/slideLayout" Target="../slideLayouts/slideLayout105.xml"/><Relationship Id="rId21" Type="http://schemas.openxmlformats.org/officeDocument/2006/relationships/slideLayout" Target="../slideLayouts/slideLayout87.xml"/><Relationship Id="rId34" Type="http://schemas.openxmlformats.org/officeDocument/2006/relationships/slideLayout" Target="../slideLayouts/slideLayout100.xml"/><Relationship Id="rId42" Type="http://schemas.openxmlformats.org/officeDocument/2006/relationships/slideLayout" Target="../slideLayouts/slideLayout108.xml"/><Relationship Id="rId47" Type="http://schemas.openxmlformats.org/officeDocument/2006/relationships/slideLayout" Target="../slideLayouts/slideLayout113.xml"/><Relationship Id="rId50" Type="http://schemas.openxmlformats.org/officeDocument/2006/relationships/slideLayout" Target="../slideLayouts/slideLayout116.xml"/><Relationship Id="rId55" Type="http://schemas.openxmlformats.org/officeDocument/2006/relationships/slideLayout" Target="../slideLayouts/slideLayout121.xml"/><Relationship Id="rId63" Type="http://schemas.openxmlformats.org/officeDocument/2006/relationships/slideLayout" Target="../slideLayouts/slideLayout129.xml"/><Relationship Id="rId68" Type="http://schemas.openxmlformats.org/officeDocument/2006/relationships/slideLayout" Target="../slideLayouts/slideLayout134.xml"/><Relationship Id="rId76" Type="http://schemas.openxmlformats.org/officeDocument/2006/relationships/slideLayout" Target="../slideLayouts/slideLayout142.xml"/><Relationship Id="rId84" Type="http://schemas.openxmlformats.org/officeDocument/2006/relationships/slideLayout" Target="../slideLayouts/slideLayout150.xml"/><Relationship Id="rId89" Type="http://schemas.openxmlformats.org/officeDocument/2006/relationships/slideLayout" Target="../slideLayouts/slideLayout155.xml"/><Relationship Id="rId7" Type="http://schemas.openxmlformats.org/officeDocument/2006/relationships/slideLayout" Target="../slideLayouts/slideLayout73.xml"/><Relationship Id="rId71" Type="http://schemas.openxmlformats.org/officeDocument/2006/relationships/slideLayout" Target="../slideLayouts/slideLayout137.xml"/><Relationship Id="rId2" Type="http://schemas.openxmlformats.org/officeDocument/2006/relationships/slideLayout" Target="../slideLayouts/slideLayout68.xml"/><Relationship Id="rId16" Type="http://schemas.openxmlformats.org/officeDocument/2006/relationships/slideLayout" Target="../slideLayouts/slideLayout82.xml"/><Relationship Id="rId29" Type="http://schemas.openxmlformats.org/officeDocument/2006/relationships/slideLayout" Target="../slideLayouts/slideLayout95.xml"/><Relationship Id="rId11" Type="http://schemas.openxmlformats.org/officeDocument/2006/relationships/slideLayout" Target="../slideLayouts/slideLayout77.xml"/><Relationship Id="rId24" Type="http://schemas.openxmlformats.org/officeDocument/2006/relationships/slideLayout" Target="../slideLayouts/slideLayout90.xml"/><Relationship Id="rId32" Type="http://schemas.openxmlformats.org/officeDocument/2006/relationships/slideLayout" Target="../slideLayouts/slideLayout98.xml"/><Relationship Id="rId37" Type="http://schemas.openxmlformats.org/officeDocument/2006/relationships/slideLayout" Target="../slideLayouts/slideLayout103.xml"/><Relationship Id="rId40" Type="http://schemas.openxmlformats.org/officeDocument/2006/relationships/slideLayout" Target="../slideLayouts/slideLayout106.xml"/><Relationship Id="rId45" Type="http://schemas.openxmlformats.org/officeDocument/2006/relationships/slideLayout" Target="../slideLayouts/slideLayout111.xml"/><Relationship Id="rId53" Type="http://schemas.openxmlformats.org/officeDocument/2006/relationships/slideLayout" Target="../slideLayouts/slideLayout119.xml"/><Relationship Id="rId58" Type="http://schemas.openxmlformats.org/officeDocument/2006/relationships/slideLayout" Target="../slideLayouts/slideLayout124.xml"/><Relationship Id="rId66" Type="http://schemas.openxmlformats.org/officeDocument/2006/relationships/slideLayout" Target="../slideLayouts/slideLayout132.xml"/><Relationship Id="rId74" Type="http://schemas.openxmlformats.org/officeDocument/2006/relationships/slideLayout" Target="../slideLayouts/slideLayout140.xml"/><Relationship Id="rId79" Type="http://schemas.openxmlformats.org/officeDocument/2006/relationships/slideLayout" Target="../slideLayouts/slideLayout145.xml"/><Relationship Id="rId87" Type="http://schemas.openxmlformats.org/officeDocument/2006/relationships/slideLayout" Target="../slideLayouts/slideLayout153.xml"/><Relationship Id="rId5" Type="http://schemas.openxmlformats.org/officeDocument/2006/relationships/slideLayout" Target="../slideLayouts/slideLayout71.xml"/><Relationship Id="rId61" Type="http://schemas.openxmlformats.org/officeDocument/2006/relationships/slideLayout" Target="../slideLayouts/slideLayout127.xml"/><Relationship Id="rId82" Type="http://schemas.openxmlformats.org/officeDocument/2006/relationships/slideLayout" Target="../slideLayouts/slideLayout148.xml"/><Relationship Id="rId90" Type="http://schemas.openxmlformats.org/officeDocument/2006/relationships/theme" Target="../theme/theme2.xml"/><Relationship Id="rId19" Type="http://schemas.openxmlformats.org/officeDocument/2006/relationships/slideLayout" Target="../slideLayouts/slideLayout85.xml"/><Relationship Id="rId4" Type="http://schemas.openxmlformats.org/officeDocument/2006/relationships/slideLayout" Target="../slideLayouts/slideLayout70.xml"/><Relationship Id="rId9" Type="http://schemas.openxmlformats.org/officeDocument/2006/relationships/slideLayout" Target="../slideLayouts/slideLayout75.xml"/><Relationship Id="rId14" Type="http://schemas.openxmlformats.org/officeDocument/2006/relationships/slideLayout" Target="../slideLayouts/slideLayout80.xml"/><Relationship Id="rId22" Type="http://schemas.openxmlformats.org/officeDocument/2006/relationships/slideLayout" Target="../slideLayouts/slideLayout88.xml"/><Relationship Id="rId27" Type="http://schemas.openxmlformats.org/officeDocument/2006/relationships/slideLayout" Target="../slideLayouts/slideLayout93.xml"/><Relationship Id="rId30" Type="http://schemas.openxmlformats.org/officeDocument/2006/relationships/slideLayout" Target="../slideLayouts/slideLayout96.xml"/><Relationship Id="rId35" Type="http://schemas.openxmlformats.org/officeDocument/2006/relationships/slideLayout" Target="../slideLayouts/slideLayout101.xml"/><Relationship Id="rId43" Type="http://schemas.openxmlformats.org/officeDocument/2006/relationships/slideLayout" Target="../slideLayouts/slideLayout109.xml"/><Relationship Id="rId48" Type="http://schemas.openxmlformats.org/officeDocument/2006/relationships/slideLayout" Target="../slideLayouts/slideLayout114.xml"/><Relationship Id="rId56" Type="http://schemas.openxmlformats.org/officeDocument/2006/relationships/slideLayout" Target="../slideLayouts/slideLayout122.xml"/><Relationship Id="rId64" Type="http://schemas.openxmlformats.org/officeDocument/2006/relationships/slideLayout" Target="../slideLayouts/slideLayout130.xml"/><Relationship Id="rId69" Type="http://schemas.openxmlformats.org/officeDocument/2006/relationships/slideLayout" Target="../slideLayouts/slideLayout135.xml"/><Relationship Id="rId77" Type="http://schemas.openxmlformats.org/officeDocument/2006/relationships/slideLayout" Target="../slideLayouts/slideLayout143.xml"/><Relationship Id="rId8" Type="http://schemas.openxmlformats.org/officeDocument/2006/relationships/slideLayout" Target="../slideLayouts/slideLayout74.xml"/><Relationship Id="rId51" Type="http://schemas.openxmlformats.org/officeDocument/2006/relationships/slideLayout" Target="../slideLayouts/slideLayout117.xml"/><Relationship Id="rId72" Type="http://schemas.openxmlformats.org/officeDocument/2006/relationships/slideLayout" Target="../slideLayouts/slideLayout138.xml"/><Relationship Id="rId80" Type="http://schemas.openxmlformats.org/officeDocument/2006/relationships/slideLayout" Target="../slideLayouts/slideLayout146.xml"/><Relationship Id="rId85" Type="http://schemas.openxmlformats.org/officeDocument/2006/relationships/slideLayout" Target="../slideLayouts/slideLayout151.xml"/><Relationship Id="rId3" Type="http://schemas.openxmlformats.org/officeDocument/2006/relationships/slideLayout" Target="../slideLayouts/slideLayout69.xml"/><Relationship Id="rId12" Type="http://schemas.openxmlformats.org/officeDocument/2006/relationships/slideLayout" Target="../slideLayouts/slideLayout78.xml"/><Relationship Id="rId17" Type="http://schemas.openxmlformats.org/officeDocument/2006/relationships/slideLayout" Target="../slideLayouts/slideLayout83.xml"/><Relationship Id="rId25" Type="http://schemas.openxmlformats.org/officeDocument/2006/relationships/slideLayout" Target="../slideLayouts/slideLayout91.xml"/><Relationship Id="rId33" Type="http://schemas.openxmlformats.org/officeDocument/2006/relationships/slideLayout" Target="../slideLayouts/slideLayout99.xml"/><Relationship Id="rId38" Type="http://schemas.openxmlformats.org/officeDocument/2006/relationships/slideLayout" Target="../slideLayouts/slideLayout104.xml"/><Relationship Id="rId46" Type="http://schemas.openxmlformats.org/officeDocument/2006/relationships/slideLayout" Target="../slideLayouts/slideLayout112.xml"/><Relationship Id="rId59" Type="http://schemas.openxmlformats.org/officeDocument/2006/relationships/slideLayout" Target="../slideLayouts/slideLayout125.xml"/><Relationship Id="rId67" Type="http://schemas.openxmlformats.org/officeDocument/2006/relationships/slideLayout" Target="../slideLayouts/slideLayout133.xml"/><Relationship Id="rId20" Type="http://schemas.openxmlformats.org/officeDocument/2006/relationships/slideLayout" Target="../slideLayouts/slideLayout86.xml"/><Relationship Id="rId41" Type="http://schemas.openxmlformats.org/officeDocument/2006/relationships/slideLayout" Target="../slideLayouts/slideLayout107.xml"/><Relationship Id="rId54" Type="http://schemas.openxmlformats.org/officeDocument/2006/relationships/slideLayout" Target="../slideLayouts/slideLayout120.xml"/><Relationship Id="rId62" Type="http://schemas.openxmlformats.org/officeDocument/2006/relationships/slideLayout" Target="../slideLayouts/slideLayout128.xml"/><Relationship Id="rId70" Type="http://schemas.openxmlformats.org/officeDocument/2006/relationships/slideLayout" Target="../slideLayouts/slideLayout136.xml"/><Relationship Id="rId75" Type="http://schemas.openxmlformats.org/officeDocument/2006/relationships/slideLayout" Target="../slideLayouts/slideLayout141.xml"/><Relationship Id="rId83" Type="http://schemas.openxmlformats.org/officeDocument/2006/relationships/slideLayout" Target="../slideLayouts/slideLayout149.xml"/><Relationship Id="rId88" Type="http://schemas.openxmlformats.org/officeDocument/2006/relationships/slideLayout" Target="../slideLayouts/slideLayout154.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5" Type="http://schemas.openxmlformats.org/officeDocument/2006/relationships/slideLayout" Target="../slideLayouts/slideLayout81.xml"/><Relationship Id="rId23" Type="http://schemas.openxmlformats.org/officeDocument/2006/relationships/slideLayout" Target="../slideLayouts/slideLayout89.xml"/><Relationship Id="rId28" Type="http://schemas.openxmlformats.org/officeDocument/2006/relationships/slideLayout" Target="../slideLayouts/slideLayout94.xml"/><Relationship Id="rId36" Type="http://schemas.openxmlformats.org/officeDocument/2006/relationships/slideLayout" Target="../slideLayouts/slideLayout102.xml"/><Relationship Id="rId49" Type="http://schemas.openxmlformats.org/officeDocument/2006/relationships/slideLayout" Target="../slideLayouts/slideLayout115.xml"/><Relationship Id="rId57" Type="http://schemas.openxmlformats.org/officeDocument/2006/relationships/slideLayout" Target="../slideLayouts/slideLayout123.xml"/><Relationship Id="rId10" Type="http://schemas.openxmlformats.org/officeDocument/2006/relationships/slideLayout" Target="../slideLayouts/slideLayout76.xml"/><Relationship Id="rId31" Type="http://schemas.openxmlformats.org/officeDocument/2006/relationships/slideLayout" Target="../slideLayouts/slideLayout97.xml"/><Relationship Id="rId44" Type="http://schemas.openxmlformats.org/officeDocument/2006/relationships/slideLayout" Target="../slideLayouts/slideLayout110.xml"/><Relationship Id="rId52" Type="http://schemas.openxmlformats.org/officeDocument/2006/relationships/slideLayout" Target="../slideLayouts/slideLayout118.xml"/><Relationship Id="rId60" Type="http://schemas.openxmlformats.org/officeDocument/2006/relationships/slideLayout" Target="../slideLayouts/slideLayout126.xml"/><Relationship Id="rId65" Type="http://schemas.openxmlformats.org/officeDocument/2006/relationships/slideLayout" Target="../slideLayouts/slideLayout131.xml"/><Relationship Id="rId73" Type="http://schemas.openxmlformats.org/officeDocument/2006/relationships/slideLayout" Target="../slideLayouts/slideLayout139.xml"/><Relationship Id="rId78" Type="http://schemas.openxmlformats.org/officeDocument/2006/relationships/slideLayout" Target="../slideLayouts/slideLayout144.xml"/><Relationship Id="rId81" Type="http://schemas.openxmlformats.org/officeDocument/2006/relationships/slideLayout" Target="../slideLayouts/slideLayout147.xml"/><Relationship Id="rId86" Type="http://schemas.openxmlformats.org/officeDocument/2006/relationships/slideLayout" Target="../slideLayouts/slideLayout1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390E15-2431-A873-A654-7B321106DAE2}"/>
              </a:ext>
            </a:extLst>
          </p:cNvPr>
          <p:cNvSpPr>
            <a:spLocks noGrp="1"/>
          </p:cNvSpPr>
          <p:nvPr>
            <p:ph type="title"/>
          </p:nvPr>
        </p:nvSpPr>
        <p:spPr>
          <a:xfrm>
            <a:off x="546100" y="548640"/>
            <a:ext cx="11091862" cy="438785"/>
          </a:xfrm>
          <a:prstGeom prst="rect">
            <a:avLst/>
          </a:prstGeom>
        </p:spPr>
        <p:txBody>
          <a:bodyPr vert="horz" lIns="0" tIns="0" rIns="0" bIns="0" rtlCol="0" anchor="t">
            <a:noAutofit/>
          </a:bodyPr>
          <a:lstStyle/>
          <a:p>
            <a:r>
              <a:rPr lang="en-US"/>
              <a:t>Click to edit Master title</a:t>
            </a:r>
          </a:p>
        </p:txBody>
      </p:sp>
      <p:sp>
        <p:nvSpPr>
          <p:cNvPr id="3" name="Text Placeholder 2">
            <a:extLst>
              <a:ext uri="{FF2B5EF4-FFF2-40B4-BE49-F238E27FC236}">
                <a16:creationId xmlns:a16="http://schemas.microsoft.com/office/drawing/2014/main" id="{9A89620C-A07A-2A72-857A-735B5C91AA54}"/>
              </a:ext>
            </a:extLst>
          </p:cNvPr>
          <p:cNvSpPr>
            <a:spLocks noGrp="1"/>
          </p:cNvSpPr>
          <p:nvPr>
            <p:ph type="body" idx="1"/>
          </p:nvPr>
        </p:nvSpPr>
        <p:spPr>
          <a:xfrm>
            <a:off x="546100" y="2146300"/>
            <a:ext cx="11091862" cy="3721101"/>
          </a:xfrm>
          <a:prstGeom prst="rect">
            <a:avLst/>
          </a:prstGeom>
        </p:spPr>
        <p:txBody>
          <a:bodyPr vert="horz" lIns="0" tIns="0" rIns="0" bIns="0" rtlCol="0">
            <a:noAutofit/>
          </a:bodyPr>
          <a:lstStyle/>
          <a:p>
            <a:pPr lvl="0"/>
            <a:r>
              <a:rPr lang="en-US"/>
              <a:t>Click to edit Master text styles, 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ooter Placeholder 4">
            <a:extLst>
              <a:ext uri="{FF2B5EF4-FFF2-40B4-BE49-F238E27FC236}">
                <a16:creationId xmlns:a16="http://schemas.microsoft.com/office/drawing/2014/main" id="{9286892E-5C75-BB2B-DC86-3D98574CDC6C}"/>
              </a:ext>
            </a:extLst>
          </p:cNvPr>
          <p:cNvSpPr>
            <a:spLocks noGrp="1"/>
          </p:cNvSpPr>
          <p:nvPr>
            <p:ph type="ftr" sz="quarter" idx="3"/>
          </p:nvPr>
        </p:nvSpPr>
        <p:spPr>
          <a:xfrm>
            <a:off x="4781550" y="6311900"/>
            <a:ext cx="5448300" cy="269875"/>
          </a:xfrm>
          <a:prstGeom prst="rect">
            <a:avLst/>
          </a:prstGeom>
        </p:spPr>
        <p:txBody>
          <a:bodyPr vert="horz" lIns="0" tIns="0" rIns="0" bIns="0" rtlCol="0" anchor="b" anchorCtr="0"/>
          <a:lstStyle>
            <a:lvl1pPr algn="r">
              <a:defRPr sz="1000" b="0" i="0">
                <a:solidFill>
                  <a:schemeClr val="tx1"/>
                </a:solidFill>
                <a:latin typeface="+mn-lt"/>
                <a:ea typeface="GT America Regular" pitchFamily="2" charset="77"/>
                <a:cs typeface="GT America Regular" pitchFamily="2" charset="77"/>
              </a:defRPr>
            </a:lvl1pPr>
            <a:lvl2pPr>
              <a:defRPr sz="1000"/>
            </a:lvl2pPr>
            <a:lvl3pPr>
              <a:defRPr sz="1000"/>
            </a:lvl3pPr>
            <a:lvl4pPr marL="0" indent="0">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
        <p:nvSpPr>
          <p:cNvPr id="6" name="Slide Number Placeholder 5">
            <a:extLst>
              <a:ext uri="{FF2B5EF4-FFF2-40B4-BE49-F238E27FC236}">
                <a16:creationId xmlns:a16="http://schemas.microsoft.com/office/drawing/2014/main" id="{9396C1FA-EF28-95E6-0423-F59B26A6F1F8}"/>
              </a:ext>
            </a:extLst>
          </p:cNvPr>
          <p:cNvSpPr>
            <a:spLocks noGrp="1"/>
          </p:cNvSpPr>
          <p:nvPr>
            <p:ph type="sldNum" sz="quarter" idx="4"/>
          </p:nvPr>
        </p:nvSpPr>
        <p:spPr>
          <a:xfrm>
            <a:off x="10428288" y="6311900"/>
            <a:ext cx="1209674" cy="269875"/>
          </a:xfrm>
          <a:prstGeom prst="rect">
            <a:avLst/>
          </a:prstGeom>
        </p:spPr>
        <p:txBody>
          <a:bodyPr vert="horz" lIns="0" tIns="0" rIns="0" bIns="0" rtlCol="0" anchor="b" anchorCtr="0"/>
          <a:lstStyle>
            <a:lvl1pPr algn="r">
              <a:defRPr sz="1000" b="0" i="0">
                <a:solidFill>
                  <a:schemeClr val="tx1"/>
                </a:solidFill>
                <a:latin typeface="+mn-lt"/>
                <a:ea typeface="GT America Regular" pitchFamily="2" charset="77"/>
                <a:cs typeface="GT America Regular" pitchFamily="2" charset="77"/>
              </a:defRPr>
            </a:lvl1pPr>
            <a:lvl2pPr marL="0" indent="0" algn="r">
              <a:defRPr sz="1000"/>
            </a:lvl2pPr>
            <a:lvl3pPr marL="0" indent="0">
              <a:defRPr sz="1000"/>
            </a:lvl3pPr>
            <a:lvl4pPr marL="0">
              <a:defRPr sz="1000"/>
            </a:lvl4pPr>
            <a:lvl5pPr marL="0">
              <a:defRPr sz="1000"/>
            </a:lvl5pPr>
            <a:lvl6pPr marL="0">
              <a:defRPr sz="1000"/>
            </a:lvl6pPr>
            <a:lvl7pPr marL="0">
              <a:defRPr sz="1000"/>
            </a:lvl7pPr>
            <a:lvl8pPr marL="0">
              <a:defRPr sz="1000"/>
            </a:lvl8pPr>
            <a:lvl9pPr marL="0">
              <a:defRPr sz="1000"/>
            </a:lvl9pPr>
          </a:lstStyle>
          <a:p>
            <a:fld id="{862A5111-985B-C14D-9115-5787026182A8}" type="slidenum">
              <a:rPr lang="en-US" smtClean="0"/>
              <a:pPr/>
              <a:t>‹#›</a:t>
            </a:fld>
            <a:endParaRPr lang="en-US"/>
          </a:p>
        </p:txBody>
      </p:sp>
      <p:sp>
        <p:nvSpPr>
          <p:cNvPr id="4" name="Date Placeholder 3">
            <a:extLst>
              <a:ext uri="{FF2B5EF4-FFF2-40B4-BE49-F238E27FC236}">
                <a16:creationId xmlns:a16="http://schemas.microsoft.com/office/drawing/2014/main" id="{B74C9D9E-F1D3-BF13-32B3-2BDFE3E4F7BC}"/>
              </a:ext>
            </a:extLst>
          </p:cNvPr>
          <p:cNvSpPr>
            <a:spLocks noGrp="1"/>
          </p:cNvSpPr>
          <p:nvPr>
            <p:ph type="dt" sz="half" idx="2"/>
          </p:nvPr>
        </p:nvSpPr>
        <p:spPr>
          <a:xfrm>
            <a:off x="546100" y="6332764"/>
            <a:ext cx="2619375" cy="249011"/>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Tree>
    <p:extLst>
      <p:ext uri="{BB962C8B-B14F-4D97-AF65-F5344CB8AC3E}">
        <p14:creationId xmlns:p14="http://schemas.microsoft.com/office/powerpoint/2010/main" val="2703121335"/>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758" r:id="rId4"/>
    <p:sldLayoutId id="2147483765" r:id="rId5"/>
    <p:sldLayoutId id="2147483696" r:id="rId6"/>
    <p:sldLayoutId id="2147483759" r:id="rId7"/>
    <p:sldLayoutId id="2147483692" r:id="rId8"/>
    <p:sldLayoutId id="2147483690" r:id="rId9"/>
    <p:sldLayoutId id="2147483738" r:id="rId10"/>
    <p:sldLayoutId id="2147483691" r:id="rId11"/>
    <p:sldLayoutId id="2147483711" r:id="rId12"/>
    <p:sldLayoutId id="2147483725" r:id="rId13"/>
    <p:sldLayoutId id="2147483744" r:id="rId14"/>
    <p:sldLayoutId id="2147483743" r:id="rId15"/>
    <p:sldLayoutId id="2147483745" r:id="rId16"/>
    <p:sldLayoutId id="2147483746" r:id="rId17"/>
    <p:sldLayoutId id="2147483712" r:id="rId18"/>
    <p:sldLayoutId id="2147483747" r:id="rId19"/>
    <p:sldLayoutId id="2147483741" r:id="rId20"/>
    <p:sldLayoutId id="2147483739" r:id="rId21"/>
    <p:sldLayoutId id="2147483742" r:id="rId22"/>
    <p:sldLayoutId id="2147483722" r:id="rId23"/>
    <p:sldLayoutId id="2147483740" r:id="rId24"/>
    <p:sldLayoutId id="2147483673" r:id="rId25"/>
    <p:sldLayoutId id="2147483675" r:id="rId26"/>
    <p:sldLayoutId id="2147483720" r:id="rId27"/>
    <p:sldLayoutId id="2147483677" r:id="rId28"/>
    <p:sldLayoutId id="2147483679" r:id="rId29"/>
    <p:sldLayoutId id="2147483698" r:id="rId30"/>
    <p:sldLayoutId id="2147483702" r:id="rId31"/>
    <p:sldLayoutId id="2147483735" r:id="rId32"/>
    <p:sldLayoutId id="2147483705" r:id="rId33"/>
    <p:sldLayoutId id="2147483703" r:id="rId34"/>
    <p:sldLayoutId id="2147483750" r:id="rId35"/>
    <p:sldLayoutId id="2147483704" r:id="rId36"/>
    <p:sldLayoutId id="2147483752" r:id="rId37"/>
    <p:sldLayoutId id="2147483706" r:id="rId38"/>
    <p:sldLayoutId id="2147483753" r:id="rId39"/>
    <p:sldLayoutId id="2147483754" r:id="rId40"/>
    <p:sldLayoutId id="2147483763" r:id="rId41"/>
    <p:sldLayoutId id="2147483699" r:id="rId42"/>
    <p:sldLayoutId id="2147483700" r:id="rId43"/>
    <p:sldLayoutId id="2147483701" r:id="rId44"/>
    <p:sldLayoutId id="2147483688" r:id="rId45"/>
    <p:sldLayoutId id="2147483772" r:id="rId46"/>
    <p:sldLayoutId id="2147483769" r:id="rId47"/>
    <p:sldLayoutId id="2147483770" r:id="rId48"/>
    <p:sldLayoutId id="2147483766" r:id="rId49"/>
    <p:sldLayoutId id="2147483689" r:id="rId50"/>
    <p:sldLayoutId id="2147483713" r:id="rId51"/>
    <p:sldLayoutId id="2147483714" r:id="rId52"/>
    <p:sldLayoutId id="2147483723" r:id="rId53"/>
    <p:sldLayoutId id="2147483724" r:id="rId54"/>
    <p:sldLayoutId id="2147483715" r:id="rId55"/>
    <p:sldLayoutId id="2147483716" r:id="rId56"/>
    <p:sldLayoutId id="2147483760" r:id="rId57"/>
    <p:sldLayoutId id="2147483719" r:id="rId58"/>
    <p:sldLayoutId id="2147483718" r:id="rId59"/>
    <p:sldLayoutId id="2147483771" r:id="rId60"/>
    <p:sldLayoutId id="2147483755" r:id="rId61"/>
    <p:sldLayoutId id="2147483756" r:id="rId62"/>
    <p:sldLayoutId id="2147483757" r:id="rId63"/>
    <p:sldLayoutId id="2147483764" r:id="rId64"/>
    <p:sldLayoutId id="2147483773" r:id="rId65"/>
    <p:sldLayoutId id="2147483864" r:id="rId66"/>
  </p:sldLayoutIdLst>
  <p:hf hdr="0" ftr="0" dt="0"/>
  <p:txStyles>
    <p:titleStyle>
      <a:lvl1pPr algn="l" defTabSz="914400" rtl="0" eaLnBrk="1" latinLnBrk="0" hangingPunct="1">
        <a:lnSpc>
          <a:spcPts val="3600"/>
        </a:lnSpc>
        <a:spcBef>
          <a:spcPct val="0"/>
        </a:spcBef>
        <a:buNone/>
        <a:defRPr sz="3600" b="1" i="0" kern="1200">
          <a:solidFill>
            <a:schemeClr val="tx2"/>
          </a:solidFill>
          <a:latin typeface="+mj-lt"/>
          <a:ea typeface="+mj-ea"/>
          <a:cs typeface="+mj-cs"/>
        </a:defRPr>
      </a:lvl1pPr>
    </p:titleStyle>
    <p:body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67" orient="horz" pos="3976" userDrawn="1">
          <p15:clr>
            <a:srgbClr val="F26B43"/>
          </p15:clr>
        </p15:guide>
        <p15:guide id="68" pos="7331" userDrawn="1">
          <p15:clr>
            <a:srgbClr val="F26B43"/>
          </p15:clr>
        </p15:guide>
        <p15:guide id="69" orient="horz" pos="348" userDrawn="1">
          <p15:clr>
            <a:srgbClr val="F26B43"/>
          </p15:clr>
        </p15:guide>
        <p15:guide id="70" pos="344" userDrawn="1">
          <p15:clr>
            <a:srgbClr val="F26B43"/>
          </p15:clr>
        </p15:guide>
        <p15:guide id="71" orient="horz" pos="170" userDrawn="1">
          <p15:clr>
            <a:srgbClr val="F26B43"/>
          </p15:clr>
        </p15:guide>
        <p15:guide id="72" orient="horz" pos="439" userDrawn="1">
          <p15:clr>
            <a:srgbClr val="F26B43"/>
          </p15:clr>
        </p15:guide>
        <p15:guide id="73" orient="horz" pos="4146" userDrawn="1">
          <p15:clr>
            <a:srgbClr val="F26B43"/>
          </p15:clr>
        </p15:guide>
        <p15:guide id="74" orient="horz" pos="3885" userDrawn="1">
          <p15:clr>
            <a:srgbClr val="F26B43"/>
          </p15:clr>
        </p15:guide>
        <p15:guide id="75" orient="horz" pos="530" userDrawn="1">
          <p15:clr>
            <a:srgbClr val="F26B43"/>
          </p15:clr>
        </p15:guide>
        <p15:guide id="76" orient="horz" pos="622" userDrawn="1">
          <p15:clr>
            <a:srgbClr val="F26B43"/>
          </p15:clr>
        </p15:guide>
        <p15:guide id="77" orient="horz" pos="710" userDrawn="1">
          <p15:clr>
            <a:srgbClr val="F26B43"/>
          </p15:clr>
        </p15:guide>
        <p15:guide id="78" orient="horz" pos="802" userDrawn="1">
          <p15:clr>
            <a:srgbClr val="F26B43"/>
          </p15:clr>
        </p15:guide>
        <p15:guide id="79" orient="horz" pos="896" userDrawn="1">
          <p15:clr>
            <a:srgbClr val="F26B43"/>
          </p15:clr>
        </p15:guide>
        <p15:guide id="80" orient="horz" pos="987" userDrawn="1">
          <p15:clr>
            <a:srgbClr val="F26B43"/>
          </p15:clr>
        </p15:guide>
        <p15:guide id="81" orient="horz" pos="1071" userDrawn="1">
          <p15:clr>
            <a:srgbClr val="F26B43"/>
          </p15:clr>
        </p15:guide>
        <p15:guide id="82" orient="horz" pos="3792" userDrawn="1">
          <p15:clr>
            <a:srgbClr val="F26B43"/>
          </p15:clr>
        </p15:guide>
        <p15:guide id="83" orient="horz" pos="3696" userDrawn="1">
          <p15:clr>
            <a:srgbClr val="F26B43"/>
          </p15:clr>
        </p15:guide>
        <p15:guide id="84" orient="horz" pos="3611" userDrawn="1">
          <p15:clr>
            <a:srgbClr val="F26B43"/>
          </p15:clr>
        </p15:guide>
        <p15:guide id="85" orient="horz" pos="3519" userDrawn="1">
          <p15:clr>
            <a:srgbClr val="F26B43"/>
          </p15:clr>
        </p15:guide>
        <p15:guide id="86" orient="horz" pos="3428" userDrawn="1">
          <p15:clr>
            <a:srgbClr val="F26B43"/>
          </p15:clr>
        </p15:guide>
        <p15:guide id="87" orient="horz" pos="3334" userDrawn="1">
          <p15:clr>
            <a:srgbClr val="F26B43"/>
          </p15:clr>
        </p15:guide>
        <p15:guide id="88" orient="horz" pos="3245" userDrawn="1">
          <p15:clr>
            <a:srgbClr val="F26B43"/>
          </p15:clr>
        </p15:guide>
        <p15:guide id="89" orient="horz" pos="1165" userDrawn="1">
          <p15:clr>
            <a:srgbClr val="F26B43"/>
          </p15:clr>
        </p15:guide>
        <p15:guide id="90" orient="horz" pos="1259" userDrawn="1">
          <p15:clr>
            <a:srgbClr val="F26B43"/>
          </p15:clr>
        </p15:guide>
        <p15:guide id="91" orient="horz" pos="1352" userDrawn="1">
          <p15:clr>
            <a:srgbClr val="F26B43"/>
          </p15:clr>
        </p15:guide>
        <p15:guide id="92" orient="horz" pos="1436" userDrawn="1">
          <p15:clr>
            <a:srgbClr val="F26B43"/>
          </p15:clr>
        </p15:guide>
        <p15:guide id="93" orient="horz" pos="3152" userDrawn="1">
          <p15:clr>
            <a:srgbClr val="F26B43"/>
          </p15:clr>
        </p15:guide>
        <p15:guide id="94" orient="horz" pos="3058" userDrawn="1">
          <p15:clr>
            <a:srgbClr val="F26B43"/>
          </p15:clr>
        </p15:guide>
        <p15:guide id="95" orient="horz" pos="2964" userDrawn="1">
          <p15:clr>
            <a:srgbClr val="F26B43"/>
          </p15:clr>
        </p15:guide>
        <p15:guide id="96" orient="horz" pos="2877" userDrawn="1">
          <p15:clr>
            <a:srgbClr val="F26B43"/>
          </p15:clr>
        </p15:guide>
        <p15:guide id="97" orient="horz" pos="1528" userDrawn="1">
          <p15:clr>
            <a:srgbClr val="F26B43"/>
          </p15:clr>
        </p15:guide>
        <p15:guide id="98" orient="horz" pos="1619" userDrawn="1">
          <p15:clr>
            <a:srgbClr val="F26B43"/>
          </p15:clr>
        </p15:guide>
        <p15:guide id="99" orient="horz" pos="1710" userDrawn="1">
          <p15:clr>
            <a:srgbClr val="F26B43"/>
          </p15:clr>
        </p15:guide>
        <p15:guide id="100" orient="horz" pos="1794" userDrawn="1">
          <p15:clr>
            <a:srgbClr val="F26B43"/>
          </p15:clr>
        </p15:guide>
        <p15:guide id="101" orient="horz" pos="2784" userDrawn="1">
          <p15:clr>
            <a:srgbClr val="F26B43"/>
          </p15:clr>
        </p15:guide>
        <p15:guide id="102" orient="horz" pos="2692" userDrawn="1">
          <p15:clr>
            <a:srgbClr val="F26B43"/>
          </p15:clr>
        </p15:guide>
        <p15:guide id="103" orient="horz" pos="2598" userDrawn="1">
          <p15:clr>
            <a:srgbClr val="F26B43"/>
          </p15:clr>
        </p15:guide>
        <p15:guide id="104" orient="horz" pos="2510" userDrawn="1">
          <p15:clr>
            <a:srgbClr val="F26B43"/>
          </p15:clr>
        </p15:guide>
        <p15:guide id="105" orient="horz" pos="1896" userDrawn="1">
          <p15:clr>
            <a:srgbClr val="F26B43"/>
          </p15:clr>
        </p15:guide>
        <p15:guide id="106" orient="horz" pos="1982" userDrawn="1">
          <p15:clr>
            <a:srgbClr val="F26B43"/>
          </p15:clr>
        </p15:guide>
        <p15:guide id="107" orient="horz" pos="2076" userDrawn="1">
          <p15:clr>
            <a:srgbClr val="F26B43"/>
          </p15:clr>
        </p15:guide>
        <p15:guide id="108" orient="horz" pos="2162" userDrawn="1">
          <p15:clr>
            <a:srgbClr val="F26B43"/>
          </p15:clr>
        </p15:guide>
        <p15:guide id="109" orient="horz" pos="2418" userDrawn="1">
          <p15:clr>
            <a:srgbClr val="F26B43"/>
          </p15:clr>
        </p15:guide>
        <p15:guide id="110" orient="horz" pos="2324" userDrawn="1">
          <p15:clr>
            <a:srgbClr val="F26B43"/>
          </p15:clr>
        </p15:guide>
        <p15:guide id="111" orient="horz" pos="2238" userDrawn="1">
          <p15:clr>
            <a:srgbClr val="F26B43"/>
          </p15:clr>
        </p15:guide>
        <p15:guide id="112" pos="1104" userDrawn="1">
          <p15:clr>
            <a:srgbClr val="F26B43"/>
          </p15:clr>
        </p15:guide>
        <p15:guide id="113" pos="6570" userDrawn="1">
          <p15:clr>
            <a:srgbClr val="F26B43"/>
          </p15:clr>
        </p15:guide>
        <p15:guide id="115" pos="1234" userDrawn="1">
          <p15:clr>
            <a:srgbClr val="F26B43"/>
          </p15:clr>
        </p15:guide>
        <p15:guide id="116" pos="1994" userDrawn="1">
          <p15:clr>
            <a:srgbClr val="F26B43"/>
          </p15:clr>
        </p15:guide>
        <p15:guide id="117" pos="2121" userDrawn="1">
          <p15:clr>
            <a:srgbClr val="F26B43"/>
          </p15:clr>
        </p15:guide>
        <p15:guide id="118" pos="5679" userDrawn="1">
          <p15:clr>
            <a:srgbClr val="F26B43"/>
          </p15:clr>
        </p15:guide>
        <p15:guide id="119" pos="5552" userDrawn="1">
          <p15:clr>
            <a:srgbClr val="F26B43"/>
          </p15:clr>
        </p15:guide>
        <p15:guide id="120" pos="4788" userDrawn="1">
          <p15:clr>
            <a:srgbClr val="F26B43"/>
          </p15:clr>
        </p15:guide>
        <p15:guide id="121" pos="4660" userDrawn="1">
          <p15:clr>
            <a:srgbClr val="F26B43"/>
          </p15:clr>
        </p15:guide>
        <p15:guide id="122" pos="2882" userDrawn="1">
          <p15:clr>
            <a:srgbClr val="F26B43"/>
          </p15:clr>
        </p15:guide>
        <p15:guide id="123" pos="3012" userDrawn="1">
          <p15:clr>
            <a:srgbClr val="F26B43"/>
          </p15:clr>
        </p15:guide>
        <p15:guide id="124" pos="3774" userDrawn="1">
          <p15:clr>
            <a:srgbClr val="F26B43"/>
          </p15:clr>
        </p15:guide>
        <p15:guide id="125" pos="3902" userDrawn="1">
          <p15:clr>
            <a:srgbClr val="F26B43"/>
          </p15:clr>
        </p15:guide>
        <p15:guide id="126" pos="644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390E15-2431-A873-A654-7B321106DAE2}"/>
              </a:ext>
            </a:extLst>
          </p:cNvPr>
          <p:cNvSpPr>
            <a:spLocks noGrp="1"/>
          </p:cNvSpPr>
          <p:nvPr>
            <p:ph type="title"/>
          </p:nvPr>
        </p:nvSpPr>
        <p:spPr>
          <a:xfrm>
            <a:off x="546100" y="548640"/>
            <a:ext cx="11091862" cy="438785"/>
          </a:xfrm>
          <a:prstGeom prst="rect">
            <a:avLst/>
          </a:prstGeom>
        </p:spPr>
        <p:txBody>
          <a:bodyPr vert="horz" lIns="0" tIns="0" rIns="0" bIns="0" rtlCol="0" anchor="t">
            <a:noAutofit/>
          </a:bodyPr>
          <a:lstStyle/>
          <a:p>
            <a:r>
              <a:rPr lang="en-US"/>
              <a:t>Click to edit Master title style</a:t>
            </a:r>
          </a:p>
        </p:txBody>
      </p:sp>
      <p:sp>
        <p:nvSpPr>
          <p:cNvPr id="3" name="Text Placeholder 2">
            <a:extLst>
              <a:ext uri="{FF2B5EF4-FFF2-40B4-BE49-F238E27FC236}">
                <a16:creationId xmlns:a16="http://schemas.microsoft.com/office/drawing/2014/main" id="{9A89620C-A07A-2A72-857A-735B5C91AA54}"/>
              </a:ext>
            </a:extLst>
          </p:cNvPr>
          <p:cNvSpPr>
            <a:spLocks noGrp="1"/>
          </p:cNvSpPr>
          <p:nvPr>
            <p:ph type="body" idx="1"/>
          </p:nvPr>
        </p:nvSpPr>
        <p:spPr>
          <a:xfrm>
            <a:off x="546100" y="2146300"/>
            <a:ext cx="11091862" cy="3721101"/>
          </a:xfrm>
          <a:prstGeom prst="rect">
            <a:avLst/>
          </a:prstGeom>
        </p:spPr>
        <p:txBody>
          <a:bodyPr vert="horz" lIns="0" tIns="0" rIns="0" bIns="0" rtlCol="0">
            <a:normAutofit/>
          </a:bodyPr>
          <a:lstStyle/>
          <a:p>
            <a:pPr lvl="0"/>
            <a:r>
              <a:rPr lang="en-US"/>
              <a:t>Click to edit Master text styles, 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ooter Placeholder 4">
            <a:extLst>
              <a:ext uri="{FF2B5EF4-FFF2-40B4-BE49-F238E27FC236}">
                <a16:creationId xmlns:a16="http://schemas.microsoft.com/office/drawing/2014/main" id="{9286892E-5C75-BB2B-DC86-3D98574CDC6C}"/>
              </a:ext>
            </a:extLst>
          </p:cNvPr>
          <p:cNvSpPr>
            <a:spLocks noGrp="1"/>
          </p:cNvSpPr>
          <p:nvPr>
            <p:ph type="ftr" sz="quarter" idx="3"/>
          </p:nvPr>
        </p:nvSpPr>
        <p:spPr>
          <a:xfrm>
            <a:off x="4781550" y="6311900"/>
            <a:ext cx="5448300" cy="269875"/>
          </a:xfrm>
          <a:prstGeom prst="rect">
            <a:avLst/>
          </a:prstGeom>
        </p:spPr>
        <p:txBody>
          <a:bodyPr vert="horz" lIns="0" tIns="0" rIns="0" bIns="0" rtlCol="0" anchor="b" anchorCtr="0"/>
          <a:lstStyle>
            <a:lvl1pPr algn="r">
              <a:defRPr sz="1000" b="0" i="0">
                <a:solidFill>
                  <a:schemeClr val="tx1"/>
                </a:solidFill>
                <a:latin typeface="Arial" panose="020B0604020202020204" pitchFamily="34" charset="0"/>
                <a:ea typeface="GT America Regular" pitchFamily="2" charset="77"/>
                <a:cs typeface="GT America Regular" pitchFamily="2" charset="77"/>
              </a:defRPr>
            </a:lvl1pPr>
            <a:lvl2pPr>
              <a:defRPr sz="1000"/>
            </a:lvl2pPr>
            <a:lvl3pPr>
              <a:defRPr sz="1000"/>
            </a:lvl3pPr>
            <a:lvl4pPr marL="0" indent="0">
              <a:defRPr sz="1000"/>
            </a:lvl4pPr>
            <a:lvl5pPr marL="0" indent="0">
              <a:defRPr sz="1000"/>
            </a:lvl5pPr>
            <a:lvl6pPr marL="0" indent="0">
              <a:defRPr sz="1000"/>
            </a:lvl6pPr>
            <a:lvl7pPr marL="0" indent="0">
              <a:defRPr sz="1000"/>
            </a:lvl7pPr>
            <a:lvl8pPr marL="0" indent="0">
              <a:defRPr sz="1000"/>
            </a:lvl8pPr>
            <a:lvl9pPr marL="0" indent="0">
              <a:defRPr sz="1000"/>
            </a:lvl9pPr>
          </a:lstStyle>
          <a:p>
            <a:r>
              <a:rPr lang="en-US"/>
              <a:t>See slide 12 for instructions on how to update footer</a:t>
            </a:r>
            <a:endParaRPr lang="en-US">
              <a:latin typeface="Arial" panose="020B0604020202020204" pitchFamily="34" charset="0"/>
            </a:endParaRPr>
          </a:p>
        </p:txBody>
      </p:sp>
      <p:sp>
        <p:nvSpPr>
          <p:cNvPr id="6" name="Slide Number Placeholder 5">
            <a:extLst>
              <a:ext uri="{FF2B5EF4-FFF2-40B4-BE49-F238E27FC236}">
                <a16:creationId xmlns:a16="http://schemas.microsoft.com/office/drawing/2014/main" id="{9396C1FA-EF28-95E6-0423-F59B26A6F1F8}"/>
              </a:ext>
            </a:extLst>
          </p:cNvPr>
          <p:cNvSpPr>
            <a:spLocks noGrp="1"/>
          </p:cNvSpPr>
          <p:nvPr>
            <p:ph type="sldNum" sz="quarter" idx="4"/>
          </p:nvPr>
        </p:nvSpPr>
        <p:spPr>
          <a:xfrm>
            <a:off x="10428288" y="6311900"/>
            <a:ext cx="1209674" cy="269875"/>
          </a:xfrm>
          <a:prstGeom prst="rect">
            <a:avLst/>
          </a:prstGeom>
        </p:spPr>
        <p:txBody>
          <a:bodyPr vert="horz" lIns="0" tIns="0" rIns="0" bIns="0" rtlCol="0" anchor="b" anchorCtr="0"/>
          <a:lstStyle>
            <a:lvl1pPr algn="r">
              <a:defRPr sz="1000" b="0" i="0">
                <a:solidFill>
                  <a:schemeClr val="tx1"/>
                </a:solidFill>
                <a:latin typeface="Arial" panose="020B0604020202020204" pitchFamily="34" charset="0"/>
                <a:ea typeface="GT America Regular" pitchFamily="2" charset="77"/>
                <a:cs typeface="GT America Regular" pitchFamily="2" charset="77"/>
              </a:defRPr>
            </a:lvl1pPr>
            <a:lvl2pPr marL="0" indent="0" algn="r">
              <a:defRPr sz="1000"/>
            </a:lvl2pPr>
            <a:lvl3pPr marL="0" indent="0">
              <a:defRPr sz="1000"/>
            </a:lvl3pPr>
            <a:lvl4pPr marL="0">
              <a:defRPr sz="1000"/>
            </a:lvl4pPr>
            <a:lvl5pPr marL="0">
              <a:defRPr sz="1000"/>
            </a:lvl5pPr>
            <a:lvl6pPr marL="0">
              <a:defRPr sz="1000"/>
            </a:lvl6pPr>
            <a:lvl7pPr marL="0">
              <a:defRPr sz="1000"/>
            </a:lvl7pPr>
            <a:lvl8pPr marL="0">
              <a:defRPr sz="1000"/>
            </a:lvl8pPr>
            <a:lvl9pPr marL="0">
              <a:defRPr sz="1000"/>
            </a:lvl9pPr>
          </a:lstStyle>
          <a:p>
            <a:fld id="{862A5111-985B-C14D-9115-5787026182A8}" type="slidenum">
              <a:rPr lang="en-US" smtClean="0"/>
              <a:pPr/>
              <a:t>‹#›</a:t>
            </a:fld>
            <a:endParaRPr lang="en-US">
              <a:latin typeface="Arial" panose="020B0604020202020204" pitchFamily="34" charset="0"/>
            </a:endParaRPr>
          </a:p>
        </p:txBody>
      </p:sp>
      <p:sp>
        <p:nvSpPr>
          <p:cNvPr id="4" name="Date Placeholder 3">
            <a:extLst>
              <a:ext uri="{FF2B5EF4-FFF2-40B4-BE49-F238E27FC236}">
                <a16:creationId xmlns:a16="http://schemas.microsoft.com/office/drawing/2014/main" id="{B74C9D9E-F1D3-BF13-32B3-2BDFE3E4F7BC}"/>
              </a:ext>
            </a:extLst>
          </p:cNvPr>
          <p:cNvSpPr>
            <a:spLocks noGrp="1"/>
          </p:cNvSpPr>
          <p:nvPr>
            <p:ph type="dt" sz="half" idx="2"/>
          </p:nvPr>
        </p:nvSpPr>
        <p:spPr>
          <a:xfrm>
            <a:off x="546100" y="6332764"/>
            <a:ext cx="2619375" cy="249011"/>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Tree>
    <p:extLst>
      <p:ext uri="{BB962C8B-B14F-4D97-AF65-F5344CB8AC3E}">
        <p14:creationId xmlns:p14="http://schemas.microsoft.com/office/powerpoint/2010/main" val="2049374388"/>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86" r:id="rId12"/>
    <p:sldLayoutId id="2147483787" r:id="rId13"/>
    <p:sldLayoutId id="2147483788" r:id="rId14"/>
    <p:sldLayoutId id="2147483789" r:id="rId15"/>
    <p:sldLayoutId id="2147483790" r:id="rId16"/>
    <p:sldLayoutId id="2147483791" r:id="rId17"/>
    <p:sldLayoutId id="2147483792" r:id="rId18"/>
    <p:sldLayoutId id="2147483793" r:id="rId19"/>
    <p:sldLayoutId id="2147483794" r:id="rId20"/>
    <p:sldLayoutId id="2147483795" r:id="rId21"/>
    <p:sldLayoutId id="2147483796" r:id="rId22"/>
    <p:sldLayoutId id="2147483797" r:id="rId23"/>
    <p:sldLayoutId id="2147483798" r:id="rId24"/>
    <p:sldLayoutId id="2147483799" r:id="rId25"/>
    <p:sldLayoutId id="2147483800" r:id="rId26"/>
    <p:sldLayoutId id="2147483801" r:id="rId27"/>
    <p:sldLayoutId id="2147483802" r:id="rId28"/>
    <p:sldLayoutId id="2147483803" r:id="rId29"/>
    <p:sldLayoutId id="2147483804" r:id="rId30"/>
    <p:sldLayoutId id="2147483805" r:id="rId31"/>
    <p:sldLayoutId id="2147483806" r:id="rId32"/>
    <p:sldLayoutId id="2147483807" r:id="rId33"/>
    <p:sldLayoutId id="2147483808" r:id="rId34"/>
    <p:sldLayoutId id="2147483809" r:id="rId35"/>
    <p:sldLayoutId id="2147483810" r:id="rId36"/>
    <p:sldLayoutId id="2147483811" r:id="rId37"/>
    <p:sldLayoutId id="2147483812" r:id="rId38"/>
    <p:sldLayoutId id="2147483813" r:id="rId39"/>
    <p:sldLayoutId id="2147483814" r:id="rId40"/>
    <p:sldLayoutId id="2147483815" r:id="rId41"/>
    <p:sldLayoutId id="2147483816" r:id="rId42"/>
    <p:sldLayoutId id="2147483817" r:id="rId43"/>
    <p:sldLayoutId id="2147483818" r:id="rId44"/>
    <p:sldLayoutId id="2147483819" r:id="rId45"/>
    <p:sldLayoutId id="2147483820" r:id="rId46"/>
    <p:sldLayoutId id="2147483821" r:id="rId47"/>
    <p:sldLayoutId id="2147483822" r:id="rId48"/>
    <p:sldLayoutId id="2147483823" r:id="rId49"/>
    <p:sldLayoutId id="2147483824" r:id="rId50"/>
    <p:sldLayoutId id="2147483825" r:id="rId51"/>
    <p:sldLayoutId id="2147483826" r:id="rId52"/>
    <p:sldLayoutId id="2147483827" r:id="rId53"/>
    <p:sldLayoutId id="2147483828" r:id="rId54"/>
    <p:sldLayoutId id="2147483829" r:id="rId55"/>
    <p:sldLayoutId id="2147483830" r:id="rId56"/>
    <p:sldLayoutId id="2147483831" r:id="rId57"/>
    <p:sldLayoutId id="2147483832" r:id="rId58"/>
    <p:sldLayoutId id="2147483833" r:id="rId59"/>
    <p:sldLayoutId id="2147483834" r:id="rId60"/>
    <p:sldLayoutId id="2147483835" r:id="rId61"/>
    <p:sldLayoutId id="2147483836" r:id="rId62"/>
    <p:sldLayoutId id="2147483837" r:id="rId63"/>
    <p:sldLayoutId id="2147483838" r:id="rId64"/>
    <p:sldLayoutId id="2147483839" r:id="rId65"/>
    <p:sldLayoutId id="2147483840" r:id="rId66"/>
    <p:sldLayoutId id="2147483841" r:id="rId67"/>
    <p:sldLayoutId id="2147483842" r:id="rId68"/>
    <p:sldLayoutId id="2147483843" r:id="rId69"/>
    <p:sldLayoutId id="2147483844" r:id="rId70"/>
    <p:sldLayoutId id="2147483845" r:id="rId71"/>
    <p:sldLayoutId id="2147483846" r:id="rId72"/>
    <p:sldLayoutId id="2147483847" r:id="rId73"/>
    <p:sldLayoutId id="2147483848" r:id="rId74"/>
    <p:sldLayoutId id="2147483849" r:id="rId75"/>
    <p:sldLayoutId id="2147483850" r:id="rId76"/>
    <p:sldLayoutId id="2147483851" r:id="rId77"/>
    <p:sldLayoutId id="2147483852" r:id="rId78"/>
    <p:sldLayoutId id="2147483853" r:id="rId79"/>
    <p:sldLayoutId id="2147483854" r:id="rId80"/>
    <p:sldLayoutId id="2147483855" r:id="rId81"/>
    <p:sldLayoutId id="2147483856" r:id="rId82"/>
    <p:sldLayoutId id="2147483857" r:id="rId83"/>
    <p:sldLayoutId id="2147483858" r:id="rId84"/>
    <p:sldLayoutId id="2147483859" r:id="rId85"/>
    <p:sldLayoutId id="2147483860" r:id="rId86"/>
    <p:sldLayoutId id="2147483861" r:id="rId87"/>
    <p:sldLayoutId id="2147483862" r:id="rId88"/>
    <p:sldLayoutId id="2147483863" r:id="rId89"/>
  </p:sldLayoutIdLst>
  <p:hf hdr="0" dt="0"/>
  <p:txStyles>
    <p:titleStyle>
      <a:lvl1pPr algn="l" defTabSz="914400" rtl="0" eaLnBrk="1" latinLnBrk="0" hangingPunct="1">
        <a:lnSpc>
          <a:spcPts val="3600"/>
        </a:lnSpc>
        <a:spcBef>
          <a:spcPct val="0"/>
        </a:spcBef>
        <a:buNone/>
        <a:defRPr sz="3600" b="1" i="0" kern="1200">
          <a:solidFill>
            <a:schemeClr val="tx2"/>
          </a:solidFill>
          <a:latin typeface="Times New Roman" panose="02020603050405020304" pitchFamily="18" charset="0"/>
          <a:ea typeface="+mj-ea"/>
          <a:cs typeface="+mj-cs"/>
        </a:defRPr>
      </a:lvl1pPr>
    </p:titleStyle>
    <p:body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Arial" panose="020B0604020202020204" pitchFamily="34" charset="0"/>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Arial" panose="020B0604020202020204" pitchFamily="34" charset="0"/>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Arial" panose="020B0604020202020204" pitchFamily="34" charset="0"/>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Arial" panose="020B0604020202020204" pitchFamily="34" charset="0"/>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Arial" panose="020B0604020202020204" pitchFamily="34" charset="0"/>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Arial" panose="020B0604020202020204" pitchFamily="34" charset="0"/>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Arial" panose="020B0604020202020204" pitchFamily="34" charset="0"/>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Arial" panose="020B0604020202020204" pitchFamily="34" charset="0"/>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Arial" panose="020B0604020202020204" pitchFamily="34" charset="0"/>
          <a:ea typeface="GT America Regular" pitchFamily="2" charset="77"/>
          <a:cs typeface="GT America Regular" pitchFamily="2" charset="77"/>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67" orient="horz" pos="3976">
          <p15:clr>
            <a:srgbClr val="F26B43"/>
          </p15:clr>
        </p15:guide>
        <p15:guide id="68" pos="7331">
          <p15:clr>
            <a:srgbClr val="F26B43"/>
          </p15:clr>
        </p15:guide>
        <p15:guide id="69" orient="horz" pos="348">
          <p15:clr>
            <a:srgbClr val="F26B43"/>
          </p15:clr>
        </p15:guide>
        <p15:guide id="70" pos="344">
          <p15:clr>
            <a:srgbClr val="F26B43"/>
          </p15:clr>
        </p15:guide>
        <p15:guide id="71" orient="horz" pos="170">
          <p15:clr>
            <a:srgbClr val="F26B43"/>
          </p15:clr>
        </p15:guide>
        <p15:guide id="72" orient="horz" pos="439">
          <p15:clr>
            <a:srgbClr val="F26B43"/>
          </p15:clr>
        </p15:guide>
        <p15:guide id="73" orient="horz" pos="4146">
          <p15:clr>
            <a:srgbClr val="F26B43"/>
          </p15:clr>
        </p15:guide>
        <p15:guide id="74" orient="horz" pos="3885">
          <p15:clr>
            <a:srgbClr val="F26B43"/>
          </p15:clr>
        </p15:guide>
        <p15:guide id="75" orient="horz" pos="530">
          <p15:clr>
            <a:srgbClr val="F26B43"/>
          </p15:clr>
        </p15:guide>
        <p15:guide id="76" orient="horz" pos="622">
          <p15:clr>
            <a:srgbClr val="F26B43"/>
          </p15:clr>
        </p15:guide>
        <p15:guide id="77" orient="horz" pos="710">
          <p15:clr>
            <a:srgbClr val="F26B43"/>
          </p15:clr>
        </p15:guide>
        <p15:guide id="78" orient="horz" pos="802">
          <p15:clr>
            <a:srgbClr val="F26B43"/>
          </p15:clr>
        </p15:guide>
        <p15:guide id="79" orient="horz" pos="896">
          <p15:clr>
            <a:srgbClr val="F26B43"/>
          </p15:clr>
        </p15:guide>
        <p15:guide id="80" orient="horz" pos="987">
          <p15:clr>
            <a:srgbClr val="F26B43"/>
          </p15:clr>
        </p15:guide>
        <p15:guide id="81" orient="horz" pos="1071">
          <p15:clr>
            <a:srgbClr val="F26B43"/>
          </p15:clr>
        </p15:guide>
        <p15:guide id="82" orient="horz" pos="3792">
          <p15:clr>
            <a:srgbClr val="F26B43"/>
          </p15:clr>
        </p15:guide>
        <p15:guide id="83" orient="horz" pos="3696">
          <p15:clr>
            <a:srgbClr val="F26B43"/>
          </p15:clr>
        </p15:guide>
        <p15:guide id="84" orient="horz" pos="3611">
          <p15:clr>
            <a:srgbClr val="F26B43"/>
          </p15:clr>
        </p15:guide>
        <p15:guide id="85" orient="horz" pos="3519">
          <p15:clr>
            <a:srgbClr val="F26B43"/>
          </p15:clr>
        </p15:guide>
        <p15:guide id="86" orient="horz" pos="3428">
          <p15:clr>
            <a:srgbClr val="F26B43"/>
          </p15:clr>
        </p15:guide>
        <p15:guide id="87" orient="horz" pos="3334">
          <p15:clr>
            <a:srgbClr val="F26B43"/>
          </p15:clr>
        </p15:guide>
        <p15:guide id="88" orient="horz" pos="3245">
          <p15:clr>
            <a:srgbClr val="F26B43"/>
          </p15:clr>
        </p15:guide>
        <p15:guide id="89" orient="horz" pos="1165">
          <p15:clr>
            <a:srgbClr val="F26B43"/>
          </p15:clr>
        </p15:guide>
        <p15:guide id="90" orient="horz" pos="1259">
          <p15:clr>
            <a:srgbClr val="F26B43"/>
          </p15:clr>
        </p15:guide>
        <p15:guide id="91" orient="horz" pos="1352">
          <p15:clr>
            <a:srgbClr val="F26B43"/>
          </p15:clr>
        </p15:guide>
        <p15:guide id="92" orient="horz" pos="1436">
          <p15:clr>
            <a:srgbClr val="F26B43"/>
          </p15:clr>
        </p15:guide>
        <p15:guide id="93" orient="horz" pos="3152">
          <p15:clr>
            <a:srgbClr val="F26B43"/>
          </p15:clr>
        </p15:guide>
        <p15:guide id="94" orient="horz" pos="3058">
          <p15:clr>
            <a:srgbClr val="F26B43"/>
          </p15:clr>
        </p15:guide>
        <p15:guide id="95" orient="horz" pos="2964">
          <p15:clr>
            <a:srgbClr val="F26B43"/>
          </p15:clr>
        </p15:guide>
        <p15:guide id="96" orient="horz" pos="2877">
          <p15:clr>
            <a:srgbClr val="F26B43"/>
          </p15:clr>
        </p15:guide>
        <p15:guide id="97" orient="horz" pos="1528">
          <p15:clr>
            <a:srgbClr val="F26B43"/>
          </p15:clr>
        </p15:guide>
        <p15:guide id="98" orient="horz" pos="1619">
          <p15:clr>
            <a:srgbClr val="F26B43"/>
          </p15:clr>
        </p15:guide>
        <p15:guide id="99" orient="horz" pos="1710">
          <p15:clr>
            <a:srgbClr val="F26B43"/>
          </p15:clr>
        </p15:guide>
        <p15:guide id="100" orient="horz" pos="1794">
          <p15:clr>
            <a:srgbClr val="F26B43"/>
          </p15:clr>
        </p15:guide>
        <p15:guide id="101" orient="horz" pos="2784">
          <p15:clr>
            <a:srgbClr val="F26B43"/>
          </p15:clr>
        </p15:guide>
        <p15:guide id="102" orient="horz" pos="2692">
          <p15:clr>
            <a:srgbClr val="F26B43"/>
          </p15:clr>
        </p15:guide>
        <p15:guide id="103" orient="horz" pos="2598">
          <p15:clr>
            <a:srgbClr val="F26B43"/>
          </p15:clr>
        </p15:guide>
        <p15:guide id="104" orient="horz" pos="2510">
          <p15:clr>
            <a:srgbClr val="F26B43"/>
          </p15:clr>
        </p15:guide>
        <p15:guide id="105" orient="horz" pos="1896">
          <p15:clr>
            <a:srgbClr val="F26B43"/>
          </p15:clr>
        </p15:guide>
        <p15:guide id="106" orient="horz" pos="1982">
          <p15:clr>
            <a:srgbClr val="F26B43"/>
          </p15:clr>
        </p15:guide>
        <p15:guide id="107" orient="horz" pos="2076">
          <p15:clr>
            <a:srgbClr val="F26B43"/>
          </p15:clr>
        </p15:guide>
        <p15:guide id="108" orient="horz" pos="2162">
          <p15:clr>
            <a:srgbClr val="F26B43"/>
          </p15:clr>
        </p15:guide>
        <p15:guide id="109" orient="horz" pos="2418">
          <p15:clr>
            <a:srgbClr val="F26B43"/>
          </p15:clr>
        </p15:guide>
        <p15:guide id="110" orient="horz" pos="2324">
          <p15:clr>
            <a:srgbClr val="F26B43"/>
          </p15:clr>
        </p15:guide>
        <p15:guide id="111" orient="horz" pos="2238">
          <p15:clr>
            <a:srgbClr val="F26B43"/>
          </p15:clr>
        </p15:guide>
        <p15:guide id="112" pos="1104">
          <p15:clr>
            <a:srgbClr val="F26B43"/>
          </p15:clr>
        </p15:guide>
        <p15:guide id="113" pos="6570">
          <p15:clr>
            <a:srgbClr val="F26B43"/>
          </p15:clr>
        </p15:guide>
        <p15:guide id="115" pos="1234">
          <p15:clr>
            <a:srgbClr val="F26B43"/>
          </p15:clr>
        </p15:guide>
        <p15:guide id="116" pos="1994">
          <p15:clr>
            <a:srgbClr val="F26B43"/>
          </p15:clr>
        </p15:guide>
        <p15:guide id="117" pos="2121">
          <p15:clr>
            <a:srgbClr val="F26B43"/>
          </p15:clr>
        </p15:guide>
        <p15:guide id="118" pos="5679">
          <p15:clr>
            <a:srgbClr val="F26B43"/>
          </p15:clr>
        </p15:guide>
        <p15:guide id="119" pos="5552">
          <p15:clr>
            <a:srgbClr val="F26B43"/>
          </p15:clr>
        </p15:guide>
        <p15:guide id="120" pos="4788">
          <p15:clr>
            <a:srgbClr val="F26B43"/>
          </p15:clr>
        </p15:guide>
        <p15:guide id="121" pos="4660">
          <p15:clr>
            <a:srgbClr val="F26B43"/>
          </p15:clr>
        </p15:guide>
        <p15:guide id="122" pos="2882">
          <p15:clr>
            <a:srgbClr val="F26B43"/>
          </p15:clr>
        </p15:guide>
        <p15:guide id="123" pos="3012">
          <p15:clr>
            <a:srgbClr val="F26B43"/>
          </p15:clr>
        </p15:guide>
        <p15:guide id="124" pos="3774">
          <p15:clr>
            <a:srgbClr val="F26B43"/>
          </p15:clr>
        </p15:guide>
        <p15:guide id="125" pos="3902">
          <p15:clr>
            <a:srgbClr val="F26B43"/>
          </p15:clr>
        </p15:guide>
        <p15:guide id="126" pos="644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1.xml"/><Relationship Id="rId1" Type="http://schemas.openxmlformats.org/officeDocument/2006/relationships/slideLayout" Target="../slideLayouts/slideLayout50.xml"/><Relationship Id="rId4" Type="http://schemas.openxmlformats.org/officeDocument/2006/relationships/image" Target="../media/image15.svg"/></Relationships>
</file>

<file path=ppt/slides/_rels/slide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6.png"/><Relationship Id="rId1" Type="http://schemas.openxmlformats.org/officeDocument/2006/relationships/slideLayout" Target="../slideLayouts/slideLayout130.xml"/><Relationship Id="rId5" Type="http://schemas.openxmlformats.org/officeDocument/2006/relationships/image" Target="../media/image18.png"/><Relationship Id="rId4" Type="http://schemas.openxmlformats.org/officeDocument/2006/relationships/image" Target="../media/image17.png"/></Relationships>
</file>

<file path=ppt/slides/_rels/slide3.xml.rels><?xml version="1.0" encoding="UTF-8" standalone="yes"?>
<Relationships xmlns="http://schemas.openxmlformats.org/package/2006/relationships"><Relationship Id="rId8" Type="http://schemas.openxmlformats.org/officeDocument/2006/relationships/image" Target="../media/image24.svg"/><Relationship Id="rId13" Type="http://schemas.openxmlformats.org/officeDocument/2006/relationships/image" Target="../media/image29.svg"/><Relationship Id="rId3" Type="http://schemas.openxmlformats.org/officeDocument/2006/relationships/image" Target="../media/image19.svg"/><Relationship Id="rId7" Type="http://schemas.openxmlformats.org/officeDocument/2006/relationships/image" Target="../media/image23.svg"/><Relationship Id="rId12" Type="http://schemas.openxmlformats.org/officeDocument/2006/relationships/image" Target="../media/image28.svg"/><Relationship Id="rId2" Type="http://schemas.openxmlformats.org/officeDocument/2006/relationships/notesSlide" Target="../notesSlides/notesSlide2.xml"/><Relationship Id="rId16" Type="http://schemas.openxmlformats.org/officeDocument/2006/relationships/image" Target="../media/image32.png"/><Relationship Id="rId1" Type="http://schemas.openxmlformats.org/officeDocument/2006/relationships/slideLayout" Target="../slideLayouts/slideLayout50.xml"/><Relationship Id="rId6" Type="http://schemas.openxmlformats.org/officeDocument/2006/relationships/image" Target="../media/image22.svg"/><Relationship Id="rId11" Type="http://schemas.openxmlformats.org/officeDocument/2006/relationships/image" Target="../media/image27.svg"/><Relationship Id="rId5" Type="http://schemas.openxmlformats.org/officeDocument/2006/relationships/image" Target="../media/image21.emf"/><Relationship Id="rId15" Type="http://schemas.openxmlformats.org/officeDocument/2006/relationships/image" Target="../media/image31.png"/><Relationship Id="rId10" Type="http://schemas.openxmlformats.org/officeDocument/2006/relationships/image" Target="../media/image26.svg"/><Relationship Id="rId4" Type="http://schemas.openxmlformats.org/officeDocument/2006/relationships/image" Target="../media/image20.svg"/><Relationship Id="rId9" Type="http://schemas.openxmlformats.org/officeDocument/2006/relationships/image" Target="../media/image25.svg"/><Relationship Id="rId14" Type="http://schemas.openxmlformats.org/officeDocument/2006/relationships/image" Target="../media/image30.png"/></Relationships>
</file>

<file path=ppt/slides/_rels/slide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65.xml"/><Relationship Id="rId4" Type="http://schemas.openxmlformats.org/officeDocument/2006/relationships/image" Target="../media/image35.svg"/></Relationships>
</file>

<file path=ppt/slides/_rels/slide5.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Layout" Target="../slideLayouts/slideLayout45.xml"/><Relationship Id="rId4" Type="http://schemas.openxmlformats.org/officeDocument/2006/relationships/image" Target="../media/image38.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66.xml"/><Relationship Id="rId5" Type="http://schemas.openxmlformats.org/officeDocument/2006/relationships/image" Target="../media/image42.png"/><Relationship Id="rId4" Type="http://schemas.openxmlformats.org/officeDocument/2006/relationships/image" Target="../media/image4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8962C-3795-DAA4-76EC-8F9ACC806F44}"/>
            </a:ext>
          </a:extLst>
        </p:cNvPr>
        <p:cNvGrpSpPr/>
        <p:nvPr/>
      </p:nvGrpSpPr>
      <p:grpSpPr>
        <a:xfrm>
          <a:off x="0" y="0"/>
          <a:ext cx="0" cy="0"/>
          <a:chOff x="0" y="0"/>
          <a:chExt cx="0" cy="0"/>
        </a:xfrm>
      </p:grpSpPr>
      <p:sp>
        <p:nvSpPr>
          <p:cNvPr id="3" name="Text Placeholder 4">
            <a:extLst>
              <a:ext uri="{FF2B5EF4-FFF2-40B4-BE49-F238E27FC236}">
                <a16:creationId xmlns:a16="http://schemas.microsoft.com/office/drawing/2014/main" id="{DB86F3CD-E9EE-4EC7-877F-EE8021BA761F}"/>
              </a:ext>
            </a:extLst>
          </p:cNvPr>
          <p:cNvSpPr txBox="1">
            <a:spLocks/>
          </p:cNvSpPr>
          <p:nvPr/>
        </p:nvSpPr>
        <p:spPr>
          <a:xfrm>
            <a:off x="546099" y="2169667"/>
            <a:ext cx="2672589" cy="1305053"/>
          </a:xfrm>
          <a:prstGeom prst="rect">
            <a:avLst/>
          </a:prstGeom>
        </p:spPr>
        <p:txBody>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r>
              <a:rPr lang="en-US">
                <a:latin typeface="Arial" panose="020B0604020202020204" pitchFamily="34" charset="0"/>
              </a:rPr>
              <a:t>Moody’s Agentic Solutions leverage advanced AI, our expansive proprietary data,</a:t>
            </a:r>
            <a:br>
              <a:rPr lang="en-US">
                <a:latin typeface="Arial" panose="020B0604020202020204" pitchFamily="34" charset="0"/>
              </a:rPr>
            </a:br>
            <a:r>
              <a:rPr lang="en-US">
                <a:latin typeface="Arial" panose="020B0604020202020204" pitchFamily="34" charset="0"/>
              </a:rPr>
              <a:t>and deep industry experience to optimize and automate</a:t>
            </a:r>
            <a:br>
              <a:rPr lang="en-US">
                <a:latin typeface="Arial" panose="020B0604020202020204" pitchFamily="34" charset="0"/>
              </a:rPr>
            </a:br>
            <a:r>
              <a:rPr lang="en-US">
                <a:latin typeface="Arial" panose="020B0604020202020204" pitchFamily="34" charset="0"/>
              </a:rPr>
              <a:t>high-value processes</a:t>
            </a:r>
          </a:p>
          <a:p>
            <a:endParaRPr lang="en-CR"/>
          </a:p>
        </p:txBody>
      </p:sp>
      <p:sp>
        <p:nvSpPr>
          <p:cNvPr id="4" name="Title 5">
            <a:extLst>
              <a:ext uri="{FF2B5EF4-FFF2-40B4-BE49-F238E27FC236}">
                <a16:creationId xmlns:a16="http://schemas.microsoft.com/office/drawing/2014/main" id="{40580B74-D827-DFFE-B237-3780760C9808}"/>
              </a:ext>
            </a:extLst>
          </p:cNvPr>
          <p:cNvSpPr txBox="1">
            <a:spLocks/>
          </p:cNvSpPr>
          <p:nvPr/>
        </p:nvSpPr>
        <p:spPr>
          <a:xfrm>
            <a:off x="546100" y="552450"/>
            <a:ext cx="3343148" cy="1426604"/>
          </a:xfrm>
          <a:prstGeom prst="rect">
            <a:avLst/>
          </a:prstGeom>
        </p:spPr>
        <p:txBody>
          <a:bodyPr/>
          <a:lstStyle>
            <a:lvl1pPr algn="l" defTabSz="914400" rtl="0" eaLnBrk="1" latinLnBrk="0" hangingPunct="1">
              <a:lnSpc>
                <a:spcPts val="3600"/>
              </a:lnSpc>
              <a:spcBef>
                <a:spcPct val="0"/>
              </a:spcBef>
              <a:buNone/>
              <a:defRPr sz="3600" b="1" i="0" kern="1200">
                <a:solidFill>
                  <a:schemeClr val="tx2"/>
                </a:solidFill>
                <a:latin typeface="+mj-lt"/>
                <a:ea typeface="+mj-ea"/>
                <a:cs typeface="+mj-cs"/>
              </a:defRPr>
            </a:lvl1pPr>
          </a:lstStyle>
          <a:p>
            <a:r>
              <a:rPr lang="en-US">
                <a:latin typeface="Times New Roman" panose="02020603050405020304" pitchFamily="18" charset="0"/>
              </a:rPr>
              <a:t>GenAI-powered Use Cases with Relevance</a:t>
            </a:r>
            <a:endParaRPr lang="en-CR">
              <a:latin typeface="Times New Roman" panose="02020603050405020304" pitchFamily="18" charset="0"/>
            </a:endParaRPr>
          </a:p>
        </p:txBody>
      </p:sp>
      <p:sp>
        <p:nvSpPr>
          <p:cNvPr id="18" name="Rectangle 17">
            <a:extLst>
              <a:ext uri="{FF2B5EF4-FFF2-40B4-BE49-F238E27FC236}">
                <a16:creationId xmlns:a16="http://schemas.microsoft.com/office/drawing/2014/main" id="{83C90ED8-5C52-2EE7-EBDF-7942503EF449}"/>
              </a:ext>
            </a:extLst>
          </p:cNvPr>
          <p:cNvSpPr/>
          <p:nvPr/>
        </p:nvSpPr>
        <p:spPr>
          <a:xfrm>
            <a:off x="4013200" y="3657601"/>
            <a:ext cx="8178800" cy="32004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5" name="Rectangle 4">
            <a:extLst>
              <a:ext uri="{FF2B5EF4-FFF2-40B4-BE49-F238E27FC236}">
                <a16:creationId xmlns:a16="http://schemas.microsoft.com/office/drawing/2014/main" id="{00EA1D19-C9AC-8660-13B9-E449E0F9E568}"/>
              </a:ext>
            </a:extLst>
          </p:cNvPr>
          <p:cNvSpPr/>
          <p:nvPr/>
        </p:nvSpPr>
        <p:spPr>
          <a:xfrm>
            <a:off x="4013200" y="1"/>
            <a:ext cx="8178800" cy="375735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cxnSp>
        <p:nvCxnSpPr>
          <p:cNvPr id="93" name="Straight Connector 92">
            <a:extLst>
              <a:ext uri="{FF2B5EF4-FFF2-40B4-BE49-F238E27FC236}">
                <a16:creationId xmlns:a16="http://schemas.microsoft.com/office/drawing/2014/main" id="{C83C9127-0E3A-8D0B-50A5-FEAC3E3E5239}"/>
              </a:ext>
            </a:extLst>
          </p:cNvPr>
          <p:cNvCxnSpPr>
            <a:cxnSpLocks/>
          </p:cNvCxnSpPr>
          <p:nvPr/>
        </p:nvCxnSpPr>
        <p:spPr>
          <a:xfrm>
            <a:off x="8102600" y="209951"/>
            <a:ext cx="0" cy="33138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8" name="TextBox 97">
            <a:extLst>
              <a:ext uri="{FF2B5EF4-FFF2-40B4-BE49-F238E27FC236}">
                <a16:creationId xmlns:a16="http://schemas.microsoft.com/office/drawing/2014/main" id="{9D697A70-7C1E-FCB1-C7FB-0583262ED683}"/>
              </a:ext>
            </a:extLst>
          </p:cNvPr>
          <p:cNvSpPr txBox="1"/>
          <p:nvPr/>
        </p:nvSpPr>
        <p:spPr>
          <a:xfrm>
            <a:off x="4923900" y="206368"/>
            <a:ext cx="2268000"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white"/>
                </a:solidFill>
                <a:effectLst/>
                <a:uLnTx/>
                <a:uFillTx/>
                <a:latin typeface="Arial" panose="020B0604020202020204" pitchFamily="34" charset="0"/>
                <a:ea typeface="+mn-ea"/>
                <a:cs typeface="+mn-cs"/>
              </a:rPr>
              <a:t>Moody’s Data </a:t>
            </a:r>
          </a:p>
        </p:txBody>
      </p:sp>
      <p:sp>
        <p:nvSpPr>
          <p:cNvPr id="7" name="TextBox 6">
            <a:extLst>
              <a:ext uri="{FF2B5EF4-FFF2-40B4-BE49-F238E27FC236}">
                <a16:creationId xmlns:a16="http://schemas.microsoft.com/office/drawing/2014/main" id="{45BC5EEC-B8E4-4313-4009-518711D92D40}"/>
              </a:ext>
            </a:extLst>
          </p:cNvPr>
          <p:cNvSpPr txBox="1"/>
          <p:nvPr/>
        </p:nvSpPr>
        <p:spPr>
          <a:xfrm>
            <a:off x="9013300" y="206368"/>
            <a:ext cx="2268000" cy="338554"/>
          </a:xfrm>
          <a:prstGeom prst="rect">
            <a:avLst/>
          </a:prstGeom>
          <a:noFill/>
        </p:spPr>
        <p:txBody>
          <a:bodyPr wrap="square">
            <a:spAutoFit/>
          </a:bodyPr>
          <a:lstStyle/>
          <a:p>
            <a:pPr algn="ctr">
              <a:defRPr/>
            </a:pPr>
            <a:r>
              <a:rPr lang="en-US" sz="1600" b="1">
                <a:solidFill>
                  <a:prstClr val="white"/>
                </a:solidFill>
                <a:latin typeface="Arial" panose="020B0604020202020204" pitchFamily="34" charset="0"/>
              </a:rPr>
              <a:t>Moody’s Content</a:t>
            </a:r>
          </a:p>
        </p:txBody>
      </p:sp>
      <p:sp>
        <p:nvSpPr>
          <p:cNvPr id="15" name="RAG">
            <a:extLst>
              <a:ext uri="{FF2B5EF4-FFF2-40B4-BE49-F238E27FC236}">
                <a16:creationId xmlns:a16="http://schemas.microsoft.com/office/drawing/2014/main" id="{FD753490-F8BC-6403-B97A-18470267C0B3}"/>
              </a:ext>
            </a:extLst>
          </p:cNvPr>
          <p:cNvSpPr txBox="1"/>
          <p:nvPr/>
        </p:nvSpPr>
        <p:spPr>
          <a:xfrm>
            <a:off x="5874713" y="882619"/>
            <a:ext cx="4455774" cy="24981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spAutoFit/>
          </a:bodyPr>
          <a:lstStyle>
            <a:lvl1pPr algn="ctr" defTabSz="457200">
              <a:lnSpc>
                <a:spcPct val="110000"/>
              </a:lnSpc>
              <a:spcBef>
                <a:spcPts val="100"/>
              </a:spcBef>
              <a:defRPr sz="1200" b="1" spc="24">
                <a:solidFill>
                  <a:srgbClr val="FFFFFF"/>
                </a:solidFill>
              </a:defRPr>
            </a:lvl1pPr>
          </a:lstStyle>
          <a:p>
            <a:pPr marL="0" marR="0" lvl="0" indent="0" algn="ctr" defTabSz="457200" rtl="0" eaLnBrk="1" fontAlgn="auto" latinLnBrk="0" hangingPunct="1">
              <a:lnSpc>
                <a:spcPct val="110000"/>
              </a:lnSpc>
              <a:spcBef>
                <a:spcPts val="100"/>
              </a:spcBef>
              <a:spcAft>
                <a:spcPts val="0"/>
              </a:spcAft>
              <a:buClrTx/>
              <a:buSzTx/>
              <a:buFontTx/>
              <a:buNone/>
              <a:tabLst/>
              <a:defRPr/>
            </a:pPr>
            <a:r>
              <a:rPr kumimoji="0" lang="en-US" sz="1600" b="1" i="0" u="none" strike="noStrike" kern="1200" cap="none" spc="24" normalizeH="0" baseline="0" noProof="0">
                <a:ln>
                  <a:noFill/>
                </a:ln>
                <a:solidFill>
                  <a:schemeClr val="bg1"/>
                </a:solidFill>
                <a:effectLst/>
                <a:uLnTx/>
                <a:uFillTx/>
                <a:latin typeface="Arial" panose="020B0604020202020204" pitchFamily="34" charset="0"/>
              </a:rPr>
              <a:t> Moody’s Proprietary Agentic </a:t>
            </a:r>
            <a:r>
              <a:rPr lang="en-US" sz="1600">
                <a:solidFill>
                  <a:schemeClr val="bg1"/>
                </a:solidFill>
                <a:latin typeface="Arial" panose="020B0604020202020204" pitchFamily="34" charset="0"/>
              </a:rPr>
              <a:t>Capabilities </a:t>
            </a:r>
            <a:endParaRPr kumimoji="0" sz="1600" b="1" i="0" u="none" strike="noStrike" kern="1200" cap="none" spc="24" normalizeH="0" baseline="0" noProof="0">
              <a:ln>
                <a:noFill/>
              </a:ln>
              <a:solidFill>
                <a:schemeClr val="bg1"/>
              </a:solidFill>
              <a:effectLst/>
              <a:uLnTx/>
              <a:uFillTx/>
              <a:latin typeface="Arial" panose="020B0604020202020204" pitchFamily="34" charset="0"/>
            </a:endParaRPr>
          </a:p>
        </p:txBody>
      </p:sp>
      <p:cxnSp>
        <p:nvCxnSpPr>
          <p:cNvPr id="16" name="Straight Connector 15">
            <a:extLst>
              <a:ext uri="{FF2B5EF4-FFF2-40B4-BE49-F238E27FC236}">
                <a16:creationId xmlns:a16="http://schemas.microsoft.com/office/drawing/2014/main" id="{34454B66-4951-3EA9-D7AC-37D3BD643ED2}"/>
              </a:ext>
            </a:extLst>
          </p:cNvPr>
          <p:cNvCxnSpPr>
            <a:cxnSpLocks/>
          </p:cNvCxnSpPr>
          <p:nvPr/>
        </p:nvCxnSpPr>
        <p:spPr>
          <a:xfrm>
            <a:off x="4295737" y="686740"/>
            <a:ext cx="7613727"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8" name="RAG">
            <a:extLst>
              <a:ext uri="{FF2B5EF4-FFF2-40B4-BE49-F238E27FC236}">
                <a16:creationId xmlns:a16="http://schemas.microsoft.com/office/drawing/2014/main" id="{33B28525-BCC7-7DE0-BA58-61541FDC532E}"/>
              </a:ext>
            </a:extLst>
          </p:cNvPr>
          <p:cNvSpPr txBox="1"/>
          <p:nvPr/>
        </p:nvSpPr>
        <p:spPr>
          <a:xfrm>
            <a:off x="4013199" y="3962466"/>
            <a:ext cx="8178791" cy="24981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spAutoFit/>
          </a:bodyPr>
          <a:lstStyle>
            <a:lvl1pPr algn="ctr" defTabSz="457200">
              <a:lnSpc>
                <a:spcPct val="110000"/>
              </a:lnSpc>
              <a:spcBef>
                <a:spcPts val="100"/>
              </a:spcBef>
              <a:defRPr sz="1200" b="1" spc="24">
                <a:solidFill>
                  <a:srgbClr val="FFFFFF"/>
                </a:solidFill>
              </a:defRPr>
            </a:lvl1pPr>
          </a:lstStyle>
          <a:p>
            <a:pPr>
              <a:defRPr/>
            </a:pPr>
            <a:r>
              <a:rPr lang="en-US" sz="1600">
                <a:solidFill>
                  <a:schemeClr val="bg1"/>
                </a:solidFill>
                <a:latin typeface="Arial" panose="020B0604020202020204" pitchFamily="34" charset="0"/>
              </a:rPr>
              <a:t>Moody’s Agentic Solutions Process Automations</a:t>
            </a:r>
            <a:endParaRPr sz="1600">
              <a:solidFill>
                <a:schemeClr val="bg1"/>
              </a:solidFill>
              <a:latin typeface="Arial" panose="020B0604020202020204" pitchFamily="34" charset="0"/>
            </a:endParaRPr>
          </a:p>
        </p:txBody>
      </p:sp>
      <p:sp>
        <p:nvSpPr>
          <p:cNvPr id="48" name="TextBox 47">
            <a:extLst>
              <a:ext uri="{FF2B5EF4-FFF2-40B4-BE49-F238E27FC236}">
                <a16:creationId xmlns:a16="http://schemas.microsoft.com/office/drawing/2014/main" id="{6188BADC-4F2D-8D60-5C35-3B1F11CF4408}"/>
              </a:ext>
            </a:extLst>
          </p:cNvPr>
          <p:cNvSpPr txBox="1"/>
          <p:nvPr/>
        </p:nvSpPr>
        <p:spPr>
          <a:xfrm>
            <a:off x="4290098" y="4386997"/>
            <a:ext cx="1645200" cy="2308324"/>
          </a:xfrm>
          <a:prstGeom prst="rect">
            <a:avLst/>
          </a:prstGeom>
          <a:noFill/>
        </p:spPr>
        <p:txBody>
          <a:bodyPr wrap="square">
            <a:spAutoFit/>
          </a:bodyPr>
          <a:lstStyle/>
          <a:p>
            <a:pPr lvl="0">
              <a:defRPr/>
            </a:pPr>
            <a:r>
              <a:rPr lang="en-US" sz="1200" b="1" kern="0">
                <a:solidFill>
                  <a:schemeClr val="bg1"/>
                </a:solidFill>
                <a:latin typeface="Arial" panose="020B0604020202020204" pitchFamily="34" charset="0"/>
                <a:ea typeface="GT America Regular" pitchFamily="50" charset="0"/>
                <a:cs typeface="GT America Regular" pitchFamily="50" charset="0"/>
              </a:rPr>
              <a:t>Credit Assessment</a:t>
            </a:r>
          </a:p>
          <a:p>
            <a:pPr lvl="0">
              <a:defRPr/>
            </a:pPr>
            <a:endParaRPr lang="en-US" sz="1200" b="1" kern="0">
              <a:solidFill>
                <a:schemeClr val="bg1"/>
              </a:solidFill>
              <a:latin typeface="Arial" panose="020B0604020202020204" pitchFamily="34" charset="0"/>
              <a:ea typeface="GT America Regular" pitchFamily="50" charset="0"/>
              <a:cs typeface="GT America Regular" pitchFamily="50" charset="0"/>
            </a:endParaRPr>
          </a:p>
          <a:p>
            <a:pPr>
              <a:defRPr/>
            </a:pPr>
            <a:r>
              <a:rPr lang="en-US" sz="1200" kern="0">
                <a:solidFill>
                  <a:schemeClr val="bg1"/>
                </a:solidFill>
                <a:latin typeface="Arial" panose="020B0604020202020204" pitchFamily="34" charset="0"/>
              </a:rPr>
              <a:t>Automate credit memo creation by curating and analyzing financial data, qualitative disclosures, risk insights, and market factors to streamline credit assessments.</a:t>
            </a:r>
          </a:p>
          <a:p>
            <a:pPr>
              <a:defRPr/>
            </a:pPr>
            <a:endParaRPr lang="en-US" sz="1200" kern="0">
              <a:solidFill>
                <a:schemeClr val="bg1"/>
              </a:solidFill>
            </a:endParaRPr>
          </a:p>
        </p:txBody>
      </p:sp>
      <p:sp>
        <p:nvSpPr>
          <p:cNvPr id="49" name="TextBox 48">
            <a:extLst>
              <a:ext uri="{FF2B5EF4-FFF2-40B4-BE49-F238E27FC236}">
                <a16:creationId xmlns:a16="http://schemas.microsoft.com/office/drawing/2014/main" id="{3C592FCC-E859-4B6E-EE0D-EA4CEB05B02A}"/>
              </a:ext>
            </a:extLst>
          </p:cNvPr>
          <p:cNvSpPr txBox="1"/>
          <p:nvPr/>
        </p:nvSpPr>
        <p:spPr>
          <a:xfrm>
            <a:off x="6252840" y="4386997"/>
            <a:ext cx="1645200" cy="1938992"/>
          </a:xfrm>
          <a:prstGeom prst="rect">
            <a:avLst/>
          </a:prstGeom>
          <a:noFill/>
        </p:spPr>
        <p:txBody>
          <a:bodyPr wrap="square">
            <a:spAutoFit/>
          </a:bodyPr>
          <a:lstStyle/>
          <a:p>
            <a:pPr lvl="0">
              <a:defRPr/>
            </a:pPr>
            <a:r>
              <a:rPr lang="en-US" sz="1200" b="1" kern="0">
                <a:solidFill>
                  <a:schemeClr val="bg1"/>
                </a:solidFill>
                <a:latin typeface="Arial" panose="020B0604020202020204" pitchFamily="34" charset="0"/>
                <a:ea typeface="GT America Regular" pitchFamily="50" charset="0"/>
                <a:cs typeface="GT America Regular" pitchFamily="50" charset="0"/>
              </a:rPr>
              <a:t>Sales Intelligence</a:t>
            </a:r>
          </a:p>
          <a:p>
            <a:pPr lvl="0">
              <a:defRPr/>
            </a:pPr>
            <a:endParaRPr lang="en-US" sz="1200" b="1" kern="0">
              <a:solidFill>
                <a:schemeClr val="bg1"/>
              </a:solidFill>
              <a:latin typeface="Arial" panose="020B0604020202020204" pitchFamily="34" charset="0"/>
              <a:ea typeface="GT America Regular" pitchFamily="50" charset="0"/>
              <a:cs typeface="GT America Regular" pitchFamily="50" charset="0"/>
            </a:endParaRPr>
          </a:p>
          <a:p>
            <a:pPr lvl="0">
              <a:defRPr/>
            </a:pPr>
            <a:r>
              <a:rPr lang="en-US" sz="1200" kern="0">
                <a:solidFill>
                  <a:schemeClr val="bg1"/>
                </a:solidFill>
                <a:latin typeface="Arial" panose="020B0604020202020204" pitchFamily="34" charset="0"/>
              </a:rPr>
              <a:t>Accelerate outreach with tailored commercial briefs and opportunity alerts to target the right prospects and execute effective growth strategies.</a:t>
            </a:r>
          </a:p>
        </p:txBody>
      </p:sp>
      <p:sp>
        <p:nvSpPr>
          <p:cNvPr id="50" name="TextBox 49">
            <a:extLst>
              <a:ext uri="{FF2B5EF4-FFF2-40B4-BE49-F238E27FC236}">
                <a16:creationId xmlns:a16="http://schemas.microsoft.com/office/drawing/2014/main" id="{FEB16398-2E43-7870-D920-0F72F7308A64}"/>
              </a:ext>
            </a:extLst>
          </p:cNvPr>
          <p:cNvSpPr txBox="1"/>
          <p:nvPr/>
        </p:nvSpPr>
        <p:spPr>
          <a:xfrm>
            <a:off x="8215582" y="4386998"/>
            <a:ext cx="1645200" cy="1938992"/>
          </a:xfrm>
          <a:prstGeom prst="rect">
            <a:avLst/>
          </a:prstGeom>
          <a:noFill/>
        </p:spPr>
        <p:txBody>
          <a:bodyPr wrap="square">
            <a:spAutoFit/>
          </a:bodyPr>
          <a:lstStyle/>
          <a:p>
            <a:pPr lvl="0">
              <a:defRPr/>
            </a:pPr>
            <a:r>
              <a:rPr lang="en-US" sz="1200" b="1" kern="0">
                <a:solidFill>
                  <a:schemeClr val="bg1"/>
                </a:solidFill>
                <a:latin typeface="Arial" panose="020B0604020202020204" pitchFamily="34" charset="0"/>
                <a:ea typeface="GT America Regular" pitchFamily="50" charset="0"/>
                <a:cs typeface="GT America Regular" pitchFamily="50" charset="0"/>
              </a:rPr>
              <a:t>Enhanced Due Diligence</a:t>
            </a:r>
          </a:p>
          <a:p>
            <a:pPr lvl="0">
              <a:defRPr/>
            </a:pPr>
            <a:endParaRPr lang="en-US" sz="1200" b="1" kern="0">
              <a:solidFill>
                <a:schemeClr val="bg1"/>
              </a:solidFill>
              <a:latin typeface="Arial" panose="020B0604020202020204" pitchFamily="34" charset="0"/>
              <a:ea typeface="GT America Regular" pitchFamily="50" charset="0"/>
              <a:cs typeface="GT America Regular" pitchFamily="50" charset="0"/>
            </a:endParaRPr>
          </a:p>
          <a:p>
            <a:pPr lvl="0">
              <a:defRPr/>
            </a:pPr>
            <a:r>
              <a:rPr lang="en-US" sz="1200" kern="0">
                <a:solidFill>
                  <a:schemeClr val="bg1"/>
                </a:solidFill>
                <a:latin typeface="Arial" panose="020B0604020202020204" pitchFamily="34" charset="0"/>
              </a:rPr>
              <a:t>Auto-generate</a:t>
            </a:r>
            <a:br>
              <a:rPr lang="en-US" sz="1200" kern="0">
                <a:solidFill>
                  <a:schemeClr val="bg1"/>
                </a:solidFill>
                <a:latin typeface="Arial" panose="020B0604020202020204" pitchFamily="34" charset="0"/>
              </a:rPr>
            </a:br>
            <a:r>
              <a:rPr lang="en-US" sz="1200" kern="0">
                <a:solidFill>
                  <a:schemeClr val="bg1"/>
                </a:solidFill>
                <a:latin typeface="Arial" panose="020B0604020202020204" pitchFamily="34" charset="0"/>
              </a:rPr>
              <a:t>full KYC/KYS diligence reports by integrating financial, legal, ownership, reputational data</a:t>
            </a:r>
            <a:br>
              <a:rPr lang="en-US" sz="1200" kern="0">
                <a:solidFill>
                  <a:schemeClr val="bg1"/>
                </a:solidFill>
                <a:latin typeface="Arial" panose="020B0604020202020204" pitchFamily="34" charset="0"/>
              </a:rPr>
            </a:br>
            <a:r>
              <a:rPr lang="en-US" sz="1200" kern="0">
                <a:solidFill>
                  <a:schemeClr val="bg1"/>
                </a:solidFill>
                <a:latin typeface="Arial" panose="020B0604020202020204" pitchFamily="34" charset="0"/>
              </a:rPr>
              <a:t>and more</a:t>
            </a:r>
          </a:p>
        </p:txBody>
      </p:sp>
      <p:sp>
        <p:nvSpPr>
          <p:cNvPr id="51" name="TextBox 50">
            <a:extLst>
              <a:ext uri="{FF2B5EF4-FFF2-40B4-BE49-F238E27FC236}">
                <a16:creationId xmlns:a16="http://schemas.microsoft.com/office/drawing/2014/main" id="{6D70DDB7-3275-F7A2-5B9D-90B094B1E68C}"/>
              </a:ext>
            </a:extLst>
          </p:cNvPr>
          <p:cNvSpPr txBox="1"/>
          <p:nvPr/>
        </p:nvSpPr>
        <p:spPr>
          <a:xfrm>
            <a:off x="10178322" y="4386998"/>
            <a:ext cx="1645200" cy="1938992"/>
          </a:xfrm>
          <a:prstGeom prst="rect">
            <a:avLst/>
          </a:prstGeom>
          <a:noFill/>
        </p:spPr>
        <p:txBody>
          <a:bodyPr wrap="square" lIns="91440" tIns="45720" rIns="91440" bIns="45720" anchor="t">
            <a:spAutoFit/>
          </a:bodyPr>
          <a:lstStyle/>
          <a:p>
            <a:pPr>
              <a:defRPr/>
            </a:pPr>
            <a:r>
              <a:rPr lang="en-US" sz="1200" b="1" kern="0">
                <a:solidFill>
                  <a:schemeClr val="bg1"/>
                </a:solidFill>
                <a:latin typeface="Arial" panose="020B0604020202020204" pitchFamily="34" charset="0"/>
                <a:ea typeface="GT America Regular" pitchFamily="50" charset="0"/>
                <a:cs typeface="GT America Regular" pitchFamily="50" charset="0"/>
              </a:rPr>
              <a:t>Early Warning / Monitoring </a:t>
            </a:r>
          </a:p>
          <a:p>
            <a:pPr lvl="0">
              <a:defRPr/>
            </a:pPr>
            <a:r>
              <a:rPr lang="en-US" sz="1200" b="1" kern="0">
                <a:solidFill>
                  <a:schemeClr val="bg1"/>
                </a:solidFill>
                <a:latin typeface="Arial" panose="020B0604020202020204" pitchFamily="34" charset="0"/>
                <a:ea typeface="GT America Regular" pitchFamily="50" charset="0"/>
                <a:cs typeface="GT America Regular" pitchFamily="50" charset="0"/>
              </a:rPr>
              <a:t>(Corporate &amp; CRE)</a:t>
            </a:r>
          </a:p>
          <a:p>
            <a:pPr lvl="0">
              <a:defRPr/>
            </a:pPr>
            <a:endParaRPr lang="en-US" sz="1200" b="1" kern="0">
              <a:solidFill>
                <a:schemeClr val="bg1"/>
              </a:solidFill>
              <a:latin typeface="Arial" panose="020B0604020202020204" pitchFamily="34" charset="0"/>
              <a:ea typeface="GT America Regular" pitchFamily="50" charset="0"/>
              <a:cs typeface="GT America Regular" pitchFamily="50" charset="0"/>
            </a:endParaRPr>
          </a:p>
          <a:p>
            <a:pPr>
              <a:defRPr/>
            </a:pPr>
            <a:r>
              <a:rPr lang="en-US" sz="1200" kern="0">
                <a:solidFill>
                  <a:schemeClr val="bg1"/>
                </a:solidFill>
                <a:latin typeface="Arial" panose="020B0604020202020204" pitchFamily="34" charset="0"/>
              </a:rPr>
              <a:t>Continuously detect emerging risks via</a:t>
            </a:r>
            <a:br>
              <a:rPr lang="en-US" sz="1200" kern="0">
                <a:solidFill>
                  <a:schemeClr val="bg1"/>
                </a:solidFill>
                <a:latin typeface="Arial" panose="020B0604020202020204" pitchFamily="34" charset="0"/>
              </a:rPr>
            </a:br>
            <a:r>
              <a:rPr lang="en-US" sz="1200" kern="0">
                <a:solidFill>
                  <a:schemeClr val="bg1"/>
                </a:solidFill>
                <a:latin typeface="Arial" panose="020B0604020202020204" pitchFamily="34" charset="0"/>
              </a:rPr>
              <a:t>live data streams</a:t>
            </a:r>
            <a:br>
              <a:rPr lang="en-US" sz="1200" kern="0">
                <a:solidFill>
                  <a:schemeClr val="bg1"/>
                </a:solidFill>
                <a:latin typeface="Arial" panose="020B0604020202020204" pitchFamily="34" charset="0"/>
              </a:rPr>
            </a:br>
            <a:r>
              <a:rPr lang="en-US" sz="1200" kern="0">
                <a:solidFill>
                  <a:schemeClr val="bg1"/>
                </a:solidFill>
                <a:latin typeface="Arial" panose="020B0604020202020204" pitchFamily="34" charset="0"/>
              </a:rPr>
              <a:t>and assess impact across portfolios in real time</a:t>
            </a:r>
            <a:endParaRPr lang="en-US" sz="1200" kern="0">
              <a:solidFill>
                <a:schemeClr val="bg1"/>
              </a:solidFill>
              <a:latin typeface="Arial" panose="020B0604020202020204" pitchFamily="34" charset="0"/>
              <a:cs typeface="Arial"/>
            </a:endParaRPr>
          </a:p>
        </p:txBody>
      </p:sp>
      <p:cxnSp>
        <p:nvCxnSpPr>
          <p:cNvPr id="52" name="Straight Connector 51">
            <a:extLst>
              <a:ext uri="{FF2B5EF4-FFF2-40B4-BE49-F238E27FC236}">
                <a16:creationId xmlns:a16="http://schemas.microsoft.com/office/drawing/2014/main" id="{FDB62301-03FD-5A21-B30C-A3C6B6855153}"/>
              </a:ext>
            </a:extLst>
          </p:cNvPr>
          <p:cNvCxnSpPr>
            <a:cxnSpLocks/>
          </p:cNvCxnSpPr>
          <p:nvPr/>
        </p:nvCxnSpPr>
        <p:spPr>
          <a:xfrm>
            <a:off x="6094069" y="4470124"/>
            <a:ext cx="0" cy="183092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FEAA73F1-691E-44EB-4ECE-558C572E8C26}"/>
              </a:ext>
            </a:extLst>
          </p:cNvPr>
          <p:cNvCxnSpPr>
            <a:cxnSpLocks/>
          </p:cNvCxnSpPr>
          <p:nvPr/>
        </p:nvCxnSpPr>
        <p:spPr>
          <a:xfrm>
            <a:off x="8056811" y="4470124"/>
            <a:ext cx="0" cy="183092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01FEEA31-4304-7C53-C364-2E034EA6CB63}"/>
              </a:ext>
            </a:extLst>
          </p:cNvPr>
          <p:cNvCxnSpPr>
            <a:cxnSpLocks/>
          </p:cNvCxnSpPr>
          <p:nvPr/>
        </p:nvCxnSpPr>
        <p:spPr>
          <a:xfrm>
            <a:off x="10019553" y="4470124"/>
            <a:ext cx="0" cy="183092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D3E2AFA8-4CFE-F4B6-018A-DE7B2F40D9B3}"/>
              </a:ext>
            </a:extLst>
          </p:cNvPr>
          <p:cNvGrpSpPr/>
          <p:nvPr/>
        </p:nvGrpSpPr>
        <p:grpSpPr>
          <a:xfrm>
            <a:off x="6844242" y="1149068"/>
            <a:ext cx="2516716" cy="2499359"/>
            <a:chOff x="6701425" y="1099640"/>
            <a:chExt cx="2730674" cy="2711841"/>
          </a:xfrm>
        </p:grpSpPr>
        <p:pic>
          <p:nvPicPr>
            <p:cNvPr id="14" name="Graphic 13">
              <a:extLst>
                <a:ext uri="{FF2B5EF4-FFF2-40B4-BE49-F238E27FC236}">
                  <a16:creationId xmlns:a16="http://schemas.microsoft.com/office/drawing/2014/main" id="{EABF8B32-4EF7-B39F-76A5-0843642BEA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01425" y="1099640"/>
              <a:ext cx="2730674" cy="2711841"/>
            </a:xfrm>
            <a:prstGeom prst="rect">
              <a:avLst/>
            </a:prstGeom>
          </p:spPr>
        </p:pic>
        <p:pic>
          <p:nvPicPr>
            <p:cNvPr id="59" name="Graphic 58">
              <a:extLst>
                <a:ext uri="{FF2B5EF4-FFF2-40B4-BE49-F238E27FC236}">
                  <a16:creationId xmlns:a16="http://schemas.microsoft.com/office/drawing/2014/main" id="{1AD0B897-CD1F-A6A8-E795-12338DAF699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13676" y="2184421"/>
              <a:ext cx="577849" cy="471098"/>
            </a:xfrm>
            <a:prstGeom prst="rect">
              <a:avLst/>
            </a:prstGeom>
          </p:spPr>
        </p:pic>
      </p:grpSp>
      <p:sp>
        <p:nvSpPr>
          <p:cNvPr id="2" name="Slide Number Placeholder 1">
            <a:extLst>
              <a:ext uri="{FF2B5EF4-FFF2-40B4-BE49-F238E27FC236}">
                <a16:creationId xmlns:a16="http://schemas.microsoft.com/office/drawing/2014/main" id="{24181178-5974-F245-2326-DA7E50555DBC}"/>
              </a:ext>
            </a:extLst>
          </p:cNvPr>
          <p:cNvSpPr>
            <a:spLocks noGrp="1"/>
          </p:cNvSpPr>
          <p:nvPr>
            <p:ph type="sldNum" sz="quarter" idx="12"/>
          </p:nvPr>
        </p:nvSpPr>
        <p:spPr/>
        <p:txBody>
          <a:bodyPr/>
          <a:lstStyle/>
          <a:p>
            <a:fld id="{862A5111-985B-C14D-9115-5787026182A8}" type="slidenum">
              <a:rPr lang="en-US" smtClean="0">
                <a:solidFill>
                  <a:schemeClr val="bg1"/>
                </a:solidFill>
                <a:latin typeface="Arial" panose="020B0604020202020204" pitchFamily="34" charset="0"/>
              </a:rPr>
              <a:t>1</a:t>
            </a:fld>
            <a:endParaRPr lang="en-US">
              <a:solidFill>
                <a:schemeClr val="bg1"/>
              </a:solidFill>
              <a:latin typeface="Arial" panose="020B0604020202020204" pitchFamily="34" charset="0"/>
            </a:endParaRPr>
          </a:p>
        </p:txBody>
      </p:sp>
    </p:spTree>
    <p:extLst>
      <p:ext uri="{BB962C8B-B14F-4D97-AF65-F5344CB8AC3E}">
        <p14:creationId xmlns:p14="http://schemas.microsoft.com/office/powerpoint/2010/main" val="415817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E18641D5-E77D-AFB3-4CF8-95B21CDC542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71CF6A-7864-EE7A-4124-6C060B4577E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2A5111-985B-C14D-9115-5787026182A8}" type="slidenum">
              <a:rPr kumimoji="0" lang="en-US" sz="1000" b="0" i="0" u="none" strike="noStrike" kern="1200" cap="none" spc="0" normalizeH="0" baseline="0" noProof="0" smtClean="0">
                <a:ln>
                  <a:noFill/>
                </a:ln>
                <a:solidFill>
                  <a:prstClr val="white"/>
                </a:solidFill>
                <a:effectLst/>
                <a:uLnTx/>
                <a:uFillTx/>
                <a:latin typeface="Arial" panose="020B0604020202020204" pitchFamily="34" charset="0"/>
                <a:ea typeface="GT America Regular" pitchFamily="2" charset="77"/>
                <a:cs typeface="GT America Regular" pitchFamily="2" charset="77"/>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000" b="0" i="0" u="none" strike="noStrike" kern="1200" cap="none" spc="0" normalizeH="0" baseline="0" noProof="0">
              <a:ln>
                <a:noFill/>
              </a:ln>
              <a:solidFill>
                <a:prstClr val="white"/>
              </a:solidFill>
              <a:effectLst/>
              <a:uLnTx/>
              <a:uFillTx/>
              <a:latin typeface="Arial" panose="020B0604020202020204" pitchFamily="34" charset="0"/>
              <a:ea typeface="GT America Regular" pitchFamily="2" charset="77"/>
              <a:cs typeface="GT America Regular" pitchFamily="2" charset="77"/>
            </a:endParaRPr>
          </a:p>
        </p:txBody>
      </p:sp>
      <p:sp>
        <p:nvSpPr>
          <p:cNvPr id="3" name="Title 2">
            <a:extLst>
              <a:ext uri="{FF2B5EF4-FFF2-40B4-BE49-F238E27FC236}">
                <a16:creationId xmlns:a16="http://schemas.microsoft.com/office/drawing/2014/main" id="{5F9B2DDE-F1DD-5017-CBE4-4CBE08DE2F0D}"/>
              </a:ext>
            </a:extLst>
          </p:cNvPr>
          <p:cNvSpPr>
            <a:spLocks noGrp="1"/>
          </p:cNvSpPr>
          <p:nvPr>
            <p:ph type="title"/>
          </p:nvPr>
        </p:nvSpPr>
        <p:spPr>
          <a:xfrm>
            <a:off x="546100" y="552450"/>
            <a:ext cx="11091861" cy="434975"/>
          </a:xfrm>
        </p:spPr>
        <p:txBody>
          <a:bodyPr/>
          <a:lstStyle/>
          <a:p>
            <a:r>
              <a:rPr lang="en-GB">
                <a:solidFill>
                  <a:schemeClr val="bg1"/>
                </a:solidFill>
                <a:latin typeface="Times New Roman" panose="02020603050405020304" pitchFamily="18" charset="0"/>
              </a:rPr>
              <a:t>Moody’s Agentic Solutions</a:t>
            </a:r>
            <a:endParaRPr lang="en-CR">
              <a:solidFill>
                <a:schemeClr val="bg1"/>
              </a:solidFill>
            </a:endParaRPr>
          </a:p>
        </p:txBody>
      </p:sp>
      <p:sp>
        <p:nvSpPr>
          <p:cNvPr id="4" name="Text Placeholder 3">
            <a:extLst>
              <a:ext uri="{FF2B5EF4-FFF2-40B4-BE49-F238E27FC236}">
                <a16:creationId xmlns:a16="http://schemas.microsoft.com/office/drawing/2014/main" id="{AFB861AD-BE66-697F-505D-4F2A6C6CB8B7}"/>
              </a:ext>
            </a:extLst>
          </p:cNvPr>
          <p:cNvSpPr>
            <a:spLocks noGrp="1"/>
          </p:cNvSpPr>
          <p:nvPr>
            <p:ph type="body" sz="quarter" idx="45"/>
          </p:nvPr>
        </p:nvSpPr>
        <p:spPr>
          <a:xfrm>
            <a:off x="546100" y="1127125"/>
            <a:ext cx="11091862" cy="295275"/>
          </a:xfrm>
        </p:spPr>
        <p:txBody>
          <a:bodyPr/>
          <a:lstStyle/>
          <a:p>
            <a:r>
              <a:rPr lang="en-US" dirty="0">
                <a:latin typeface="Times New Roman" panose="02020603050405020304" pitchFamily="18" charset="0"/>
              </a:rPr>
              <a:t>Extensive data and seasoned industry perspective driving accelerated outcomes  </a:t>
            </a:r>
          </a:p>
          <a:p>
            <a:endParaRPr lang="en-CR" dirty="0"/>
          </a:p>
        </p:txBody>
      </p:sp>
      <p:sp>
        <p:nvSpPr>
          <p:cNvPr id="18" name="TextBox 17">
            <a:extLst>
              <a:ext uri="{FF2B5EF4-FFF2-40B4-BE49-F238E27FC236}">
                <a16:creationId xmlns:a16="http://schemas.microsoft.com/office/drawing/2014/main" id="{1E950551-B0C0-172C-8EB7-37B5E69ECE47}"/>
              </a:ext>
            </a:extLst>
          </p:cNvPr>
          <p:cNvSpPr txBox="1"/>
          <p:nvPr/>
        </p:nvSpPr>
        <p:spPr>
          <a:xfrm>
            <a:off x="7350798" y="1841500"/>
            <a:ext cx="4142702" cy="1125565"/>
          </a:xfrm>
          <a:prstGeom prst="rect">
            <a:avLst/>
          </a:prstGeom>
          <a:noFill/>
        </p:spPr>
        <p:txBody>
          <a:bodyPr wrap="square">
            <a:spAutoFit/>
          </a:bodyPr>
          <a:lstStyle/>
          <a:p>
            <a:pPr marL="0" marR="0" lvl="0" indent="0" algn="l" defTabSz="914400" rtl="0" eaLnBrk="1" fontAlgn="auto" latinLnBrk="0" hangingPunct="1">
              <a:lnSpc>
                <a:spcPct val="101000"/>
              </a:lnSpc>
              <a:spcBef>
                <a:spcPts val="0"/>
              </a:spcBef>
              <a:spcAft>
                <a:spcPts val="60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Arial" panose="020B0604020202020204" pitchFamily="34" charset="0"/>
                <a:ea typeface="GT America Regular" charset="0"/>
                <a:cs typeface="GT America Regular" charset="0"/>
              </a:rPr>
              <a:t>Extensive Data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Calibri" panose="020F0502020204030204" pitchFamily="34" charset="0"/>
                <a:cs typeface="Times New Roman" panose="02020603050405020304" pitchFamily="18" charset="0"/>
              </a:rPr>
              <a:t>Unmatched depth and breadth of data spanning million</a:t>
            </a:r>
            <a:b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Calibri" panose="020F0502020204030204" pitchFamily="34" charset="0"/>
                <a:cs typeface="Times New Roman" panose="02020603050405020304" pitchFamily="18" charset="0"/>
              </a:rPr>
            </a:b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Calibri" panose="020F0502020204030204" pitchFamily="34" charset="0"/>
                <a:cs typeface="Times New Roman" panose="02020603050405020304" pitchFamily="18" charset="0"/>
              </a:rPr>
              <a:t> of companies, market behaviors and economic trends.  Refined, structured and contextualized to drive clarity</a:t>
            </a:r>
            <a:b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Calibri" panose="020F0502020204030204" pitchFamily="34" charset="0"/>
                <a:cs typeface="Times New Roman" panose="02020603050405020304" pitchFamily="18" charset="0"/>
              </a:rPr>
            </a:b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Calibri" panose="020F0502020204030204" pitchFamily="34" charset="0"/>
                <a:cs typeface="Times New Roman" panose="02020603050405020304" pitchFamily="18" charset="0"/>
              </a:rPr>
              <a:t>and precision.  </a:t>
            </a:r>
          </a:p>
        </p:txBody>
      </p:sp>
      <p:grpSp>
        <p:nvGrpSpPr>
          <p:cNvPr id="22" name="Group 21">
            <a:extLst>
              <a:ext uri="{FF2B5EF4-FFF2-40B4-BE49-F238E27FC236}">
                <a16:creationId xmlns:a16="http://schemas.microsoft.com/office/drawing/2014/main" id="{313AEC6E-529B-AA11-FDEE-1224EC6F1829}"/>
              </a:ext>
            </a:extLst>
          </p:cNvPr>
          <p:cNvGrpSpPr/>
          <p:nvPr/>
        </p:nvGrpSpPr>
        <p:grpSpPr>
          <a:xfrm>
            <a:off x="6718300" y="1841500"/>
            <a:ext cx="495300" cy="495300"/>
            <a:chOff x="558800" y="5384800"/>
            <a:chExt cx="558800" cy="558800"/>
          </a:xfrm>
        </p:grpSpPr>
        <p:sp>
          <p:nvSpPr>
            <p:cNvPr id="20" name="Oval 19">
              <a:extLst>
                <a:ext uri="{FF2B5EF4-FFF2-40B4-BE49-F238E27FC236}">
                  <a16:creationId xmlns:a16="http://schemas.microsoft.com/office/drawing/2014/main" id="{D325D0A2-9D3F-75E0-9A69-8A51708998CE}"/>
                </a:ext>
              </a:extLst>
            </p:cNvPr>
            <p:cNvSpPr/>
            <p:nvPr/>
          </p:nvSpPr>
          <p:spPr>
            <a:xfrm>
              <a:off x="558800" y="5384800"/>
              <a:ext cx="558800" cy="5588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R" sz="1800" b="0" i="0" u="none" strike="noStrike" kern="1200" cap="none" spc="0" normalizeH="0" baseline="0" noProof="0">
                <a:ln>
                  <a:noFill/>
                </a:ln>
                <a:solidFill>
                  <a:prstClr val="white"/>
                </a:solidFill>
                <a:effectLst/>
                <a:uLnTx/>
                <a:uFillTx/>
                <a:latin typeface="GT America"/>
                <a:ea typeface="+mn-ea"/>
                <a:cs typeface="+mn-cs"/>
              </a:endParaRPr>
            </a:p>
          </p:txBody>
        </p:sp>
        <p:pic>
          <p:nvPicPr>
            <p:cNvPr id="21" name="Picture 20">
              <a:extLst>
                <a:ext uri="{FF2B5EF4-FFF2-40B4-BE49-F238E27FC236}">
                  <a16:creationId xmlns:a16="http://schemas.microsoft.com/office/drawing/2014/main" id="{97CE5D18-917E-296E-77D8-25AEE68E1713}"/>
                </a:ext>
              </a:extLst>
            </p:cNvPr>
            <p:cNvPicPr>
              <a:picLocks noChangeAspect="1"/>
            </p:cNvPicPr>
            <p:nvPr/>
          </p:nvPicPr>
          <p:blipFill>
            <a:blip r:embed="rId2">
              <a:lum bright="100000"/>
            </a:blip>
            <a:stretch>
              <a:fillRect/>
            </a:stretch>
          </p:blipFill>
          <p:spPr>
            <a:xfrm>
              <a:off x="634200" y="5460200"/>
              <a:ext cx="408000" cy="408000"/>
            </a:xfrm>
            <a:prstGeom prst="rect">
              <a:avLst/>
            </a:prstGeom>
          </p:spPr>
        </p:pic>
      </p:grpSp>
      <p:sp>
        <p:nvSpPr>
          <p:cNvPr id="27" name="TextBox 26">
            <a:extLst>
              <a:ext uri="{FF2B5EF4-FFF2-40B4-BE49-F238E27FC236}">
                <a16:creationId xmlns:a16="http://schemas.microsoft.com/office/drawing/2014/main" id="{FED83FC7-82D4-4C99-C301-E168D1EEAFE0}"/>
              </a:ext>
            </a:extLst>
          </p:cNvPr>
          <p:cNvSpPr txBox="1"/>
          <p:nvPr/>
        </p:nvSpPr>
        <p:spPr>
          <a:xfrm>
            <a:off x="7350798" y="3557606"/>
            <a:ext cx="4307802" cy="75405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Arial" panose="020B0604020202020204" pitchFamily="34" charset="0"/>
                <a:ea typeface="Calibri" panose="020F0502020204030204" pitchFamily="34" charset="0"/>
                <a:cs typeface="Times New Roman" panose="02020603050405020304" pitchFamily="18" charset="0"/>
              </a:rPr>
              <a:t>Driven by Perspective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Calibri" panose="020F0502020204030204" pitchFamily="34" charset="0"/>
                <a:cs typeface="Times New Roman" panose="02020603050405020304" pitchFamily="18" charset="0"/>
              </a:rPr>
              <a:t>Solutions shaped by decades of close collaboration with global financial institutions, insurers and corporate leaders. </a:t>
            </a:r>
          </a:p>
        </p:txBody>
      </p:sp>
      <p:sp>
        <p:nvSpPr>
          <p:cNvPr id="29" name="Oval 28">
            <a:extLst>
              <a:ext uri="{FF2B5EF4-FFF2-40B4-BE49-F238E27FC236}">
                <a16:creationId xmlns:a16="http://schemas.microsoft.com/office/drawing/2014/main" id="{3B2A3B1F-699A-8BD5-5C14-D65CBEB1D4AC}"/>
              </a:ext>
            </a:extLst>
          </p:cNvPr>
          <p:cNvSpPr/>
          <p:nvPr/>
        </p:nvSpPr>
        <p:spPr>
          <a:xfrm>
            <a:off x="6718300" y="3557606"/>
            <a:ext cx="495300" cy="4953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R" sz="1800" b="0" i="0" u="none" strike="noStrike" kern="1200" cap="none" spc="0" normalizeH="0" baseline="0" noProof="0">
              <a:ln>
                <a:noFill/>
              </a:ln>
              <a:solidFill>
                <a:prstClr val="white"/>
              </a:solidFill>
              <a:effectLst/>
              <a:uLnTx/>
              <a:uFillTx/>
              <a:latin typeface="GT America"/>
              <a:ea typeface="+mn-ea"/>
              <a:cs typeface="+mn-cs"/>
            </a:endParaRPr>
          </a:p>
        </p:txBody>
      </p:sp>
      <p:sp>
        <p:nvSpPr>
          <p:cNvPr id="32" name="TextBox 31">
            <a:extLst>
              <a:ext uri="{FF2B5EF4-FFF2-40B4-BE49-F238E27FC236}">
                <a16:creationId xmlns:a16="http://schemas.microsoft.com/office/drawing/2014/main" id="{134A3E87-40A7-3114-7B83-1FE1C147A773}"/>
              </a:ext>
            </a:extLst>
          </p:cNvPr>
          <p:cNvSpPr txBox="1"/>
          <p:nvPr/>
        </p:nvSpPr>
        <p:spPr>
          <a:xfrm>
            <a:off x="7350798" y="4902200"/>
            <a:ext cx="3993378" cy="130805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Arial" panose="020B0604020202020204" pitchFamily="34" charset="0"/>
                <a:ea typeface="GT America Regular" charset="0"/>
                <a:cs typeface="GT America Regular" charset="0"/>
              </a:rPr>
              <a:t>Advanced Technology  </a:t>
            </a:r>
            <a:endParaRPr kumimoji="0" lang="en-US" sz="1400" b="1" i="0" u="none" strike="noStrike" kern="1200" cap="none" spc="0" normalizeH="0" baseline="0" noProof="0" dirty="0">
              <a:ln>
                <a:noFill/>
              </a:ln>
              <a:solidFill>
                <a:prstClr val="white"/>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Calibri" panose="020F0502020204030204" pitchFamily="34" charset="0"/>
                <a:cs typeface="Times New Roman" panose="02020603050405020304" pitchFamily="18" charset="0"/>
              </a:rPr>
              <a:t>Continuous commitment to leverage forward-looking technology, adapt to evolving client needs and transform intelligence into accelerated outcomes.  Proprietary RAG and agentic framework built to optimize the use</a:t>
            </a:r>
            <a:b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Calibri" panose="020F0502020204030204" pitchFamily="34" charset="0"/>
                <a:cs typeface="Times New Roman" panose="02020603050405020304" pitchFamily="18" charset="0"/>
              </a:rPr>
            </a:b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Calibri" panose="020F0502020204030204" pitchFamily="34" charset="0"/>
                <a:cs typeface="Times New Roman" panose="02020603050405020304" pitchFamily="18" charset="0"/>
              </a:rPr>
              <a:t>of Moody’s data     </a:t>
            </a:r>
          </a:p>
        </p:txBody>
      </p:sp>
      <p:sp>
        <p:nvSpPr>
          <p:cNvPr id="34" name="Oval 33">
            <a:extLst>
              <a:ext uri="{FF2B5EF4-FFF2-40B4-BE49-F238E27FC236}">
                <a16:creationId xmlns:a16="http://schemas.microsoft.com/office/drawing/2014/main" id="{647E7C06-A450-CC54-6CEA-5671558FA57B}"/>
              </a:ext>
            </a:extLst>
          </p:cNvPr>
          <p:cNvSpPr/>
          <p:nvPr/>
        </p:nvSpPr>
        <p:spPr>
          <a:xfrm>
            <a:off x="6718300" y="4902200"/>
            <a:ext cx="495300" cy="4953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R" sz="1800" b="0" i="0" u="none" strike="noStrike" kern="1200" cap="none" spc="0" normalizeH="0" baseline="0" noProof="0">
              <a:ln>
                <a:noFill/>
              </a:ln>
              <a:solidFill>
                <a:prstClr val="white"/>
              </a:solidFill>
              <a:effectLst/>
              <a:uLnTx/>
              <a:uFillTx/>
              <a:latin typeface="GT America"/>
              <a:ea typeface="+mn-ea"/>
              <a:cs typeface="+mn-cs"/>
            </a:endParaRPr>
          </a:p>
        </p:txBody>
      </p:sp>
      <p:grpSp>
        <p:nvGrpSpPr>
          <p:cNvPr id="42" name="Group 41">
            <a:extLst>
              <a:ext uri="{FF2B5EF4-FFF2-40B4-BE49-F238E27FC236}">
                <a16:creationId xmlns:a16="http://schemas.microsoft.com/office/drawing/2014/main" id="{C922DF67-2576-6DE2-2E5F-A5EB554B170D}"/>
              </a:ext>
            </a:extLst>
          </p:cNvPr>
          <p:cNvGrpSpPr/>
          <p:nvPr/>
        </p:nvGrpSpPr>
        <p:grpSpPr>
          <a:xfrm>
            <a:off x="7350798" y="3262335"/>
            <a:ext cx="4180802" cy="1344595"/>
            <a:chOff x="7350798" y="3262335"/>
            <a:chExt cx="3825202" cy="1344595"/>
          </a:xfrm>
        </p:grpSpPr>
        <p:cxnSp>
          <p:nvCxnSpPr>
            <p:cNvPr id="19" name="Straight Connector 18">
              <a:extLst>
                <a:ext uri="{FF2B5EF4-FFF2-40B4-BE49-F238E27FC236}">
                  <a16:creationId xmlns:a16="http://schemas.microsoft.com/office/drawing/2014/main" id="{2EFB3962-E3BB-8BF8-E686-B21BABCD321B}"/>
                </a:ext>
              </a:extLst>
            </p:cNvPr>
            <p:cNvCxnSpPr>
              <a:cxnSpLocks/>
            </p:cNvCxnSpPr>
            <p:nvPr/>
          </p:nvCxnSpPr>
          <p:spPr>
            <a:xfrm>
              <a:off x="7350798" y="3262335"/>
              <a:ext cx="382520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3178AB1F-C3B4-6AC7-3676-F18B1B942661}"/>
                </a:ext>
              </a:extLst>
            </p:cNvPr>
            <p:cNvCxnSpPr>
              <a:cxnSpLocks/>
            </p:cNvCxnSpPr>
            <p:nvPr/>
          </p:nvCxnSpPr>
          <p:spPr>
            <a:xfrm>
              <a:off x="7350798" y="4606930"/>
              <a:ext cx="382520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49" name="Graphic 48">
            <a:extLst>
              <a:ext uri="{FF2B5EF4-FFF2-40B4-BE49-F238E27FC236}">
                <a16:creationId xmlns:a16="http://schemas.microsoft.com/office/drawing/2014/main" id="{09E6721C-9210-676C-BBDF-CA7951012F4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50051" y="3629242"/>
            <a:ext cx="431799" cy="352029"/>
          </a:xfrm>
          <a:prstGeom prst="rect">
            <a:avLst/>
          </a:prstGeom>
        </p:spPr>
      </p:pic>
      <p:pic>
        <p:nvPicPr>
          <p:cNvPr id="51" name="Picture 50">
            <a:extLst>
              <a:ext uri="{FF2B5EF4-FFF2-40B4-BE49-F238E27FC236}">
                <a16:creationId xmlns:a16="http://schemas.microsoft.com/office/drawing/2014/main" id="{9134248B-49C2-3DFA-4912-B02246879136}"/>
              </a:ext>
            </a:extLst>
          </p:cNvPr>
          <p:cNvPicPr>
            <a:picLocks noChangeAspect="1"/>
          </p:cNvPicPr>
          <p:nvPr/>
        </p:nvPicPr>
        <p:blipFill>
          <a:blip r:embed="rId4">
            <a:lum bright="100000"/>
          </a:blip>
          <a:stretch>
            <a:fillRect/>
          </a:stretch>
        </p:blipFill>
        <p:spPr>
          <a:xfrm>
            <a:off x="6789802" y="4973702"/>
            <a:ext cx="352297" cy="352297"/>
          </a:xfrm>
          <a:prstGeom prst="rect">
            <a:avLst/>
          </a:prstGeom>
        </p:spPr>
      </p:pic>
      <p:pic>
        <p:nvPicPr>
          <p:cNvPr id="8" name="Picture 7">
            <a:extLst>
              <a:ext uri="{FF2B5EF4-FFF2-40B4-BE49-F238E27FC236}">
                <a16:creationId xmlns:a16="http://schemas.microsoft.com/office/drawing/2014/main" id="{401000B0-4795-6F4D-E0D3-713C9C4CE190}"/>
              </a:ext>
            </a:extLst>
          </p:cNvPr>
          <p:cNvPicPr>
            <a:picLocks noChangeAspect="1"/>
          </p:cNvPicPr>
          <p:nvPr/>
        </p:nvPicPr>
        <p:blipFill>
          <a:blip r:embed="rId5"/>
          <a:stretch>
            <a:fillRect/>
          </a:stretch>
        </p:blipFill>
        <p:spPr>
          <a:xfrm>
            <a:off x="698500" y="1887803"/>
            <a:ext cx="5611186" cy="4068930"/>
          </a:xfrm>
          <a:prstGeom prst="rect">
            <a:avLst/>
          </a:prstGeom>
        </p:spPr>
      </p:pic>
    </p:spTree>
    <p:extLst>
      <p:ext uri="{BB962C8B-B14F-4D97-AF65-F5344CB8AC3E}">
        <p14:creationId xmlns:p14="http://schemas.microsoft.com/office/powerpoint/2010/main" val="2477843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Rectangle 133">
            <a:extLst>
              <a:ext uri="{FF2B5EF4-FFF2-40B4-BE49-F238E27FC236}">
                <a16:creationId xmlns:a16="http://schemas.microsoft.com/office/drawing/2014/main" id="{DC3CD5D3-923E-E973-480A-66CDC68B9C92}"/>
              </a:ext>
            </a:extLst>
          </p:cNvPr>
          <p:cNvSpPr/>
          <p:nvPr/>
        </p:nvSpPr>
        <p:spPr>
          <a:xfrm>
            <a:off x="4013200" y="2476500"/>
            <a:ext cx="8191500" cy="43815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2" name="Slide Number Placeholder 1">
            <a:extLst>
              <a:ext uri="{FF2B5EF4-FFF2-40B4-BE49-F238E27FC236}">
                <a16:creationId xmlns:a16="http://schemas.microsoft.com/office/drawing/2014/main" id="{84E2BBFA-7C48-854E-83DA-CF11B60B6941}"/>
              </a:ext>
            </a:extLst>
          </p:cNvPr>
          <p:cNvSpPr>
            <a:spLocks noGrp="1"/>
          </p:cNvSpPr>
          <p:nvPr>
            <p:ph type="sldNum" sz="quarter" idx="12"/>
          </p:nvPr>
        </p:nvSpPr>
        <p:spPr/>
        <p:txBody>
          <a:bodyPr/>
          <a:lstStyle/>
          <a:p>
            <a:fld id="{862A5111-985B-C14D-9115-5787026182A8}" type="slidenum">
              <a:rPr lang="en-US" smtClean="0">
                <a:solidFill>
                  <a:schemeClr val="bg1"/>
                </a:solidFill>
                <a:latin typeface="Arial" panose="020B0604020202020204" pitchFamily="34" charset="0"/>
              </a:rPr>
              <a:t>3</a:t>
            </a:fld>
            <a:endParaRPr lang="en-US">
              <a:solidFill>
                <a:schemeClr val="bg1"/>
              </a:solidFill>
              <a:latin typeface="Arial" panose="020B0604020202020204" pitchFamily="34" charset="0"/>
            </a:endParaRPr>
          </a:p>
        </p:txBody>
      </p:sp>
      <p:sp>
        <p:nvSpPr>
          <p:cNvPr id="3" name="Text Placeholder 4">
            <a:extLst>
              <a:ext uri="{FF2B5EF4-FFF2-40B4-BE49-F238E27FC236}">
                <a16:creationId xmlns:a16="http://schemas.microsoft.com/office/drawing/2014/main" id="{0C333962-9598-4753-B4AB-16FD399D3F13}"/>
              </a:ext>
            </a:extLst>
          </p:cNvPr>
          <p:cNvSpPr txBox="1">
            <a:spLocks/>
          </p:cNvSpPr>
          <p:nvPr/>
        </p:nvSpPr>
        <p:spPr>
          <a:xfrm>
            <a:off x="546099" y="2169667"/>
            <a:ext cx="2672589" cy="1305053"/>
          </a:xfrm>
          <a:prstGeom prst="rect">
            <a:avLst/>
          </a:prstGeom>
        </p:spPr>
        <p:txBody>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r>
              <a:rPr lang="en-US">
                <a:latin typeface="Arial" panose="020B0604020202020204" pitchFamily="34" charset="0"/>
              </a:rPr>
              <a:t>AI performance depends</a:t>
            </a:r>
            <a:br>
              <a:rPr lang="en-US">
                <a:latin typeface="Arial" panose="020B0604020202020204" pitchFamily="34" charset="0"/>
              </a:rPr>
            </a:br>
            <a:r>
              <a:rPr lang="en-US">
                <a:latin typeface="Arial" panose="020B0604020202020204" pitchFamily="34" charset="0"/>
              </a:rPr>
              <a:t>on the strength of its data foundation. Moody’s delivers the depth, structure and precision to enable strategic transformation.  </a:t>
            </a:r>
          </a:p>
          <a:p>
            <a:endParaRPr lang="en-CR"/>
          </a:p>
        </p:txBody>
      </p:sp>
      <p:sp>
        <p:nvSpPr>
          <p:cNvPr id="4" name="Title 5">
            <a:extLst>
              <a:ext uri="{FF2B5EF4-FFF2-40B4-BE49-F238E27FC236}">
                <a16:creationId xmlns:a16="http://schemas.microsoft.com/office/drawing/2014/main" id="{B1D2771D-72A9-B91C-C3DF-C825285F78B0}"/>
              </a:ext>
            </a:extLst>
          </p:cNvPr>
          <p:cNvSpPr txBox="1">
            <a:spLocks/>
          </p:cNvSpPr>
          <p:nvPr/>
        </p:nvSpPr>
        <p:spPr>
          <a:xfrm>
            <a:off x="546100" y="552450"/>
            <a:ext cx="3343148" cy="1426604"/>
          </a:xfrm>
          <a:prstGeom prst="rect">
            <a:avLst/>
          </a:prstGeom>
        </p:spPr>
        <p:txBody>
          <a:bodyPr/>
          <a:lstStyle>
            <a:lvl1pPr algn="l" defTabSz="914400" rtl="0" eaLnBrk="1" latinLnBrk="0" hangingPunct="1">
              <a:lnSpc>
                <a:spcPts val="3600"/>
              </a:lnSpc>
              <a:spcBef>
                <a:spcPct val="0"/>
              </a:spcBef>
              <a:buNone/>
              <a:defRPr sz="3600" b="1" i="0" kern="1200">
                <a:solidFill>
                  <a:schemeClr val="tx2"/>
                </a:solidFill>
                <a:latin typeface="+mj-lt"/>
                <a:ea typeface="+mj-ea"/>
                <a:cs typeface="+mj-cs"/>
              </a:defRPr>
            </a:lvl1pPr>
          </a:lstStyle>
          <a:p>
            <a:r>
              <a:rPr lang="en-US">
                <a:latin typeface="Times New Roman" panose="02020603050405020304" pitchFamily="18" charset="0"/>
              </a:rPr>
              <a:t>Moody’s Data &amp; Content Foundation</a:t>
            </a:r>
            <a:endParaRPr lang="en-CR">
              <a:latin typeface="Times New Roman" panose="02020603050405020304" pitchFamily="18" charset="0"/>
            </a:endParaRPr>
          </a:p>
        </p:txBody>
      </p:sp>
      <p:sp>
        <p:nvSpPr>
          <p:cNvPr id="5" name="Rectangle 4">
            <a:extLst>
              <a:ext uri="{FF2B5EF4-FFF2-40B4-BE49-F238E27FC236}">
                <a16:creationId xmlns:a16="http://schemas.microsoft.com/office/drawing/2014/main" id="{A2C4660F-A446-23C6-8491-70017274B0D8}"/>
              </a:ext>
            </a:extLst>
          </p:cNvPr>
          <p:cNvSpPr/>
          <p:nvPr/>
        </p:nvSpPr>
        <p:spPr>
          <a:xfrm>
            <a:off x="4013200" y="0"/>
            <a:ext cx="8178800" cy="247497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8" name="TextBox 7">
            <a:extLst>
              <a:ext uri="{FF2B5EF4-FFF2-40B4-BE49-F238E27FC236}">
                <a16:creationId xmlns:a16="http://schemas.microsoft.com/office/drawing/2014/main" id="{5B1521B3-FED5-9423-0ACE-247AE8CF68D6}"/>
              </a:ext>
            </a:extLst>
          </p:cNvPr>
          <p:cNvSpPr txBox="1"/>
          <p:nvPr/>
        </p:nvSpPr>
        <p:spPr>
          <a:xfrm>
            <a:off x="4290098" y="273431"/>
            <a:ext cx="2330012" cy="1938992"/>
          </a:xfrm>
          <a:prstGeom prst="rect">
            <a:avLst/>
          </a:prstGeom>
          <a:noFill/>
        </p:spPr>
        <p:txBody>
          <a:bodyPr wrap="square">
            <a:spAutoFit/>
          </a:bodyPr>
          <a:lstStyle/>
          <a:p>
            <a:r>
              <a:rPr lang="en-US" sz="1200" b="1">
                <a:solidFill>
                  <a:schemeClr val="bg1"/>
                </a:solidFill>
                <a:latin typeface="Arial" panose="020B0604020202020204" pitchFamily="34" charset="0"/>
              </a:rPr>
              <a:t>Comprehensive Cross-Domain Coverage</a:t>
            </a:r>
            <a:br>
              <a:rPr lang="en-US" sz="1200">
                <a:solidFill>
                  <a:schemeClr val="bg1"/>
                </a:solidFill>
                <a:latin typeface="Arial" panose="020B0604020202020204" pitchFamily="34" charset="0"/>
              </a:rPr>
            </a:br>
            <a:br>
              <a:rPr lang="en-US" sz="1200">
                <a:solidFill>
                  <a:schemeClr val="bg1"/>
                </a:solidFill>
                <a:latin typeface="Arial" panose="020B0604020202020204" pitchFamily="34" charset="0"/>
              </a:rPr>
            </a:br>
            <a:r>
              <a:rPr lang="en-US" sz="1200" b="0">
                <a:solidFill>
                  <a:schemeClr val="bg1"/>
                </a:solidFill>
                <a:latin typeface="Arial" panose="020B0604020202020204" pitchFamily="34" charset="0"/>
              </a:rPr>
              <a:t>Beyond credit ratings and research, Moody’s data spans company financials, ownership structures, M&amp;A activity, real estate, patent filings, digital footprints, economic indicators and more.</a:t>
            </a:r>
          </a:p>
        </p:txBody>
      </p:sp>
      <p:sp>
        <p:nvSpPr>
          <p:cNvPr id="9" name="TextBox 8">
            <a:extLst>
              <a:ext uri="{FF2B5EF4-FFF2-40B4-BE49-F238E27FC236}">
                <a16:creationId xmlns:a16="http://schemas.microsoft.com/office/drawing/2014/main" id="{2656CF5D-5D24-182F-1AED-0208B92221D1}"/>
              </a:ext>
            </a:extLst>
          </p:cNvPr>
          <p:cNvSpPr txBox="1"/>
          <p:nvPr/>
        </p:nvSpPr>
        <p:spPr>
          <a:xfrm>
            <a:off x="6985346" y="273431"/>
            <a:ext cx="2330012" cy="1754326"/>
          </a:xfrm>
          <a:prstGeom prst="rect">
            <a:avLst/>
          </a:prstGeom>
          <a:noFill/>
        </p:spPr>
        <p:txBody>
          <a:bodyPr wrap="square">
            <a:spAutoFit/>
          </a:bodyPr>
          <a:lstStyle/>
          <a:p>
            <a:r>
              <a:rPr lang="en-US" sz="1200" b="1">
                <a:solidFill>
                  <a:schemeClr val="bg1"/>
                </a:solidFill>
                <a:latin typeface="Arial" panose="020B0604020202020204" pitchFamily="34" charset="0"/>
              </a:rPr>
              <a:t>Global Reach &amp;</a:t>
            </a:r>
            <a:br>
              <a:rPr lang="en-US" sz="1200" b="1">
                <a:solidFill>
                  <a:schemeClr val="bg1"/>
                </a:solidFill>
                <a:latin typeface="Arial" panose="020B0604020202020204" pitchFamily="34" charset="0"/>
              </a:rPr>
            </a:br>
            <a:r>
              <a:rPr lang="en-US" sz="1200" b="1">
                <a:solidFill>
                  <a:schemeClr val="bg1"/>
                </a:solidFill>
                <a:latin typeface="Arial" panose="020B0604020202020204" pitchFamily="34" charset="0"/>
              </a:rPr>
              <a:t>Historical Depth</a:t>
            </a:r>
          </a:p>
          <a:p>
            <a:endParaRPr lang="en-US" sz="1200" b="1">
              <a:solidFill>
                <a:schemeClr val="bg1"/>
              </a:solidFill>
              <a:latin typeface="Arial" panose="020B0604020202020204" pitchFamily="34" charset="0"/>
            </a:endParaRPr>
          </a:p>
          <a:p>
            <a:r>
              <a:rPr lang="en-US" sz="1200">
                <a:solidFill>
                  <a:schemeClr val="bg1"/>
                </a:solidFill>
                <a:latin typeface="Arial" panose="020B0604020202020204" pitchFamily="34" charset="0"/>
              </a:rPr>
              <a:t>590M+ entities across 165 countries and over 25 years</a:t>
            </a:r>
            <a:br>
              <a:rPr lang="en-US" sz="1200">
                <a:solidFill>
                  <a:schemeClr val="bg1"/>
                </a:solidFill>
                <a:latin typeface="Arial" panose="020B0604020202020204" pitchFamily="34" charset="0"/>
              </a:rPr>
            </a:br>
            <a:r>
              <a:rPr lang="en-US" sz="1200">
                <a:solidFill>
                  <a:schemeClr val="bg1"/>
                </a:solidFill>
                <a:latin typeface="Arial" panose="020B0604020202020204" pitchFamily="34" charset="0"/>
              </a:rPr>
              <a:t>of archived financials and ownership data enable longitudinal analysis and</a:t>
            </a:r>
            <a:br>
              <a:rPr lang="en-US" sz="1200">
                <a:solidFill>
                  <a:schemeClr val="bg1"/>
                </a:solidFill>
                <a:latin typeface="Arial" panose="020B0604020202020204" pitchFamily="34" charset="0"/>
              </a:rPr>
            </a:br>
            <a:r>
              <a:rPr lang="en-US" sz="1200">
                <a:solidFill>
                  <a:schemeClr val="bg1"/>
                </a:solidFill>
                <a:latin typeface="Arial" panose="020B0604020202020204" pitchFamily="34" charset="0"/>
              </a:rPr>
              <a:t>trend discovery</a:t>
            </a:r>
            <a:r>
              <a:rPr lang="en-US" sz="1200">
                <a:latin typeface="Arial" panose="020B0604020202020204" pitchFamily="34" charset="0"/>
              </a:rPr>
              <a:t>.</a:t>
            </a:r>
          </a:p>
        </p:txBody>
      </p:sp>
      <p:sp>
        <p:nvSpPr>
          <p:cNvPr id="11" name="TextBox 10">
            <a:extLst>
              <a:ext uri="{FF2B5EF4-FFF2-40B4-BE49-F238E27FC236}">
                <a16:creationId xmlns:a16="http://schemas.microsoft.com/office/drawing/2014/main" id="{19C1D68F-9BB1-4EFC-3193-F44F32AD6B77}"/>
              </a:ext>
            </a:extLst>
          </p:cNvPr>
          <p:cNvSpPr txBox="1"/>
          <p:nvPr/>
        </p:nvSpPr>
        <p:spPr>
          <a:xfrm>
            <a:off x="9680594" y="273431"/>
            <a:ext cx="2330012" cy="1569660"/>
          </a:xfrm>
          <a:prstGeom prst="rect">
            <a:avLst/>
          </a:prstGeom>
          <a:noFill/>
        </p:spPr>
        <p:txBody>
          <a:bodyPr wrap="square">
            <a:spAutoFit/>
          </a:bodyPr>
          <a:lstStyle/>
          <a:p>
            <a:r>
              <a:rPr lang="en-US" sz="1200" b="1">
                <a:solidFill>
                  <a:schemeClr val="bg1"/>
                </a:solidFill>
                <a:latin typeface="Arial" panose="020B0604020202020204" pitchFamily="34" charset="0"/>
              </a:rPr>
              <a:t>Uncompromising Stewardship</a:t>
            </a:r>
          </a:p>
          <a:p>
            <a:endParaRPr lang="en-US" sz="1200">
              <a:solidFill>
                <a:schemeClr val="bg1"/>
              </a:solidFill>
              <a:latin typeface="Arial" panose="020B0604020202020204" pitchFamily="34" charset="0"/>
            </a:endParaRPr>
          </a:p>
          <a:p>
            <a:r>
              <a:rPr lang="en-US" sz="1200">
                <a:solidFill>
                  <a:schemeClr val="bg1"/>
                </a:solidFill>
                <a:latin typeface="Arial" panose="020B0604020202020204" pitchFamily="34" charset="0"/>
              </a:rPr>
              <a:t>Rigorous maintenance,</a:t>
            </a:r>
            <a:br>
              <a:rPr lang="en-US" sz="1200">
                <a:solidFill>
                  <a:schemeClr val="bg1"/>
                </a:solidFill>
                <a:latin typeface="Arial" panose="020B0604020202020204" pitchFamily="34" charset="0"/>
              </a:rPr>
            </a:br>
            <a:r>
              <a:rPr lang="en-US" sz="1200">
                <a:solidFill>
                  <a:schemeClr val="bg1"/>
                </a:solidFill>
                <a:latin typeface="Arial" panose="020B0604020202020204" pitchFamily="34" charset="0"/>
              </a:rPr>
              <a:t>data enrichment and</a:t>
            </a:r>
            <a:br>
              <a:rPr lang="en-US" sz="1200">
                <a:solidFill>
                  <a:schemeClr val="bg1"/>
                </a:solidFill>
                <a:latin typeface="Arial" panose="020B0604020202020204" pitchFamily="34" charset="0"/>
              </a:rPr>
            </a:br>
            <a:r>
              <a:rPr lang="en-US" sz="1200">
                <a:solidFill>
                  <a:schemeClr val="bg1"/>
                </a:solidFill>
                <a:latin typeface="Arial" panose="020B0604020202020204" pitchFamily="34" charset="0"/>
              </a:rPr>
              <a:t>regulatory governance,</a:t>
            </a:r>
            <a:br>
              <a:rPr lang="en-US" sz="1200">
                <a:solidFill>
                  <a:schemeClr val="bg1"/>
                </a:solidFill>
                <a:latin typeface="Arial" panose="020B0604020202020204" pitchFamily="34" charset="0"/>
              </a:rPr>
            </a:br>
            <a:r>
              <a:rPr lang="en-US" sz="1200">
                <a:solidFill>
                  <a:schemeClr val="bg1"/>
                </a:solidFill>
                <a:latin typeface="Arial" panose="020B0604020202020204" pitchFamily="34" charset="0"/>
              </a:rPr>
              <a:t>built for confidence and</a:t>
            </a:r>
            <a:br>
              <a:rPr lang="en-US" sz="1200">
                <a:solidFill>
                  <a:schemeClr val="bg1"/>
                </a:solidFill>
                <a:latin typeface="Arial" panose="020B0604020202020204" pitchFamily="34" charset="0"/>
              </a:rPr>
            </a:br>
            <a:r>
              <a:rPr lang="en-US" sz="1200">
                <a:solidFill>
                  <a:schemeClr val="bg1"/>
                </a:solidFill>
                <a:latin typeface="Arial" panose="020B0604020202020204" pitchFamily="34" charset="0"/>
              </a:rPr>
              <a:t>data interoperability  </a:t>
            </a:r>
          </a:p>
        </p:txBody>
      </p:sp>
      <p:grpSp>
        <p:nvGrpSpPr>
          <p:cNvPr id="133" name="Group 132">
            <a:extLst>
              <a:ext uri="{FF2B5EF4-FFF2-40B4-BE49-F238E27FC236}">
                <a16:creationId xmlns:a16="http://schemas.microsoft.com/office/drawing/2014/main" id="{D8A2FC03-DDFA-F5C3-0F9D-1166D145DDF4}"/>
              </a:ext>
            </a:extLst>
          </p:cNvPr>
          <p:cNvGrpSpPr/>
          <p:nvPr/>
        </p:nvGrpSpPr>
        <p:grpSpPr>
          <a:xfrm>
            <a:off x="10700583" y="5583198"/>
            <a:ext cx="1080000" cy="666794"/>
            <a:chOff x="10095715" y="5659398"/>
            <a:chExt cx="1080000" cy="666794"/>
          </a:xfrm>
        </p:grpSpPr>
        <p:sp>
          <p:nvSpPr>
            <p:cNvPr id="45" name="TextBox 44">
              <a:extLst>
                <a:ext uri="{FF2B5EF4-FFF2-40B4-BE49-F238E27FC236}">
                  <a16:creationId xmlns:a16="http://schemas.microsoft.com/office/drawing/2014/main" id="{F6010B49-DD62-3497-DE38-05AF90B8B2FF}"/>
                </a:ext>
              </a:extLst>
            </p:cNvPr>
            <p:cNvSpPr txBox="1"/>
            <p:nvPr/>
          </p:nvSpPr>
          <p:spPr>
            <a:xfrm>
              <a:off x="10095715" y="6049193"/>
              <a:ext cx="1080000" cy="276999"/>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Arial" panose="020B0604020202020204" pitchFamily="34" charset="0"/>
                  <a:ea typeface="+mn-ea"/>
                  <a:cs typeface="+mn-cs"/>
                </a:rPr>
                <a:t>Macro/sector/ entity forecasts </a:t>
              </a:r>
            </a:p>
          </p:txBody>
        </p:sp>
        <p:pic>
          <p:nvPicPr>
            <p:cNvPr id="46" name="Graphic 45">
              <a:extLst>
                <a:ext uri="{FF2B5EF4-FFF2-40B4-BE49-F238E27FC236}">
                  <a16:creationId xmlns:a16="http://schemas.microsoft.com/office/drawing/2014/main" id="{14DC4E55-3312-DB6C-015F-BD6086DE995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31315" y="5659398"/>
              <a:ext cx="208800" cy="237600"/>
            </a:xfrm>
            <a:prstGeom prst="rect">
              <a:avLst/>
            </a:prstGeom>
          </p:spPr>
        </p:pic>
      </p:grpSp>
      <p:grpSp>
        <p:nvGrpSpPr>
          <p:cNvPr id="132" name="Group 131">
            <a:extLst>
              <a:ext uri="{FF2B5EF4-FFF2-40B4-BE49-F238E27FC236}">
                <a16:creationId xmlns:a16="http://schemas.microsoft.com/office/drawing/2014/main" id="{E90BC376-253F-A31C-B7C3-39BCE2EF185B}"/>
              </a:ext>
            </a:extLst>
          </p:cNvPr>
          <p:cNvGrpSpPr/>
          <p:nvPr/>
        </p:nvGrpSpPr>
        <p:grpSpPr>
          <a:xfrm>
            <a:off x="9274025" y="5583198"/>
            <a:ext cx="1080000" cy="528294"/>
            <a:chOff x="8285529" y="5659398"/>
            <a:chExt cx="1080000" cy="528294"/>
          </a:xfrm>
        </p:grpSpPr>
        <p:sp>
          <p:nvSpPr>
            <p:cNvPr id="43" name="TextBox 42">
              <a:extLst>
                <a:ext uri="{FF2B5EF4-FFF2-40B4-BE49-F238E27FC236}">
                  <a16:creationId xmlns:a16="http://schemas.microsoft.com/office/drawing/2014/main" id="{8E027686-FDA2-A7A7-B449-E2AC23CCA691}"/>
                </a:ext>
              </a:extLst>
            </p:cNvPr>
            <p:cNvSpPr txBox="1"/>
            <p:nvPr/>
          </p:nvSpPr>
          <p:spPr>
            <a:xfrm>
              <a:off x="8285529" y="6049193"/>
              <a:ext cx="1080000" cy="138499"/>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Arial" panose="020B0604020202020204" pitchFamily="34" charset="0"/>
                  <a:ea typeface="+mn-ea"/>
                  <a:cs typeface="+mn-cs"/>
                </a:rPr>
                <a:t>Cyber risk </a:t>
              </a:r>
            </a:p>
          </p:txBody>
        </p:sp>
        <p:pic>
          <p:nvPicPr>
            <p:cNvPr id="44" name="Graphic 43">
              <a:extLst>
                <a:ext uri="{FF2B5EF4-FFF2-40B4-BE49-F238E27FC236}">
                  <a16:creationId xmlns:a16="http://schemas.microsoft.com/office/drawing/2014/main" id="{E992D1B0-6C8E-74E3-0497-8E9A5103A4D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94849" y="5659398"/>
              <a:ext cx="261360" cy="237600"/>
            </a:xfrm>
            <a:prstGeom prst="rect">
              <a:avLst/>
            </a:prstGeom>
          </p:spPr>
        </p:pic>
      </p:grpSp>
      <p:grpSp>
        <p:nvGrpSpPr>
          <p:cNvPr id="128" name="Group 127">
            <a:extLst>
              <a:ext uri="{FF2B5EF4-FFF2-40B4-BE49-F238E27FC236}">
                <a16:creationId xmlns:a16="http://schemas.microsoft.com/office/drawing/2014/main" id="{0F785091-3FFC-1E92-09C5-89CB463C1F2E}"/>
              </a:ext>
            </a:extLst>
          </p:cNvPr>
          <p:cNvGrpSpPr/>
          <p:nvPr/>
        </p:nvGrpSpPr>
        <p:grpSpPr>
          <a:xfrm>
            <a:off x="10700583" y="3158260"/>
            <a:ext cx="1080000" cy="515594"/>
            <a:chOff x="9709983" y="3158260"/>
            <a:chExt cx="1080000" cy="515594"/>
          </a:xfrm>
        </p:grpSpPr>
        <p:sp>
          <p:nvSpPr>
            <p:cNvPr id="41" name="TextBox 40">
              <a:extLst>
                <a:ext uri="{FF2B5EF4-FFF2-40B4-BE49-F238E27FC236}">
                  <a16:creationId xmlns:a16="http://schemas.microsoft.com/office/drawing/2014/main" id="{1DE7B7CC-FA73-0138-D7AB-411762565E96}"/>
                </a:ext>
              </a:extLst>
            </p:cNvPr>
            <p:cNvSpPr txBox="1"/>
            <p:nvPr/>
          </p:nvSpPr>
          <p:spPr>
            <a:xfrm>
              <a:off x="9709983" y="3535355"/>
              <a:ext cx="1080000" cy="138499"/>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Arial" panose="020B0604020202020204" pitchFamily="34" charset="0"/>
                  <a:ea typeface="+mn-ea"/>
                  <a:cs typeface="+mn-cs"/>
                </a:rPr>
                <a:t>Early Warning </a:t>
              </a:r>
            </a:p>
          </p:txBody>
        </p:sp>
        <p:pic>
          <p:nvPicPr>
            <p:cNvPr id="42" name="Picture 41">
              <a:extLst>
                <a:ext uri="{FF2B5EF4-FFF2-40B4-BE49-F238E27FC236}">
                  <a16:creationId xmlns:a16="http://schemas.microsoft.com/office/drawing/2014/main" id="{17086F92-7F4C-0915-C7D1-140942C7D466}"/>
                </a:ext>
              </a:extLst>
            </p:cNvPr>
            <p:cNvPicPr>
              <a:picLocks noChangeAspect="1"/>
            </p:cNvPicPr>
            <p:nvPr/>
          </p:nvPicPr>
          <p:blipFill>
            <a:blip r:embed="rId5">
              <a:duotone>
                <a:prstClr val="black"/>
                <a:schemeClr val="bg1">
                  <a:tint val="45000"/>
                  <a:satMod val="400000"/>
                </a:schemeClr>
              </a:duotone>
              <a:lum bright="100000"/>
            </a:blip>
            <a:stretch>
              <a:fillRect/>
            </a:stretch>
          </p:blipFill>
          <p:spPr>
            <a:xfrm>
              <a:off x="10131183" y="3158260"/>
              <a:ext cx="237600" cy="237600"/>
            </a:xfrm>
            <a:prstGeom prst="rect">
              <a:avLst/>
            </a:prstGeom>
          </p:spPr>
        </p:pic>
      </p:grpSp>
      <p:grpSp>
        <p:nvGrpSpPr>
          <p:cNvPr id="131" name="Group 130">
            <a:extLst>
              <a:ext uri="{FF2B5EF4-FFF2-40B4-BE49-F238E27FC236}">
                <a16:creationId xmlns:a16="http://schemas.microsoft.com/office/drawing/2014/main" id="{2300340A-0C6E-0F10-0838-EF2D226DDA11}"/>
              </a:ext>
            </a:extLst>
          </p:cNvPr>
          <p:cNvGrpSpPr/>
          <p:nvPr/>
        </p:nvGrpSpPr>
        <p:grpSpPr>
          <a:xfrm>
            <a:off x="10700583" y="4294529"/>
            <a:ext cx="1080000" cy="515594"/>
            <a:chOff x="10009963" y="4358029"/>
            <a:chExt cx="1080000" cy="515594"/>
          </a:xfrm>
        </p:grpSpPr>
        <p:sp>
          <p:nvSpPr>
            <p:cNvPr id="39" name="TextBox 38">
              <a:extLst>
                <a:ext uri="{FF2B5EF4-FFF2-40B4-BE49-F238E27FC236}">
                  <a16:creationId xmlns:a16="http://schemas.microsoft.com/office/drawing/2014/main" id="{728C9455-75D5-0512-62FF-223233083033}"/>
                </a:ext>
              </a:extLst>
            </p:cNvPr>
            <p:cNvSpPr txBox="1"/>
            <p:nvPr/>
          </p:nvSpPr>
          <p:spPr>
            <a:xfrm>
              <a:off x="10009963" y="4735124"/>
              <a:ext cx="1080000" cy="138499"/>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Arial" panose="020B0604020202020204" pitchFamily="34" charset="0"/>
                  <a:ea typeface="+mn-ea"/>
                  <a:cs typeface="+mn-cs"/>
                </a:rPr>
                <a:t>News Sentiment</a:t>
              </a:r>
            </a:p>
          </p:txBody>
        </p:sp>
        <p:pic>
          <p:nvPicPr>
            <p:cNvPr id="40" name="Graphic 39">
              <a:extLst>
                <a:ext uri="{FF2B5EF4-FFF2-40B4-BE49-F238E27FC236}">
                  <a16:creationId xmlns:a16="http://schemas.microsoft.com/office/drawing/2014/main" id="{22B00AE5-C1B4-E8FA-C4A8-95C50D5A218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443892" y="4358029"/>
              <a:ext cx="212143" cy="237600"/>
            </a:xfrm>
            <a:prstGeom prst="rect">
              <a:avLst/>
            </a:prstGeom>
          </p:spPr>
        </p:pic>
      </p:grpSp>
      <p:grpSp>
        <p:nvGrpSpPr>
          <p:cNvPr id="101" name="Group 100">
            <a:extLst>
              <a:ext uri="{FF2B5EF4-FFF2-40B4-BE49-F238E27FC236}">
                <a16:creationId xmlns:a16="http://schemas.microsoft.com/office/drawing/2014/main" id="{2F025206-9476-39BD-77A9-95538F007137}"/>
              </a:ext>
            </a:extLst>
          </p:cNvPr>
          <p:cNvGrpSpPr/>
          <p:nvPr/>
        </p:nvGrpSpPr>
        <p:grpSpPr>
          <a:xfrm>
            <a:off x="5894457" y="3158260"/>
            <a:ext cx="1080000" cy="690013"/>
            <a:chOff x="5597933" y="3158260"/>
            <a:chExt cx="1080000" cy="690013"/>
          </a:xfrm>
        </p:grpSpPr>
        <p:sp>
          <p:nvSpPr>
            <p:cNvPr id="84" name="TextBox 83">
              <a:extLst>
                <a:ext uri="{FF2B5EF4-FFF2-40B4-BE49-F238E27FC236}">
                  <a16:creationId xmlns:a16="http://schemas.microsoft.com/office/drawing/2014/main" id="{6CA64FA7-3325-EF3D-79E0-7F3973423415}"/>
                </a:ext>
              </a:extLst>
            </p:cNvPr>
            <p:cNvSpPr txBox="1"/>
            <p:nvPr/>
          </p:nvSpPr>
          <p:spPr>
            <a:xfrm>
              <a:off x="5597933" y="3535355"/>
              <a:ext cx="1080000" cy="138499"/>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Arial" panose="020B0604020202020204" pitchFamily="34" charset="0"/>
                  <a:ea typeface="+mn-ea"/>
                  <a:cs typeface="+mn-cs"/>
                </a:rPr>
                <a:t>Firmographics </a:t>
              </a:r>
            </a:p>
          </p:txBody>
        </p:sp>
        <p:pic>
          <p:nvPicPr>
            <p:cNvPr id="85" name="Graphic 84">
              <a:extLst>
                <a:ext uri="{FF2B5EF4-FFF2-40B4-BE49-F238E27FC236}">
                  <a16:creationId xmlns:a16="http://schemas.microsoft.com/office/drawing/2014/main" id="{237D3B9C-22D4-DFA3-9A48-23ED56E90764}"/>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6035333" y="3158260"/>
              <a:ext cx="205200" cy="236769"/>
            </a:xfrm>
            <a:prstGeom prst="rect">
              <a:avLst/>
            </a:prstGeom>
          </p:spPr>
        </p:pic>
        <p:sp>
          <p:nvSpPr>
            <p:cNvPr id="83" name="TextBox 82">
              <a:extLst>
                <a:ext uri="{FF2B5EF4-FFF2-40B4-BE49-F238E27FC236}">
                  <a16:creationId xmlns:a16="http://schemas.microsoft.com/office/drawing/2014/main" id="{ADDE70EC-B48C-B464-77CA-2330E345DABD}"/>
                </a:ext>
              </a:extLst>
            </p:cNvPr>
            <p:cNvSpPr txBox="1"/>
            <p:nvPr/>
          </p:nvSpPr>
          <p:spPr>
            <a:xfrm>
              <a:off x="5597933" y="3737473"/>
              <a:ext cx="1080000" cy="110800"/>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1">
                      <a:lumMod val="75000"/>
                    </a:schemeClr>
                  </a:solidFill>
                  <a:effectLst/>
                  <a:uLnTx/>
                  <a:uFillTx/>
                  <a:latin typeface="Arial" panose="020B0604020202020204" pitchFamily="34" charset="0"/>
                  <a:ea typeface="+mn-ea"/>
                  <a:cs typeface="+mn-cs"/>
                </a:rPr>
                <a:t>590M+ Entities</a:t>
              </a:r>
            </a:p>
          </p:txBody>
        </p:sp>
      </p:grpSp>
      <p:grpSp>
        <p:nvGrpSpPr>
          <p:cNvPr id="135" name="Group 134">
            <a:extLst>
              <a:ext uri="{FF2B5EF4-FFF2-40B4-BE49-F238E27FC236}">
                <a16:creationId xmlns:a16="http://schemas.microsoft.com/office/drawing/2014/main" id="{6C3740B1-1534-D426-2EEC-4C41940E5CA5}"/>
              </a:ext>
            </a:extLst>
          </p:cNvPr>
          <p:cNvGrpSpPr/>
          <p:nvPr/>
        </p:nvGrpSpPr>
        <p:grpSpPr>
          <a:xfrm>
            <a:off x="7498816" y="3158260"/>
            <a:ext cx="1123850" cy="690013"/>
            <a:chOff x="6765561" y="3158260"/>
            <a:chExt cx="1123850" cy="690013"/>
          </a:xfrm>
        </p:grpSpPr>
        <p:sp>
          <p:nvSpPr>
            <p:cNvPr id="80" name="TextBox 79">
              <a:extLst>
                <a:ext uri="{FF2B5EF4-FFF2-40B4-BE49-F238E27FC236}">
                  <a16:creationId xmlns:a16="http://schemas.microsoft.com/office/drawing/2014/main" id="{C5EB73E5-E9F3-786C-D857-EB286D48E829}"/>
                </a:ext>
              </a:extLst>
            </p:cNvPr>
            <p:cNvSpPr txBox="1"/>
            <p:nvPr/>
          </p:nvSpPr>
          <p:spPr>
            <a:xfrm>
              <a:off x="6765561" y="3535355"/>
              <a:ext cx="1080000" cy="138499"/>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Arial" panose="020B0604020202020204" pitchFamily="34" charset="0"/>
                  <a:ea typeface="+mn-ea"/>
                  <a:cs typeface="+mn-cs"/>
                </a:rPr>
                <a:t>Financials Data</a:t>
              </a:r>
            </a:p>
          </p:txBody>
        </p:sp>
        <p:pic>
          <p:nvPicPr>
            <p:cNvPr id="81" name="Graphic 80">
              <a:extLst>
                <a:ext uri="{FF2B5EF4-FFF2-40B4-BE49-F238E27FC236}">
                  <a16:creationId xmlns:a16="http://schemas.microsoft.com/office/drawing/2014/main" id="{3AB2AA84-3ABB-5A97-7C9A-947C577B7B9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195033" y="3158260"/>
              <a:ext cx="254572" cy="237600"/>
            </a:xfrm>
            <a:prstGeom prst="rect">
              <a:avLst/>
            </a:prstGeom>
          </p:spPr>
        </p:pic>
        <p:sp>
          <p:nvSpPr>
            <p:cNvPr id="79" name="TextBox 78">
              <a:extLst>
                <a:ext uri="{FF2B5EF4-FFF2-40B4-BE49-F238E27FC236}">
                  <a16:creationId xmlns:a16="http://schemas.microsoft.com/office/drawing/2014/main" id="{F39E911A-1671-CC47-45AE-CD1282C94A00}"/>
                </a:ext>
              </a:extLst>
            </p:cNvPr>
            <p:cNvSpPr txBox="1"/>
            <p:nvPr/>
          </p:nvSpPr>
          <p:spPr>
            <a:xfrm>
              <a:off x="6809411" y="3737473"/>
              <a:ext cx="1080000" cy="110800"/>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1">
                      <a:lumMod val="75000"/>
                    </a:schemeClr>
                  </a:solidFill>
                  <a:effectLst/>
                  <a:uLnTx/>
                  <a:uFillTx/>
                  <a:latin typeface="Arial" panose="020B0604020202020204" pitchFamily="34" charset="0"/>
                  <a:ea typeface="+mn-ea"/>
                  <a:cs typeface="+mn-cs"/>
                </a:rPr>
                <a:t>210M+ Entities</a:t>
              </a:r>
            </a:p>
          </p:txBody>
        </p:sp>
      </p:grpSp>
      <p:grpSp>
        <p:nvGrpSpPr>
          <p:cNvPr id="119" name="Group 118">
            <a:extLst>
              <a:ext uri="{FF2B5EF4-FFF2-40B4-BE49-F238E27FC236}">
                <a16:creationId xmlns:a16="http://schemas.microsoft.com/office/drawing/2014/main" id="{43BD0B74-B02B-44C1-4598-85B2F8058FAB}"/>
              </a:ext>
            </a:extLst>
          </p:cNvPr>
          <p:cNvGrpSpPr/>
          <p:nvPr/>
        </p:nvGrpSpPr>
        <p:grpSpPr>
          <a:xfrm>
            <a:off x="4290098" y="4294529"/>
            <a:ext cx="1080000" cy="939734"/>
            <a:chOff x="4290098" y="4232680"/>
            <a:chExt cx="1080000" cy="939734"/>
          </a:xfrm>
        </p:grpSpPr>
        <p:sp>
          <p:nvSpPr>
            <p:cNvPr id="75" name="TextBox 74">
              <a:extLst>
                <a:ext uri="{FF2B5EF4-FFF2-40B4-BE49-F238E27FC236}">
                  <a16:creationId xmlns:a16="http://schemas.microsoft.com/office/drawing/2014/main" id="{D2C25A29-0715-FDBD-DB95-AF67B13E76BA}"/>
                </a:ext>
              </a:extLst>
            </p:cNvPr>
            <p:cNvSpPr txBox="1"/>
            <p:nvPr/>
          </p:nvSpPr>
          <p:spPr>
            <a:xfrm>
              <a:off x="4290098" y="4609775"/>
              <a:ext cx="1080000" cy="276999"/>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Arial" panose="020B0604020202020204" pitchFamily="34" charset="0"/>
                  <a:ea typeface="+mn-ea"/>
                  <a:cs typeface="+mn-cs"/>
                </a:rPr>
                <a:t>Ownership &amp; sanctions</a:t>
              </a:r>
            </a:p>
          </p:txBody>
        </p:sp>
        <p:pic>
          <p:nvPicPr>
            <p:cNvPr id="76" name="Graphic 75">
              <a:extLst>
                <a:ext uri="{FF2B5EF4-FFF2-40B4-BE49-F238E27FC236}">
                  <a16:creationId xmlns:a16="http://schemas.microsoft.com/office/drawing/2014/main" id="{F69A838E-4DDC-6BD1-50B0-A944D2FBEA5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686098" y="4232680"/>
              <a:ext cx="288000" cy="237913"/>
            </a:xfrm>
            <a:prstGeom prst="rect">
              <a:avLst/>
            </a:prstGeom>
          </p:spPr>
        </p:pic>
        <p:sp>
          <p:nvSpPr>
            <p:cNvPr id="77" name="TextBox 76">
              <a:extLst>
                <a:ext uri="{FF2B5EF4-FFF2-40B4-BE49-F238E27FC236}">
                  <a16:creationId xmlns:a16="http://schemas.microsoft.com/office/drawing/2014/main" id="{5385E756-994D-97AE-84D7-9E22EB7C92E8}"/>
                </a:ext>
              </a:extLst>
            </p:cNvPr>
            <p:cNvSpPr txBox="1"/>
            <p:nvPr/>
          </p:nvSpPr>
          <p:spPr>
            <a:xfrm>
              <a:off x="4290098" y="4926193"/>
              <a:ext cx="1080000" cy="246221"/>
            </a:xfrm>
            <a:prstGeom prst="rect">
              <a:avLst/>
            </a:prstGeom>
            <a:noFill/>
          </p:spPr>
          <p:txBody>
            <a:bodyPr wrap="square" lIns="0" tIns="0" rIns="0" bIns="0" rtlCol="0">
              <a:spAutoFit/>
            </a:bodyPr>
            <a:lstStyle/>
            <a:p>
              <a:pPr marL="0" marR="0" lvl="0" indent="0" algn="ctr" defTabSz="914400" rtl="0" eaLnBrk="1" fontAlgn="auto" latinLnBrk="0" hangingPunct="1">
                <a:spcBef>
                  <a:spcPts val="0"/>
                </a:spcBef>
                <a:spcAft>
                  <a:spcPts val="0"/>
                </a:spcAft>
                <a:buClrTx/>
                <a:buSzTx/>
                <a:buFontTx/>
                <a:buNone/>
                <a:tabLst/>
                <a:defRPr/>
              </a:pPr>
              <a:r>
                <a:rPr kumimoji="0" lang="en-US" sz="800" b="0" i="0" u="none" strike="noStrike" kern="1200" cap="none" spc="0" normalizeH="0" baseline="0" noProof="0">
                  <a:ln>
                    <a:noFill/>
                  </a:ln>
                  <a:solidFill>
                    <a:schemeClr val="bg1">
                      <a:lumMod val="75000"/>
                    </a:schemeClr>
                  </a:solidFill>
                  <a:effectLst/>
                  <a:uLnTx/>
                  <a:uFillTx/>
                  <a:latin typeface="Arial" panose="020B0604020202020204" pitchFamily="34" charset="0"/>
                  <a:ea typeface="+mn-ea"/>
                  <a:cs typeface="+mn-cs"/>
                </a:rPr>
                <a:t>2bn+ Ownership Links</a:t>
              </a:r>
            </a:p>
            <a:p>
              <a:pPr marL="0" marR="0" lvl="0" indent="0" algn="ctr" defTabSz="914400" rtl="0" eaLnBrk="1" fontAlgn="auto" latinLnBrk="0" hangingPunct="1">
                <a:spcBef>
                  <a:spcPts val="0"/>
                </a:spcBef>
                <a:spcAft>
                  <a:spcPts val="0"/>
                </a:spcAft>
                <a:buClrTx/>
                <a:buSzTx/>
                <a:buFontTx/>
                <a:buNone/>
                <a:tabLst/>
                <a:defRPr/>
              </a:pPr>
              <a:r>
                <a:rPr kumimoji="0" lang="en-US" sz="800" b="0" i="0" u="none" strike="noStrike" kern="1200" cap="none" spc="0" normalizeH="0" baseline="0" noProof="0">
                  <a:ln>
                    <a:noFill/>
                  </a:ln>
                  <a:solidFill>
                    <a:schemeClr val="bg1">
                      <a:lumMod val="75000"/>
                    </a:schemeClr>
                  </a:solidFill>
                  <a:effectLst/>
                  <a:uLnTx/>
                  <a:uFillTx/>
                  <a:latin typeface="Arial" panose="020B0604020202020204" pitchFamily="34" charset="0"/>
                  <a:ea typeface="+mn-ea"/>
                  <a:cs typeface="+mn-cs"/>
                </a:rPr>
                <a:t>23M+ Risk Profiles</a:t>
              </a:r>
            </a:p>
          </p:txBody>
        </p:sp>
      </p:grpSp>
      <p:grpSp>
        <p:nvGrpSpPr>
          <p:cNvPr id="110" name="Group 109">
            <a:extLst>
              <a:ext uri="{FF2B5EF4-FFF2-40B4-BE49-F238E27FC236}">
                <a16:creationId xmlns:a16="http://schemas.microsoft.com/office/drawing/2014/main" id="{B393615E-A965-68E9-807F-B11E7C3CFB83}"/>
              </a:ext>
            </a:extLst>
          </p:cNvPr>
          <p:cNvGrpSpPr/>
          <p:nvPr/>
        </p:nvGrpSpPr>
        <p:grpSpPr>
          <a:xfrm>
            <a:off x="5894457" y="4294529"/>
            <a:ext cx="1080000" cy="939734"/>
            <a:chOff x="5870715" y="4232680"/>
            <a:chExt cx="1080000" cy="939734"/>
          </a:xfrm>
        </p:grpSpPr>
        <p:sp>
          <p:nvSpPr>
            <p:cNvPr id="72" name="TextBox 71">
              <a:extLst>
                <a:ext uri="{FF2B5EF4-FFF2-40B4-BE49-F238E27FC236}">
                  <a16:creationId xmlns:a16="http://schemas.microsoft.com/office/drawing/2014/main" id="{BB7687C7-AB41-B992-1248-7502C00AC85B}"/>
                </a:ext>
              </a:extLst>
            </p:cNvPr>
            <p:cNvSpPr txBox="1"/>
            <p:nvPr/>
          </p:nvSpPr>
          <p:spPr>
            <a:xfrm>
              <a:off x="5870715" y="4609775"/>
              <a:ext cx="1080000" cy="276999"/>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Arial" panose="020B0604020202020204" pitchFamily="34" charset="0"/>
                  <a:ea typeface="+mn-ea"/>
                  <a:cs typeface="+mn-cs"/>
                </a:rPr>
                <a:t>Commercial</a:t>
              </a:r>
              <a:br>
                <a:rPr kumimoji="0" lang="en-US" sz="1000" b="1" i="0" u="none" strike="noStrike" kern="1200" cap="none" spc="0" normalizeH="0" baseline="0" noProof="0">
                  <a:ln>
                    <a:noFill/>
                  </a:ln>
                  <a:solidFill>
                    <a:schemeClr val="bg1"/>
                  </a:solidFill>
                  <a:effectLst/>
                  <a:uLnTx/>
                  <a:uFillTx/>
                  <a:latin typeface="Arial" panose="020B0604020202020204" pitchFamily="34" charset="0"/>
                  <a:ea typeface="+mn-ea"/>
                  <a:cs typeface="+mn-cs"/>
                </a:rPr>
              </a:br>
              <a:r>
                <a:rPr kumimoji="0" lang="en-US" sz="1000" b="1" i="0" u="none" strike="noStrike" kern="1200" cap="none" spc="0" normalizeH="0" baseline="0" noProof="0">
                  <a:ln>
                    <a:noFill/>
                  </a:ln>
                  <a:solidFill>
                    <a:schemeClr val="bg1"/>
                  </a:solidFill>
                  <a:effectLst/>
                  <a:uLnTx/>
                  <a:uFillTx/>
                  <a:latin typeface="Arial" panose="020B0604020202020204" pitchFamily="34" charset="0"/>
                  <a:ea typeface="+mn-ea"/>
                  <a:cs typeface="+mn-cs"/>
                </a:rPr>
                <a:t>Real Estate</a:t>
              </a:r>
            </a:p>
          </p:txBody>
        </p:sp>
        <p:pic>
          <p:nvPicPr>
            <p:cNvPr id="73" name="Graphic 72">
              <a:extLst>
                <a:ext uri="{FF2B5EF4-FFF2-40B4-BE49-F238E27FC236}">
                  <a16:creationId xmlns:a16="http://schemas.microsoft.com/office/drawing/2014/main" id="{828ABA42-6FC7-50F8-FB1B-247E7568AE35}"/>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6288315" y="4232680"/>
              <a:ext cx="245793" cy="237600"/>
            </a:xfrm>
            <a:prstGeom prst="rect">
              <a:avLst/>
            </a:prstGeom>
          </p:spPr>
        </p:pic>
        <p:sp>
          <p:nvSpPr>
            <p:cNvPr id="74" name="TextBox 73">
              <a:extLst>
                <a:ext uri="{FF2B5EF4-FFF2-40B4-BE49-F238E27FC236}">
                  <a16:creationId xmlns:a16="http://schemas.microsoft.com/office/drawing/2014/main" id="{CF19BB75-13D1-286D-9C73-5AA526159D89}"/>
                </a:ext>
              </a:extLst>
            </p:cNvPr>
            <p:cNvSpPr txBox="1"/>
            <p:nvPr/>
          </p:nvSpPr>
          <p:spPr>
            <a:xfrm>
              <a:off x="5870715" y="4926193"/>
              <a:ext cx="1080000" cy="246221"/>
            </a:xfrm>
            <a:prstGeom prst="rect">
              <a:avLst/>
            </a:prstGeom>
            <a:noFill/>
          </p:spPr>
          <p:txBody>
            <a:bodyPr wrap="square" lIns="0" tIns="0" rIns="0" bIns="0" rtlCol="0">
              <a:spAutoFit/>
            </a:bodyPr>
            <a:lstStyle/>
            <a:p>
              <a:pPr marL="0" marR="0" lvl="0" indent="0" algn="ctr" defTabSz="914400" rtl="0" eaLnBrk="1" fontAlgn="auto" latinLnBrk="0" hangingPunct="1">
                <a:spcBef>
                  <a:spcPts val="0"/>
                </a:spcBef>
                <a:spcAft>
                  <a:spcPts val="0"/>
                </a:spcAft>
                <a:buClrTx/>
                <a:buSzTx/>
                <a:buFontTx/>
                <a:buNone/>
                <a:tabLst/>
                <a:defRPr/>
              </a:pPr>
              <a:r>
                <a:rPr kumimoji="0" lang="en-US" sz="800" b="0" i="0" u="none" strike="noStrike" kern="1200" cap="none" spc="0" normalizeH="0" baseline="0" noProof="0">
                  <a:ln>
                    <a:noFill/>
                  </a:ln>
                  <a:solidFill>
                    <a:schemeClr val="bg1">
                      <a:lumMod val="75000"/>
                    </a:schemeClr>
                  </a:solidFill>
                  <a:effectLst/>
                  <a:uLnTx/>
                  <a:uFillTx/>
                  <a:latin typeface="Arial" panose="020B0604020202020204" pitchFamily="34" charset="0"/>
                  <a:ea typeface="+mn-ea"/>
                  <a:cs typeface="+mn-cs"/>
                </a:rPr>
                <a:t>8.2M+ Properties</a:t>
              </a:r>
            </a:p>
            <a:p>
              <a:pPr marL="0" marR="0" lvl="0" indent="0" algn="ctr" defTabSz="914400" rtl="0" eaLnBrk="1" fontAlgn="auto" latinLnBrk="0" hangingPunct="1">
                <a:spcBef>
                  <a:spcPts val="0"/>
                </a:spcBef>
                <a:spcAft>
                  <a:spcPts val="0"/>
                </a:spcAft>
                <a:buClrTx/>
                <a:buSzTx/>
                <a:buFontTx/>
                <a:buNone/>
                <a:tabLst/>
                <a:defRPr/>
              </a:pPr>
              <a:r>
                <a:rPr kumimoji="0" lang="en-US" sz="800" b="0" i="0" u="none" strike="noStrike" kern="1200" cap="none" spc="0" normalizeH="0" baseline="0" noProof="0">
                  <a:ln>
                    <a:noFill/>
                  </a:ln>
                  <a:solidFill>
                    <a:schemeClr val="bg1">
                      <a:lumMod val="75000"/>
                    </a:schemeClr>
                  </a:solidFill>
                  <a:effectLst/>
                  <a:uLnTx/>
                  <a:uFillTx/>
                  <a:latin typeface="Arial" panose="020B0604020202020204" pitchFamily="34" charset="0"/>
                  <a:ea typeface="+mn-ea"/>
                  <a:cs typeface="+mn-cs"/>
                </a:rPr>
                <a:t>3.4M+ Transactions</a:t>
              </a:r>
            </a:p>
          </p:txBody>
        </p:sp>
      </p:grpSp>
      <p:grpSp>
        <p:nvGrpSpPr>
          <p:cNvPr id="114" name="Group 113">
            <a:extLst>
              <a:ext uri="{FF2B5EF4-FFF2-40B4-BE49-F238E27FC236}">
                <a16:creationId xmlns:a16="http://schemas.microsoft.com/office/drawing/2014/main" id="{38AA6A30-4520-BDA2-CBAB-814E6E4681E2}"/>
              </a:ext>
            </a:extLst>
          </p:cNvPr>
          <p:cNvGrpSpPr/>
          <p:nvPr/>
        </p:nvGrpSpPr>
        <p:grpSpPr>
          <a:xfrm>
            <a:off x="4290098" y="5595898"/>
            <a:ext cx="1080000" cy="690013"/>
            <a:chOff x="4489677" y="5309125"/>
            <a:chExt cx="1080000" cy="690013"/>
          </a:xfrm>
        </p:grpSpPr>
        <p:sp>
          <p:nvSpPr>
            <p:cNvPr id="67" name="TextBox 66">
              <a:extLst>
                <a:ext uri="{FF2B5EF4-FFF2-40B4-BE49-F238E27FC236}">
                  <a16:creationId xmlns:a16="http://schemas.microsoft.com/office/drawing/2014/main" id="{BF900A2E-C37A-7D4A-EFAD-6A3B870CC791}"/>
                </a:ext>
              </a:extLst>
            </p:cNvPr>
            <p:cNvSpPr txBox="1"/>
            <p:nvPr/>
          </p:nvSpPr>
          <p:spPr>
            <a:xfrm>
              <a:off x="4489677" y="5686220"/>
              <a:ext cx="1080000" cy="138499"/>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Arial" panose="020B0604020202020204" pitchFamily="34" charset="0"/>
                  <a:ea typeface="+mn-ea"/>
                  <a:cs typeface="+mn-cs"/>
                </a:rPr>
                <a:t>M&amp;A Deals</a:t>
              </a:r>
            </a:p>
          </p:txBody>
        </p:sp>
        <p:grpSp>
          <p:nvGrpSpPr>
            <p:cNvPr id="112" name="Group 111">
              <a:extLst>
                <a:ext uri="{FF2B5EF4-FFF2-40B4-BE49-F238E27FC236}">
                  <a16:creationId xmlns:a16="http://schemas.microsoft.com/office/drawing/2014/main" id="{9C233FA8-5A16-6CE4-B54E-7579B77BB298}"/>
                </a:ext>
              </a:extLst>
            </p:cNvPr>
            <p:cNvGrpSpPr/>
            <p:nvPr/>
          </p:nvGrpSpPr>
          <p:grpSpPr>
            <a:xfrm>
              <a:off x="4896477" y="5309125"/>
              <a:ext cx="266400" cy="237600"/>
              <a:chOff x="4909228" y="5510130"/>
              <a:chExt cx="266400" cy="237600"/>
            </a:xfrm>
          </p:grpSpPr>
          <p:sp>
            <p:nvSpPr>
              <p:cNvPr id="70" name="Google Shape;1785;p52">
                <a:extLst>
                  <a:ext uri="{FF2B5EF4-FFF2-40B4-BE49-F238E27FC236}">
                    <a16:creationId xmlns:a16="http://schemas.microsoft.com/office/drawing/2014/main" id="{7AB6BF55-1177-E8ED-5DA2-DBF0B61F87D9}"/>
                  </a:ext>
                </a:extLst>
              </p:cNvPr>
              <p:cNvSpPr/>
              <p:nvPr/>
            </p:nvSpPr>
            <p:spPr>
              <a:xfrm>
                <a:off x="4999491" y="5589818"/>
                <a:ext cx="85875" cy="78224"/>
              </a:xfrm>
              <a:prstGeom prst="ellipse">
                <a:avLst/>
              </a:prstGeom>
              <a:solidFill>
                <a:schemeClr val="accent1"/>
              </a:solidFill>
              <a:ln w="12700">
                <a:solidFill>
                  <a:schemeClr val="bg1"/>
                </a:solid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prstClr val="white"/>
                  </a:solidFill>
                  <a:effectLst/>
                  <a:uLnTx/>
                  <a:uFillTx/>
                  <a:latin typeface="GT America Regular" pitchFamily="2" charset="77"/>
                  <a:ea typeface="Arial"/>
                  <a:cs typeface="Arial"/>
                  <a:sym typeface="Arial"/>
                </a:endParaRPr>
              </a:p>
            </p:txBody>
          </p:sp>
          <p:sp>
            <p:nvSpPr>
              <p:cNvPr id="71" name="Google Shape;1786;p52">
                <a:extLst>
                  <a:ext uri="{FF2B5EF4-FFF2-40B4-BE49-F238E27FC236}">
                    <a16:creationId xmlns:a16="http://schemas.microsoft.com/office/drawing/2014/main" id="{F1B9B969-C36E-77B9-07A6-6A049C7B6E98}"/>
                  </a:ext>
                </a:extLst>
              </p:cNvPr>
              <p:cNvSpPr/>
              <p:nvPr/>
            </p:nvSpPr>
            <p:spPr>
              <a:xfrm>
                <a:off x="4909228" y="5510130"/>
                <a:ext cx="266400" cy="237600"/>
              </a:xfrm>
              <a:prstGeom prst="ellipse">
                <a:avLst/>
              </a:prstGeom>
              <a:noFill/>
              <a:ln w="12700" cap="flat" cmpd="sng">
                <a:solidFill>
                  <a:schemeClr val="bg1"/>
                </a:solidFill>
                <a:prstDash val="dash"/>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prstClr val="white"/>
                  </a:solidFill>
                  <a:effectLst/>
                  <a:uLnTx/>
                  <a:uFillTx/>
                  <a:latin typeface="GT America Regular" pitchFamily="2" charset="77"/>
                  <a:ea typeface="Arial"/>
                  <a:cs typeface="Arial"/>
                  <a:sym typeface="Arial"/>
                </a:endParaRPr>
              </a:p>
            </p:txBody>
          </p:sp>
        </p:grpSp>
        <p:sp>
          <p:nvSpPr>
            <p:cNvPr id="69" name="TextBox 68">
              <a:extLst>
                <a:ext uri="{FF2B5EF4-FFF2-40B4-BE49-F238E27FC236}">
                  <a16:creationId xmlns:a16="http://schemas.microsoft.com/office/drawing/2014/main" id="{09ACD5AA-A4B5-B466-555B-44130307BA69}"/>
                </a:ext>
              </a:extLst>
            </p:cNvPr>
            <p:cNvSpPr txBox="1"/>
            <p:nvPr/>
          </p:nvSpPr>
          <p:spPr>
            <a:xfrm>
              <a:off x="4489677" y="5888338"/>
              <a:ext cx="1080000" cy="110800"/>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1">
                      <a:lumMod val="75000"/>
                    </a:schemeClr>
                  </a:solidFill>
                  <a:effectLst/>
                  <a:uLnTx/>
                  <a:uFillTx/>
                  <a:latin typeface="Arial" panose="020B0604020202020204" pitchFamily="34" charset="0"/>
                  <a:ea typeface="+mn-ea"/>
                  <a:cs typeface="+mn-cs"/>
                </a:rPr>
                <a:t>2.7M+ deals &amp; rumors</a:t>
              </a:r>
            </a:p>
          </p:txBody>
        </p:sp>
      </p:grpSp>
      <p:grpSp>
        <p:nvGrpSpPr>
          <p:cNvPr id="136" name="Group 135">
            <a:extLst>
              <a:ext uri="{FF2B5EF4-FFF2-40B4-BE49-F238E27FC236}">
                <a16:creationId xmlns:a16="http://schemas.microsoft.com/office/drawing/2014/main" id="{8770C0C5-175C-BAC5-CBEC-005259C1B869}"/>
              </a:ext>
            </a:extLst>
          </p:cNvPr>
          <p:cNvGrpSpPr/>
          <p:nvPr/>
        </p:nvGrpSpPr>
        <p:grpSpPr>
          <a:xfrm>
            <a:off x="7520741" y="4294529"/>
            <a:ext cx="1080000" cy="825434"/>
            <a:chOff x="6787486" y="4358029"/>
            <a:chExt cx="1080000" cy="825434"/>
          </a:xfrm>
        </p:grpSpPr>
        <p:sp>
          <p:nvSpPr>
            <p:cNvPr id="64" name="TextBox 63">
              <a:extLst>
                <a:ext uri="{FF2B5EF4-FFF2-40B4-BE49-F238E27FC236}">
                  <a16:creationId xmlns:a16="http://schemas.microsoft.com/office/drawing/2014/main" id="{548B6AC4-76A0-EE81-D04A-852E37B35B6A}"/>
                </a:ext>
              </a:extLst>
            </p:cNvPr>
            <p:cNvSpPr txBox="1"/>
            <p:nvPr/>
          </p:nvSpPr>
          <p:spPr>
            <a:xfrm>
              <a:off x="6787486" y="4735124"/>
              <a:ext cx="1080000" cy="138499"/>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Arial" panose="020B0604020202020204" pitchFamily="34" charset="0"/>
                  <a:ea typeface="+mn-ea"/>
                  <a:cs typeface="+mn-cs"/>
                </a:rPr>
                <a:t>News &amp; Media</a:t>
              </a:r>
            </a:p>
          </p:txBody>
        </p:sp>
        <p:pic>
          <p:nvPicPr>
            <p:cNvPr id="65" name="Graphic 64">
              <a:extLst>
                <a:ext uri="{FF2B5EF4-FFF2-40B4-BE49-F238E27FC236}">
                  <a16:creationId xmlns:a16="http://schemas.microsoft.com/office/drawing/2014/main" id="{ADB4E999-9DC8-624F-2E50-7274819437D0}"/>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215886" y="4358029"/>
              <a:ext cx="223200" cy="239143"/>
            </a:xfrm>
            <a:prstGeom prst="rect">
              <a:avLst/>
            </a:prstGeom>
          </p:spPr>
        </p:pic>
        <p:sp>
          <p:nvSpPr>
            <p:cNvPr id="66" name="TextBox 65">
              <a:extLst>
                <a:ext uri="{FF2B5EF4-FFF2-40B4-BE49-F238E27FC236}">
                  <a16:creationId xmlns:a16="http://schemas.microsoft.com/office/drawing/2014/main" id="{C510F662-8382-8B1F-47E0-B25634096240}"/>
                </a:ext>
              </a:extLst>
            </p:cNvPr>
            <p:cNvSpPr txBox="1"/>
            <p:nvPr/>
          </p:nvSpPr>
          <p:spPr>
            <a:xfrm>
              <a:off x="6787486" y="4937242"/>
              <a:ext cx="1080000" cy="246221"/>
            </a:xfrm>
            <a:prstGeom prst="rect">
              <a:avLst/>
            </a:prstGeom>
            <a:noFill/>
          </p:spPr>
          <p:txBody>
            <a:bodyPr wrap="square" lIns="0" tIns="0" rIns="0" bIns="0" rtlCol="0">
              <a:spAutoFit/>
            </a:bodyPr>
            <a:lstStyle/>
            <a:p>
              <a:pPr marL="0" marR="0" lvl="0" indent="0" algn="ctr" defTabSz="914400" rtl="0" eaLnBrk="1" fontAlgn="auto" latinLnBrk="0" hangingPunct="1">
                <a:spcBef>
                  <a:spcPts val="0"/>
                </a:spcBef>
                <a:spcAft>
                  <a:spcPts val="0"/>
                </a:spcAft>
                <a:buClrTx/>
                <a:buSzTx/>
                <a:buFontTx/>
                <a:buNone/>
                <a:tabLst/>
                <a:defRPr/>
              </a:pPr>
              <a:r>
                <a:rPr kumimoji="0" lang="en-US" sz="800" b="0" i="0" u="none" strike="noStrike" kern="1200" cap="none" spc="0" normalizeH="0" baseline="0" noProof="0">
                  <a:ln>
                    <a:noFill/>
                  </a:ln>
                  <a:solidFill>
                    <a:schemeClr val="bg1">
                      <a:lumMod val="75000"/>
                    </a:schemeClr>
                  </a:solidFill>
                  <a:effectLst/>
                  <a:uLnTx/>
                  <a:uFillTx/>
                  <a:latin typeface="Arial" panose="020B0604020202020204" pitchFamily="34" charset="0"/>
                  <a:ea typeface="+mn-ea"/>
                  <a:cs typeface="+mn-cs"/>
                </a:rPr>
                <a:t>28k+ News Sources 5k+ Metadata Fields</a:t>
              </a:r>
            </a:p>
          </p:txBody>
        </p:sp>
      </p:grpSp>
      <p:grpSp>
        <p:nvGrpSpPr>
          <p:cNvPr id="117" name="Group 116">
            <a:extLst>
              <a:ext uri="{FF2B5EF4-FFF2-40B4-BE49-F238E27FC236}">
                <a16:creationId xmlns:a16="http://schemas.microsoft.com/office/drawing/2014/main" id="{33DC1413-D7E2-8139-129A-4DDE7114181F}"/>
              </a:ext>
            </a:extLst>
          </p:cNvPr>
          <p:cNvGrpSpPr/>
          <p:nvPr/>
        </p:nvGrpSpPr>
        <p:grpSpPr>
          <a:xfrm>
            <a:off x="5894457" y="5595898"/>
            <a:ext cx="1080000" cy="690013"/>
            <a:chOff x="5757743" y="5309125"/>
            <a:chExt cx="1080000" cy="690013"/>
          </a:xfrm>
        </p:grpSpPr>
        <p:sp>
          <p:nvSpPr>
            <p:cNvPr id="61" name="TextBox 60">
              <a:extLst>
                <a:ext uri="{FF2B5EF4-FFF2-40B4-BE49-F238E27FC236}">
                  <a16:creationId xmlns:a16="http://schemas.microsoft.com/office/drawing/2014/main" id="{11E2CE7B-79BF-BB00-7E21-B8DB8D7A248C}"/>
                </a:ext>
              </a:extLst>
            </p:cNvPr>
            <p:cNvSpPr txBox="1"/>
            <p:nvPr/>
          </p:nvSpPr>
          <p:spPr>
            <a:xfrm>
              <a:off x="5757743" y="5686220"/>
              <a:ext cx="1080000" cy="138499"/>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Arial" panose="020B0604020202020204" pitchFamily="34" charset="0"/>
                  <a:ea typeface="+mn-ea"/>
                  <a:cs typeface="+mn-cs"/>
                </a:rPr>
                <a:t>IP &amp; patents</a:t>
              </a:r>
            </a:p>
          </p:txBody>
        </p:sp>
        <p:pic>
          <p:nvPicPr>
            <p:cNvPr id="62" name="Graphic 61">
              <a:extLst>
                <a:ext uri="{FF2B5EF4-FFF2-40B4-BE49-F238E27FC236}">
                  <a16:creationId xmlns:a16="http://schemas.microsoft.com/office/drawing/2014/main" id="{4ED91C69-8543-338E-D572-D56349F0D921}"/>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211343" y="5309125"/>
              <a:ext cx="172800" cy="237600"/>
            </a:xfrm>
            <a:prstGeom prst="rect">
              <a:avLst/>
            </a:prstGeom>
          </p:spPr>
        </p:pic>
        <p:sp>
          <p:nvSpPr>
            <p:cNvPr id="63" name="TextBox 62">
              <a:extLst>
                <a:ext uri="{FF2B5EF4-FFF2-40B4-BE49-F238E27FC236}">
                  <a16:creationId xmlns:a16="http://schemas.microsoft.com/office/drawing/2014/main" id="{04F143D9-4715-3759-E258-88C01B9EF167}"/>
                </a:ext>
              </a:extLst>
            </p:cNvPr>
            <p:cNvSpPr txBox="1"/>
            <p:nvPr/>
          </p:nvSpPr>
          <p:spPr>
            <a:xfrm>
              <a:off x="5757743" y="5888338"/>
              <a:ext cx="1080000" cy="110800"/>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1">
                      <a:lumMod val="75000"/>
                    </a:schemeClr>
                  </a:solidFill>
                  <a:effectLst/>
                  <a:uLnTx/>
                  <a:uFillTx/>
                  <a:latin typeface="Arial" panose="020B0604020202020204" pitchFamily="34" charset="0"/>
                  <a:ea typeface="+mn-ea"/>
                  <a:cs typeface="+mn-cs"/>
                </a:rPr>
                <a:t>170M+ patents and IP</a:t>
              </a:r>
            </a:p>
          </p:txBody>
        </p:sp>
      </p:grpSp>
      <p:cxnSp>
        <p:nvCxnSpPr>
          <p:cNvPr id="93" name="Straight Connector 92">
            <a:extLst>
              <a:ext uri="{FF2B5EF4-FFF2-40B4-BE49-F238E27FC236}">
                <a16:creationId xmlns:a16="http://schemas.microsoft.com/office/drawing/2014/main" id="{59F69AC9-FB87-DDBC-FA71-3ED39CF8DDC7}"/>
              </a:ext>
            </a:extLst>
          </p:cNvPr>
          <p:cNvCxnSpPr>
            <a:cxnSpLocks/>
          </p:cNvCxnSpPr>
          <p:nvPr/>
        </p:nvCxnSpPr>
        <p:spPr>
          <a:xfrm>
            <a:off x="6802728" y="246444"/>
            <a:ext cx="0" cy="198208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F2D78260-CFFD-26DD-93B2-B7DAE59D5CF1}"/>
              </a:ext>
            </a:extLst>
          </p:cNvPr>
          <p:cNvCxnSpPr>
            <a:cxnSpLocks/>
          </p:cNvCxnSpPr>
          <p:nvPr/>
        </p:nvCxnSpPr>
        <p:spPr>
          <a:xfrm>
            <a:off x="9497976" y="246444"/>
            <a:ext cx="0" cy="198208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8" name="TextBox 97">
            <a:extLst>
              <a:ext uri="{FF2B5EF4-FFF2-40B4-BE49-F238E27FC236}">
                <a16:creationId xmlns:a16="http://schemas.microsoft.com/office/drawing/2014/main" id="{CB56573C-BD70-3FE7-BFEA-B72E7B91A951}"/>
              </a:ext>
            </a:extLst>
          </p:cNvPr>
          <p:cNvSpPr txBox="1"/>
          <p:nvPr/>
        </p:nvSpPr>
        <p:spPr>
          <a:xfrm>
            <a:off x="4290098" y="2743577"/>
            <a:ext cx="3476206"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n-ea"/>
                <a:cs typeface="+mn-cs"/>
              </a:rPr>
              <a:t>Moody’s Data</a:t>
            </a:r>
          </a:p>
        </p:txBody>
      </p:sp>
      <p:cxnSp>
        <p:nvCxnSpPr>
          <p:cNvPr id="99" name="Straight Connector 98">
            <a:extLst>
              <a:ext uri="{FF2B5EF4-FFF2-40B4-BE49-F238E27FC236}">
                <a16:creationId xmlns:a16="http://schemas.microsoft.com/office/drawing/2014/main" id="{B8F22F33-ACF0-17A8-B15E-CE223DD449D9}"/>
              </a:ext>
            </a:extLst>
          </p:cNvPr>
          <p:cNvCxnSpPr>
            <a:cxnSpLocks/>
          </p:cNvCxnSpPr>
          <p:nvPr/>
        </p:nvCxnSpPr>
        <p:spPr>
          <a:xfrm>
            <a:off x="8950452" y="2807077"/>
            <a:ext cx="0" cy="372034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20" name="Group 119">
            <a:extLst>
              <a:ext uri="{FF2B5EF4-FFF2-40B4-BE49-F238E27FC236}">
                <a16:creationId xmlns:a16="http://schemas.microsoft.com/office/drawing/2014/main" id="{F35AAFA4-CE03-EFA1-86BF-320D4FA52920}"/>
              </a:ext>
            </a:extLst>
          </p:cNvPr>
          <p:cNvGrpSpPr/>
          <p:nvPr/>
        </p:nvGrpSpPr>
        <p:grpSpPr>
          <a:xfrm>
            <a:off x="4290098" y="3158260"/>
            <a:ext cx="1080000" cy="825434"/>
            <a:chOff x="4290098" y="3158260"/>
            <a:chExt cx="1080000" cy="825434"/>
          </a:xfrm>
        </p:grpSpPr>
        <p:sp>
          <p:nvSpPr>
            <p:cNvPr id="88" name="TextBox 87">
              <a:extLst>
                <a:ext uri="{FF2B5EF4-FFF2-40B4-BE49-F238E27FC236}">
                  <a16:creationId xmlns:a16="http://schemas.microsoft.com/office/drawing/2014/main" id="{8CD2157F-2FD7-11DE-98E7-ACCDE4B0424A}"/>
                </a:ext>
              </a:extLst>
            </p:cNvPr>
            <p:cNvSpPr txBox="1"/>
            <p:nvPr/>
          </p:nvSpPr>
          <p:spPr>
            <a:xfrm>
              <a:off x="4290098" y="3535355"/>
              <a:ext cx="1080000" cy="138499"/>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Arial" panose="020B0604020202020204" pitchFamily="34" charset="0"/>
                  <a:ea typeface="+mn-ea"/>
                  <a:cs typeface="+mn-cs"/>
                </a:rPr>
                <a:t>Fixed Income</a:t>
              </a:r>
            </a:p>
          </p:txBody>
        </p:sp>
        <p:pic>
          <p:nvPicPr>
            <p:cNvPr id="89" name="Graphic 88">
              <a:extLst>
                <a:ext uri="{FF2B5EF4-FFF2-40B4-BE49-F238E27FC236}">
                  <a16:creationId xmlns:a16="http://schemas.microsoft.com/office/drawing/2014/main" id="{FDBF75B0-E8E0-85B2-DAF4-B468F630E96C}"/>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4705682" y="3158260"/>
              <a:ext cx="249479" cy="237600"/>
            </a:xfrm>
            <a:prstGeom prst="rect">
              <a:avLst/>
            </a:prstGeom>
          </p:spPr>
        </p:pic>
        <p:sp>
          <p:nvSpPr>
            <p:cNvPr id="87" name="TextBox 86">
              <a:extLst>
                <a:ext uri="{FF2B5EF4-FFF2-40B4-BE49-F238E27FC236}">
                  <a16:creationId xmlns:a16="http://schemas.microsoft.com/office/drawing/2014/main" id="{AD557083-69B4-F87A-121D-B8A11920CEB3}"/>
                </a:ext>
              </a:extLst>
            </p:cNvPr>
            <p:cNvSpPr txBox="1"/>
            <p:nvPr/>
          </p:nvSpPr>
          <p:spPr>
            <a:xfrm>
              <a:off x="4290098" y="3737473"/>
              <a:ext cx="1080000" cy="246221"/>
            </a:xfrm>
            <a:prstGeom prst="rect">
              <a:avLst/>
            </a:prstGeom>
            <a:noFill/>
          </p:spPr>
          <p:txBody>
            <a:bodyPr wrap="square" lIns="0" tIns="0" rIns="0" bIns="0" rtlCol="0">
              <a:spAutoFit/>
            </a:bodyPr>
            <a:lstStyle/>
            <a:p>
              <a:pPr marL="0" marR="0" lvl="0" indent="0" algn="ctr" defTabSz="914400" rtl="0" eaLnBrk="1" fontAlgn="auto" latinLnBrk="0" hangingPunct="1">
                <a:spcBef>
                  <a:spcPts val="0"/>
                </a:spcBef>
                <a:spcAft>
                  <a:spcPts val="0"/>
                </a:spcAft>
                <a:buClrTx/>
                <a:buSzTx/>
                <a:buFontTx/>
                <a:buNone/>
                <a:tabLst/>
                <a:defRPr/>
              </a:pPr>
              <a:r>
                <a:rPr kumimoji="0" lang="en-US" sz="800" b="0" i="0" u="none" strike="noStrike" kern="1200" cap="none" spc="0" normalizeH="0" baseline="0" noProof="0">
                  <a:ln>
                    <a:noFill/>
                  </a:ln>
                  <a:solidFill>
                    <a:schemeClr val="bg1">
                      <a:lumMod val="75000"/>
                    </a:schemeClr>
                  </a:solidFill>
                  <a:effectLst/>
                  <a:uLnTx/>
                  <a:uFillTx/>
                  <a:latin typeface="Arial" panose="020B0604020202020204" pitchFamily="34" charset="0"/>
                  <a:ea typeface="+mn-ea"/>
                  <a:cs typeface="+mn-cs"/>
                </a:rPr>
                <a:t>33,200+ M’ Ratings</a:t>
              </a:r>
            </a:p>
            <a:p>
              <a:pPr marL="0" marR="0" lvl="0" indent="0" algn="ctr" defTabSz="914400" rtl="0" eaLnBrk="1" fontAlgn="auto" latinLnBrk="0" hangingPunct="1">
                <a:spcBef>
                  <a:spcPts val="0"/>
                </a:spcBef>
                <a:spcAft>
                  <a:spcPts val="0"/>
                </a:spcAft>
                <a:buClrTx/>
                <a:buSzTx/>
                <a:buFontTx/>
                <a:buNone/>
                <a:tabLst/>
                <a:defRPr/>
              </a:pPr>
              <a:r>
                <a:rPr kumimoji="0" lang="en-US" sz="800" b="0" i="0" u="none" strike="noStrike" kern="1200" cap="none" spc="0" normalizeH="0" baseline="0" noProof="0">
                  <a:ln>
                    <a:noFill/>
                  </a:ln>
                  <a:solidFill>
                    <a:schemeClr val="bg1">
                      <a:lumMod val="75000"/>
                    </a:schemeClr>
                  </a:solidFill>
                  <a:effectLst/>
                  <a:uLnTx/>
                  <a:uFillTx/>
                  <a:latin typeface="Arial" panose="020B0604020202020204" pitchFamily="34" charset="0"/>
                  <a:ea typeface="+mn-ea"/>
                  <a:cs typeface="+mn-cs"/>
                </a:rPr>
                <a:t>30k/600k+ SF/CUSIPs</a:t>
              </a:r>
            </a:p>
          </p:txBody>
        </p:sp>
      </p:grpSp>
      <p:grpSp>
        <p:nvGrpSpPr>
          <p:cNvPr id="137" name="Group 136">
            <a:extLst>
              <a:ext uri="{FF2B5EF4-FFF2-40B4-BE49-F238E27FC236}">
                <a16:creationId xmlns:a16="http://schemas.microsoft.com/office/drawing/2014/main" id="{98D7B4EE-2B67-834B-4F9A-D9E2BDDDF8A2}"/>
              </a:ext>
            </a:extLst>
          </p:cNvPr>
          <p:cNvGrpSpPr/>
          <p:nvPr/>
        </p:nvGrpSpPr>
        <p:grpSpPr>
          <a:xfrm>
            <a:off x="7520741" y="5583198"/>
            <a:ext cx="1080000" cy="702713"/>
            <a:chOff x="6787486" y="5659398"/>
            <a:chExt cx="1080000" cy="702713"/>
          </a:xfrm>
        </p:grpSpPr>
        <p:sp>
          <p:nvSpPr>
            <p:cNvPr id="58" name="TextBox 57">
              <a:extLst>
                <a:ext uri="{FF2B5EF4-FFF2-40B4-BE49-F238E27FC236}">
                  <a16:creationId xmlns:a16="http://schemas.microsoft.com/office/drawing/2014/main" id="{2BA61D20-48B3-9EB0-34DC-2E6C69969811}"/>
                </a:ext>
              </a:extLst>
            </p:cNvPr>
            <p:cNvSpPr txBox="1"/>
            <p:nvPr/>
          </p:nvSpPr>
          <p:spPr>
            <a:xfrm>
              <a:off x="6787486" y="6049193"/>
              <a:ext cx="1080000" cy="138499"/>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Arial" panose="020B0604020202020204" pitchFamily="34" charset="0"/>
                  <a:ea typeface="+mn-ea"/>
                  <a:cs typeface="+mn-cs"/>
                </a:rPr>
                <a:t>Economic data</a:t>
              </a:r>
            </a:p>
          </p:txBody>
        </p:sp>
        <p:sp>
          <p:nvSpPr>
            <p:cNvPr id="60" name="TextBox 59">
              <a:extLst>
                <a:ext uri="{FF2B5EF4-FFF2-40B4-BE49-F238E27FC236}">
                  <a16:creationId xmlns:a16="http://schemas.microsoft.com/office/drawing/2014/main" id="{63F8F677-06F9-690F-C114-10D3F6A8CBBA}"/>
                </a:ext>
              </a:extLst>
            </p:cNvPr>
            <p:cNvSpPr txBox="1"/>
            <p:nvPr/>
          </p:nvSpPr>
          <p:spPr>
            <a:xfrm>
              <a:off x="6787486" y="6251311"/>
              <a:ext cx="1080000" cy="110800"/>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1">
                      <a:lumMod val="75000"/>
                    </a:schemeClr>
                  </a:solidFill>
                  <a:effectLst/>
                  <a:uLnTx/>
                  <a:uFillTx/>
                  <a:latin typeface="Arial" panose="020B0604020202020204" pitchFamily="34" charset="0"/>
                  <a:ea typeface="+mn-ea"/>
                  <a:cs typeface="+mn-cs"/>
                </a:rPr>
                <a:t>545M+ time series</a:t>
              </a:r>
            </a:p>
          </p:txBody>
        </p:sp>
        <p:pic>
          <p:nvPicPr>
            <p:cNvPr id="116" name="Picture 115">
              <a:extLst>
                <a:ext uri="{FF2B5EF4-FFF2-40B4-BE49-F238E27FC236}">
                  <a16:creationId xmlns:a16="http://schemas.microsoft.com/office/drawing/2014/main" id="{91E330D3-BF70-0286-FFA9-A4DD5B29A2CF}"/>
                </a:ext>
              </a:extLst>
            </p:cNvPr>
            <p:cNvPicPr>
              <a:picLocks noChangeAspect="1"/>
            </p:cNvPicPr>
            <p:nvPr/>
          </p:nvPicPr>
          <p:blipFill>
            <a:blip r:embed="rId14">
              <a:lum bright="100000"/>
            </a:blip>
            <a:stretch>
              <a:fillRect/>
            </a:stretch>
          </p:blipFill>
          <p:spPr>
            <a:xfrm>
              <a:off x="7195986" y="5659398"/>
              <a:ext cx="252000" cy="252000"/>
            </a:xfrm>
            <a:prstGeom prst="rect">
              <a:avLst/>
            </a:prstGeom>
          </p:spPr>
        </p:pic>
      </p:grpSp>
      <p:sp>
        <p:nvSpPr>
          <p:cNvPr id="123" name="TextBox 122">
            <a:extLst>
              <a:ext uri="{FF2B5EF4-FFF2-40B4-BE49-F238E27FC236}">
                <a16:creationId xmlns:a16="http://schemas.microsoft.com/office/drawing/2014/main" id="{433A4D68-FFC8-94F7-EC9F-361AEC52F66F}"/>
              </a:ext>
            </a:extLst>
          </p:cNvPr>
          <p:cNvSpPr txBox="1"/>
          <p:nvPr/>
        </p:nvSpPr>
        <p:spPr>
          <a:xfrm>
            <a:off x="9195594" y="2743577"/>
            <a:ext cx="2732704" cy="276999"/>
          </a:xfrm>
          <a:prstGeom prst="rect">
            <a:avLst/>
          </a:prstGeom>
          <a:noFill/>
        </p:spPr>
        <p:txBody>
          <a:bodyPr wrap="square">
            <a:spAutoFit/>
          </a:bodyPr>
          <a:lstStyle/>
          <a:p>
            <a:pPr>
              <a:defRPr/>
            </a:pPr>
            <a:r>
              <a:rPr lang="en-US" sz="1200" b="1">
                <a:solidFill>
                  <a:prstClr val="white"/>
                </a:solidFill>
                <a:latin typeface="Arial" panose="020B0604020202020204" pitchFamily="34" charset="0"/>
              </a:rPr>
              <a:t>Moody’s Content</a:t>
            </a:r>
          </a:p>
        </p:txBody>
      </p:sp>
      <p:grpSp>
        <p:nvGrpSpPr>
          <p:cNvPr id="129" name="Group 128">
            <a:extLst>
              <a:ext uri="{FF2B5EF4-FFF2-40B4-BE49-F238E27FC236}">
                <a16:creationId xmlns:a16="http://schemas.microsoft.com/office/drawing/2014/main" id="{A1F3AF90-376D-A57E-B3DE-D2F6643D4AA8}"/>
              </a:ext>
            </a:extLst>
          </p:cNvPr>
          <p:cNvGrpSpPr/>
          <p:nvPr/>
        </p:nvGrpSpPr>
        <p:grpSpPr>
          <a:xfrm>
            <a:off x="9274025" y="3158260"/>
            <a:ext cx="1080000" cy="515594"/>
            <a:chOff x="8323748" y="3158260"/>
            <a:chExt cx="1080000" cy="515594"/>
          </a:xfrm>
        </p:grpSpPr>
        <p:sp>
          <p:nvSpPr>
            <p:cNvPr id="21" name="TextBox 20">
              <a:extLst>
                <a:ext uri="{FF2B5EF4-FFF2-40B4-BE49-F238E27FC236}">
                  <a16:creationId xmlns:a16="http://schemas.microsoft.com/office/drawing/2014/main" id="{8F060312-565E-B159-C7C6-1B12E4876052}"/>
                </a:ext>
              </a:extLst>
            </p:cNvPr>
            <p:cNvSpPr txBox="1"/>
            <p:nvPr/>
          </p:nvSpPr>
          <p:spPr>
            <a:xfrm>
              <a:off x="8323748" y="3535355"/>
              <a:ext cx="1080000" cy="138499"/>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Arial" panose="020B0604020202020204" pitchFamily="34" charset="0"/>
                  <a:ea typeface="+mn-ea"/>
                  <a:cs typeface="+mn-cs"/>
                </a:rPr>
                <a:t>Credit Research</a:t>
              </a:r>
            </a:p>
          </p:txBody>
        </p:sp>
        <p:pic>
          <p:nvPicPr>
            <p:cNvPr id="125" name="Picture 124">
              <a:extLst>
                <a:ext uri="{FF2B5EF4-FFF2-40B4-BE49-F238E27FC236}">
                  <a16:creationId xmlns:a16="http://schemas.microsoft.com/office/drawing/2014/main" id="{EA76BFD2-022A-5EC7-08DC-9E6DF66F858B}"/>
                </a:ext>
              </a:extLst>
            </p:cNvPr>
            <p:cNvPicPr>
              <a:picLocks noChangeAspect="1"/>
            </p:cNvPicPr>
            <p:nvPr/>
          </p:nvPicPr>
          <p:blipFill>
            <a:blip r:embed="rId15">
              <a:lum bright="100000"/>
            </a:blip>
            <a:stretch>
              <a:fillRect/>
            </a:stretch>
          </p:blipFill>
          <p:spPr>
            <a:xfrm>
              <a:off x="8737748" y="3158260"/>
              <a:ext cx="252000" cy="252000"/>
            </a:xfrm>
            <a:prstGeom prst="rect">
              <a:avLst/>
            </a:prstGeom>
          </p:spPr>
        </p:pic>
      </p:grpSp>
      <p:grpSp>
        <p:nvGrpSpPr>
          <p:cNvPr id="130" name="Group 129">
            <a:extLst>
              <a:ext uri="{FF2B5EF4-FFF2-40B4-BE49-F238E27FC236}">
                <a16:creationId xmlns:a16="http://schemas.microsoft.com/office/drawing/2014/main" id="{17E2FC8F-0BD7-6147-6998-406CF8A2F244}"/>
              </a:ext>
            </a:extLst>
          </p:cNvPr>
          <p:cNvGrpSpPr/>
          <p:nvPr/>
        </p:nvGrpSpPr>
        <p:grpSpPr>
          <a:xfrm>
            <a:off x="9274025" y="4294529"/>
            <a:ext cx="1080000" cy="515594"/>
            <a:chOff x="8391118" y="4358029"/>
            <a:chExt cx="1080000" cy="515594"/>
          </a:xfrm>
        </p:grpSpPr>
        <p:sp>
          <p:nvSpPr>
            <p:cNvPr id="29" name="TextBox 28">
              <a:extLst>
                <a:ext uri="{FF2B5EF4-FFF2-40B4-BE49-F238E27FC236}">
                  <a16:creationId xmlns:a16="http://schemas.microsoft.com/office/drawing/2014/main" id="{B290EA1A-BC8E-B959-2346-2EB75AF18BCA}"/>
                </a:ext>
              </a:extLst>
            </p:cNvPr>
            <p:cNvSpPr txBox="1"/>
            <p:nvPr/>
          </p:nvSpPr>
          <p:spPr>
            <a:xfrm>
              <a:off x="8391118" y="4735124"/>
              <a:ext cx="1080000" cy="138499"/>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Arial" panose="020B0604020202020204" pitchFamily="34" charset="0"/>
                  <a:ea typeface="+mn-ea"/>
                  <a:cs typeface="+mn-cs"/>
                </a:rPr>
                <a:t>Climate Analytics</a:t>
              </a:r>
            </a:p>
          </p:txBody>
        </p:sp>
        <p:pic>
          <p:nvPicPr>
            <p:cNvPr id="127" name="Picture 126">
              <a:extLst>
                <a:ext uri="{FF2B5EF4-FFF2-40B4-BE49-F238E27FC236}">
                  <a16:creationId xmlns:a16="http://schemas.microsoft.com/office/drawing/2014/main" id="{17F9D69A-A6D1-E074-A408-78FAD12014E1}"/>
                </a:ext>
              </a:extLst>
            </p:cNvPr>
            <p:cNvPicPr>
              <a:picLocks noChangeAspect="1"/>
            </p:cNvPicPr>
            <p:nvPr/>
          </p:nvPicPr>
          <p:blipFill>
            <a:blip r:embed="rId16">
              <a:lum bright="100000"/>
            </a:blip>
            <a:stretch>
              <a:fillRect/>
            </a:stretch>
          </p:blipFill>
          <p:spPr>
            <a:xfrm>
              <a:off x="8805118" y="4358029"/>
              <a:ext cx="252000" cy="252000"/>
            </a:xfrm>
            <a:prstGeom prst="rect">
              <a:avLst/>
            </a:prstGeom>
          </p:spPr>
        </p:pic>
      </p:grpSp>
    </p:spTree>
    <p:extLst>
      <p:ext uri="{BB962C8B-B14F-4D97-AF65-F5344CB8AC3E}">
        <p14:creationId xmlns:p14="http://schemas.microsoft.com/office/powerpoint/2010/main" val="3493884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4A551-8750-B763-A992-6E734F491200}"/>
            </a:ext>
          </a:extLst>
        </p:cNvPr>
        <p:cNvGrpSpPr/>
        <p:nvPr/>
      </p:nvGrpSpPr>
      <p:grpSpPr>
        <a:xfrm>
          <a:off x="0" y="0"/>
          <a:ext cx="0" cy="0"/>
          <a:chOff x="0" y="0"/>
          <a:chExt cx="0" cy="0"/>
        </a:xfrm>
      </p:grpSpPr>
      <p:sp>
        <p:nvSpPr>
          <p:cNvPr id="172" name="Trapezoid 171">
            <a:extLst>
              <a:ext uri="{FF2B5EF4-FFF2-40B4-BE49-F238E27FC236}">
                <a16:creationId xmlns:a16="http://schemas.microsoft.com/office/drawing/2014/main" id="{282A227F-DBFF-0CAB-94FB-A90D20AEA6EB}"/>
              </a:ext>
            </a:extLst>
          </p:cNvPr>
          <p:cNvSpPr/>
          <p:nvPr/>
        </p:nvSpPr>
        <p:spPr>
          <a:xfrm rot="16200000">
            <a:off x="6541993" y="3604571"/>
            <a:ext cx="2945765" cy="1702258"/>
          </a:xfrm>
          <a:prstGeom prst="trapezoid">
            <a:avLst>
              <a:gd name="adj" fmla="val 49677"/>
            </a:avLst>
          </a:prstGeom>
          <a:gradFill flip="none" rotWithShape="1">
            <a:gsLst>
              <a:gs pos="0">
                <a:schemeClr val="accent2">
                  <a:lumMod val="20000"/>
                  <a:lumOff val="80000"/>
                  <a:shade val="30000"/>
                  <a:satMod val="115000"/>
                </a:schemeClr>
              </a:gs>
              <a:gs pos="0">
                <a:schemeClr val="accent2">
                  <a:lumMod val="20000"/>
                  <a:lumOff val="80000"/>
                  <a:shade val="67500"/>
                  <a:satMod val="115000"/>
                </a:schemeClr>
              </a:gs>
              <a:gs pos="100000">
                <a:schemeClr val="accent2">
                  <a:lumMod val="20000"/>
                  <a:lumOff val="80000"/>
                  <a:shade val="100000"/>
                  <a:satMod val="115000"/>
                  <a:alpha val="3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319EE65F-AB06-49EB-FA69-C2AA09EE70D1}"/>
              </a:ext>
            </a:extLst>
          </p:cNvPr>
          <p:cNvSpPr>
            <a:spLocks noGrp="1"/>
          </p:cNvSpPr>
          <p:nvPr>
            <p:ph type="sldNum" sz="quarter" idx="12"/>
          </p:nvPr>
        </p:nvSpPr>
        <p:spPr>
          <a:xfrm>
            <a:off x="10718847" y="6376797"/>
            <a:ext cx="1209674" cy="26987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2A5111-985B-C14D-9115-5787026182A8}" type="slidenum">
              <a:rPr kumimoji="0" lang="en-US" sz="1000" b="0" i="0" u="none" strike="noStrike" kern="1200" cap="none" spc="0" normalizeH="0" baseline="0" noProof="0" smtClean="0">
                <a:ln>
                  <a:noFill/>
                </a:ln>
                <a:solidFill>
                  <a:prstClr val="white"/>
                </a:solidFill>
                <a:effectLst/>
                <a:uLnTx/>
                <a:uFillTx/>
                <a:latin typeface="Arial" panose="020B0604020202020204" pitchFamily="34" charset="0"/>
                <a:ea typeface="GT America Regular" pitchFamily="2" charset="77"/>
                <a:cs typeface="GT America Regular" pitchFamily="2" charset="77"/>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000" b="0" i="0" u="none" strike="noStrike" kern="1200" cap="none" spc="0" normalizeH="0" baseline="0" noProof="0">
              <a:ln>
                <a:noFill/>
              </a:ln>
              <a:solidFill>
                <a:prstClr val="white"/>
              </a:solidFill>
              <a:effectLst/>
              <a:uLnTx/>
              <a:uFillTx/>
              <a:latin typeface="Arial" panose="020B0604020202020204" pitchFamily="34" charset="0"/>
              <a:ea typeface="GT America Regular" pitchFamily="2" charset="77"/>
              <a:cs typeface="GT America Regular" pitchFamily="2" charset="77"/>
            </a:endParaRPr>
          </a:p>
        </p:txBody>
      </p:sp>
      <p:sp>
        <p:nvSpPr>
          <p:cNvPr id="9" name="Rectangle 8">
            <a:extLst>
              <a:ext uri="{FF2B5EF4-FFF2-40B4-BE49-F238E27FC236}">
                <a16:creationId xmlns:a16="http://schemas.microsoft.com/office/drawing/2014/main" id="{5AE558A6-2A8C-9896-ADE0-5E3E362F6494}"/>
              </a:ext>
            </a:extLst>
          </p:cNvPr>
          <p:cNvSpPr/>
          <p:nvPr/>
        </p:nvSpPr>
        <p:spPr>
          <a:xfrm>
            <a:off x="1172919" y="4999532"/>
            <a:ext cx="1186371" cy="983074"/>
          </a:xfrm>
          <a:prstGeom prst="rect">
            <a:avLst/>
          </a:prstGeom>
          <a:solidFill>
            <a:schemeClr val="accent1"/>
          </a:solidFill>
          <a:ln w="38100">
            <a:solidFill>
              <a:schemeClr val="accent1"/>
            </a:solidFill>
          </a:ln>
        </p:spPr>
        <p:style>
          <a:lnRef idx="2">
            <a:schemeClr val="accent4">
              <a:shade val="15000"/>
            </a:schemeClr>
          </a:lnRef>
          <a:fillRef idx="1">
            <a:schemeClr val="accent4"/>
          </a:fillRef>
          <a:effectRef idx="0">
            <a:schemeClr val="accent4"/>
          </a:effectRef>
          <a:fontRef idx="minor">
            <a:schemeClr val="lt1"/>
          </a:fontRef>
        </p:style>
        <p:txBody>
          <a:bodyPr lIns="45720" tIns="91440" rIns="91440" bIns="91440" rtlCol="0" anchor="ctr"/>
          <a:lstStyle/>
          <a:p>
            <a:pPr algn="ctr">
              <a:defRPr/>
            </a:pPr>
            <a:r>
              <a:rPr kumimoji="0" lang="en-US" sz="1400" b="1" i="0" u="none" strike="noStrike" kern="1200" cap="none" spc="0" normalizeH="0" baseline="0" noProof="0">
                <a:ln>
                  <a:noFill/>
                </a:ln>
                <a:solidFill>
                  <a:prstClr val="white"/>
                </a:solidFill>
                <a:effectLst/>
                <a:uLnTx/>
                <a:uFillTx/>
                <a:latin typeface="Arial"/>
                <a:ea typeface="GT America Regular" pitchFamily="50" charset="0"/>
                <a:cs typeface="GT America Regular" pitchFamily="50" charset="0"/>
              </a:rPr>
              <a:t>Agentic Tools</a:t>
            </a:r>
          </a:p>
          <a:p>
            <a:pPr algn="ctr">
              <a:defRPr/>
            </a:pPr>
            <a:r>
              <a:rPr lang="en-US" sz="1200">
                <a:solidFill>
                  <a:prstClr val="white"/>
                </a:solidFill>
                <a:latin typeface="Arial"/>
                <a:ea typeface="GT America Regular" pitchFamily="50" charset="0"/>
                <a:cs typeface="GT America Regular" pitchFamily="50" charset="0"/>
              </a:rPr>
              <a:t>(surface M' Intelligent data)</a:t>
            </a:r>
            <a:endParaRPr lang="en-US" sz="1200">
              <a:solidFill>
                <a:prstClr val="white"/>
              </a:solidFill>
              <a:latin typeface="Arial" panose="020B0604020202020204" pitchFamily="34" charset="0"/>
              <a:ea typeface="GT America Regular" pitchFamily="50" charset="0"/>
              <a:cs typeface="GT America Regular" pitchFamily="50" charset="0"/>
            </a:endParaRPr>
          </a:p>
        </p:txBody>
      </p:sp>
      <p:sp>
        <p:nvSpPr>
          <p:cNvPr id="12" name="Rectangle 11">
            <a:extLst>
              <a:ext uri="{FF2B5EF4-FFF2-40B4-BE49-F238E27FC236}">
                <a16:creationId xmlns:a16="http://schemas.microsoft.com/office/drawing/2014/main" id="{A8172124-2234-E913-A073-07DAF8162EBA}"/>
              </a:ext>
            </a:extLst>
          </p:cNvPr>
          <p:cNvSpPr/>
          <p:nvPr/>
        </p:nvSpPr>
        <p:spPr>
          <a:xfrm>
            <a:off x="1172919" y="3374932"/>
            <a:ext cx="1186371" cy="983074"/>
          </a:xfrm>
          <a:prstGeom prst="rect">
            <a:avLst/>
          </a:prstGeom>
          <a:solidFill>
            <a:schemeClr val="accent1"/>
          </a:solidFill>
          <a:ln w="38100">
            <a:solidFill>
              <a:schemeClr val="accent1"/>
            </a:solidFill>
          </a:ln>
        </p:spPr>
        <p:style>
          <a:lnRef idx="2">
            <a:schemeClr val="accent4">
              <a:shade val="15000"/>
            </a:schemeClr>
          </a:lnRef>
          <a:fillRef idx="1">
            <a:schemeClr val="accent4"/>
          </a:fillRef>
          <a:effectRef idx="0">
            <a:schemeClr val="accent4"/>
          </a:effectRef>
          <a:fontRef idx="minor">
            <a:schemeClr val="lt1"/>
          </a:fontRef>
        </p:style>
        <p:txBody>
          <a:bodyPr lIns="45720" tIns="91440" r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GT America Regular" pitchFamily="50" charset="0"/>
                <a:cs typeface="GT America Regular" pitchFamily="50" charset="0"/>
              </a:rPr>
              <a:t>Task Agents</a:t>
            </a:r>
          </a:p>
        </p:txBody>
      </p:sp>
      <p:sp>
        <p:nvSpPr>
          <p:cNvPr id="13" name="Rectangle 12">
            <a:extLst>
              <a:ext uri="{FF2B5EF4-FFF2-40B4-BE49-F238E27FC236}">
                <a16:creationId xmlns:a16="http://schemas.microsoft.com/office/drawing/2014/main" id="{B04715A2-15CB-B948-A3CF-DA9ADB420DE6}"/>
              </a:ext>
            </a:extLst>
          </p:cNvPr>
          <p:cNvSpPr/>
          <p:nvPr/>
        </p:nvSpPr>
        <p:spPr>
          <a:xfrm>
            <a:off x="1172919" y="1750333"/>
            <a:ext cx="1186371" cy="983074"/>
          </a:xfrm>
          <a:prstGeom prst="rect">
            <a:avLst/>
          </a:prstGeom>
          <a:solidFill>
            <a:schemeClr val="accent1"/>
          </a:solidFill>
          <a:ln w="38100">
            <a:solidFill>
              <a:schemeClr val="accent1"/>
            </a:solidFill>
          </a:ln>
        </p:spPr>
        <p:style>
          <a:lnRef idx="2">
            <a:schemeClr val="accent4">
              <a:shade val="15000"/>
            </a:schemeClr>
          </a:lnRef>
          <a:fillRef idx="1">
            <a:schemeClr val="accent4"/>
          </a:fillRef>
          <a:effectRef idx="0">
            <a:schemeClr val="accent4"/>
          </a:effectRef>
          <a:fontRef idx="minor">
            <a:schemeClr val="lt1"/>
          </a:fontRef>
        </p:style>
        <p:txBody>
          <a:bodyPr lIns="45720" tIns="91440" r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GT America Regular" pitchFamily="50" charset="0"/>
                <a:cs typeface="GT America Regular" pitchFamily="50" charset="0"/>
              </a:rPr>
              <a:t>Workflow Agents</a:t>
            </a:r>
          </a:p>
        </p:txBody>
      </p:sp>
      <p:sp>
        <p:nvSpPr>
          <p:cNvPr id="82" name="TextBox 81">
            <a:extLst>
              <a:ext uri="{FF2B5EF4-FFF2-40B4-BE49-F238E27FC236}">
                <a16:creationId xmlns:a16="http://schemas.microsoft.com/office/drawing/2014/main" id="{CC161456-E42B-D505-0781-740F0D1FCACB}"/>
              </a:ext>
            </a:extLst>
          </p:cNvPr>
          <p:cNvSpPr txBox="1"/>
          <p:nvPr/>
        </p:nvSpPr>
        <p:spPr>
          <a:xfrm>
            <a:off x="5644192" y="2082778"/>
            <a:ext cx="1860358" cy="657100"/>
          </a:xfrm>
          <a:prstGeom prst="rect">
            <a:avLst/>
          </a:prstGeom>
          <a:noFill/>
        </p:spPr>
        <p:txBody>
          <a:bodyPr wrap="square" lIns="0" tIns="0" rIns="0" bIns="0" rtlCol="0" anchor="ctr" anchorCtr="0">
            <a:noAutofit/>
          </a:bodyPr>
          <a:lstStyle/>
          <a:p>
            <a:pPr>
              <a:lnSpc>
                <a:spcPct val="101000"/>
              </a:lnSpc>
            </a:pPr>
            <a:r>
              <a:rPr kumimoji="0" lang="en-US" sz="1400" b="1" i="0" u="none" strike="noStrike" kern="1200" cap="none" spc="0" normalizeH="0" baseline="0" noProof="0">
                <a:ln>
                  <a:noFill/>
                </a:ln>
                <a:effectLst/>
                <a:uLnTx/>
                <a:uFillTx/>
                <a:latin typeface="Arial"/>
                <a:ea typeface="GT America Regular" charset="0"/>
                <a:cs typeface="GT America Regular" charset="0"/>
              </a:rPr>
              <a:t>Moody’s Platforms </a:t>
            </a:r>
          </a:p>
          <a:p>
            <a:pPr>
              <a:lnSpc>
                <a:spcPct val="101000"/>
              </a:lnSpc>
            </a:pPr>
            <a:r>
              <a:rPr kumimoji="0" lang="en-US" sz="1400" b="1" i="0" u="none" strike="noStrike" kern="1200" cap="none" spc="0" normalizeH="0" baseline="0" noProof="0">
                <a:ln>
                  <a:noFill/>
                </a:ln>
                <a:effectLst/>
                <a:uLnTx/>
                <a:uFillTx/>
                <a:latin typeface="Arial"/>
                <a:ea typeface="GT America Regular" charset="0"/>
                <a:cs typeface="GT America Regular" charset="0"/>
              </a:rPr>
              <a:t>(</a:t>
            </a:r>
            <a:r>
              <a:rPr kumimoji="0" lang="en-US" sz="1100" b="1" i="0" u="none" strike="noStrike" kern="1200" cap="none" spc="0" normalizeH="0" baseline="0" noProof="0">
                <a:ln>
                  <a:noFill/>
                </a:ln>
                <a:effectLst/>
                <a:uLnTx/>
                <a:uFillTx/>
                <a:latin typeface="Arial"/>
                <a:ea typeface="GT America Regular" charset="0"/>
                <a:cs typeface="GT America Regular" charset="0"/>
              </a:rPr>
              <a:t>e.g., Moodys.com; MaxSight; CreditLens</a:t>
            </a:r>
            <a:r>
              <a:rPr lang="en-US" sz="1100" b="1">
                <a:latin typeface="Arial"/>
                <a:ea typeface="GT America Regular" charset="0"/>
                <a:cs typeface="GT America Regular" charset="0"/>
              </a:rPr>
              <a:t>)</a:t>
            </a:r>
            <a:endParaRPr kumimoji="0" lang="en-US" sz="1400" b="1" i="0" u="none" strike="noStrike" kern="1200" cap="none" spc="0" normalizeH="0" baseline="0" noProof="0">
              <a:ln>
                <a:noFill/>
              </a:ln>
              <a:effectLst/>
              <a:uLnTx/>
              <a:uFillTx/>
              <a:latin typeface="Arial" panose="020B0604020202020204" pitchFamily="34" charset="0"/>
              <a:ea typeface="GT America Regular" charset="0"/>
              <a:cs typeface="GT America Regular" charset="0"/>
            </a:endParaRPr>
          </a:p>
        </p:txBody>
      </p:sp>
      <p:sp>
        <p:nvSpPr>
          <p:cNvPr id="83" name="TextBox 82">
            <a:extLst>
              <a:ext uri="{FF2B5EF4-FFF2-40B4-BE49-F238E27FC236}">
                <a16:creationId xmlns:a16="http://schemas.microsoft.com/office/drawing/2014/main" id="{C5446B7A-FA3C-2F56-D9DB-D15F4D92D40E}"/>
              </a:ext>
            </a:extLst>
          </p:cNvPr>
          <p:cNvSpPr txBox="1"/>
          <p:nvPr/>
        </p:nvSpPr>
        <p:spPr>
          <a:xfrm>
            <a:off x="5644192" y="3675178"/>
            <a:ext cx="1158240" cy="513806"/>
          </a:xfrm>
          <a:prstGeom prst="rect">
            <a:avLst/>
          </a:prstGeom>
          <a:noFill/>
        </p:spPr>
        <p:txBody>
          <a:bodyPr wrap="square" lIns="0" tIns="0" rIns="0" bIns="0" rtlCol="0" anchor="ctr" anchorCtr="0">
            <a:noAutofit/>
          </a:bodyPr>
          <a:lstStyle/>
          <a:p>
            <a:pPr>
              <a:lnSpc>
                <a:spcPct val="101000"/>
              </a:lnSpc>
              <a:spcAft>
                <a:spcPts val="600"/>
              </a:spcAft>
            </a:pPr>
            <a:r>
              <a:rPr kumimoji="0" lang="en-US" sz="1400" b="1" i="0" u="none" strike="noStrike" kern="1200" cap="none" spc="0" normalizeH="0" baseline="0" noProof="0">
                <a:ln>
                  <a:noFill/>
                </a:ln>
                <a:effectLst/>
                <a:uLnTx/>
                <a:uFillTx/>
                <a:latin typeface="Arial" panose="020B0604020202020204" pitchFamily="34" charset="0"/>
                <a:ea typeface="GT America Regular" charset="0"/>
                <a:cs typeface="GT America Regular" charset="0"/>
              </a:rPr>
              <a:t>MCP</a:t>
            </a:r>
            <a:r>
              <a:rPr lang="en-US" sz="1400" b="1">
                <a:latin typeface="Arial" panose="020B0604020202020204" pitchFamily="34" charset="0"/>
                <a:ea typeface="GT America Regular" charset="0"/>
                <a:cs typeface="GT America Regular" charset="0"/>
              </a:rPr>
              <a:t> Servers</a:t>
            </a:r>
            <a:endParaRPr kumimoji="0" lang="en-US" sz="1400" b="1" i="0" u="none" strike="noStrike" kern="1200" cap="none" spc="0" normalizeH="0" baseline="0" noProof="0">
              <a:ln>
                <a:noFill/>
              </a:ln>
              <a:effectLst/>
              <a:uLnTx/>
              <a:uFillTx/>
              <a:latin typeface="Arial" panose="020B0604020202020204" pitchFamily="34" charset="0"/>
              <a:ea typeface="GT America Regular" charset="0"/>
              <a:cs typeface="GT America Regular" charset="0"/>
            </a:endParaRPr>
          </a:p>
        </p:txBody>
      </p:sp>
      <p:sp>
        <p:nvSpPr>
          <p:cNvPr id="84" name="TextBox 83">
            <a:extLst>
              <a:ext uri="{FF2B5EF4-FFF2-40B4-BE49-F238E27FC236}">
                <a16:creationId xmlns:a16="http://schemas.microsoft.com/office/drawing/2014/main" id="{16ECCB02-BE3A-949A-2C39-7BF726616BC1}"/>
              </a:ext>
            </a:extLst>
          </p:cNvPr>
          <p:cNvSpPr txBox="1"/>
          <p:nvPr/>
        </p:nvSpPr>
        <p:spPr>
          <a:xfrm>
            <a:off x="5644192" y="4977263"/>
            <a:ext cx="1534617" cy="513806"/>
          </a:xfrm>
          <a:prstGeom prst="rect">
            <a:avLst/>
          </a:prstGeom>
          <a:noFill/>
        </p:spPr>
        <p:txBody>
          <a:bodyPr wrap="square" lIns="0" tIns="0" rIns="0" bIns="0" rtlCol="0" anchor="ctr" anchorCtr="0">
            <a:noAutofit/>
          </a:bodyPr>
          <a:lstStyle/>
          <a:p>
            <a:pPr>
              <a:lnSpc>
                <a:spcPct val="101000"/>
              </a:lnSpc>
              <a:spcAft>
                <a:spcPts val="600"/>
              </a:spcAft>
            </a:pPr>
            <a:r>
              <a:rPr kumimoji="0" lang="en-US" sz="1400" b="1" i="0" u="none" strike="noStrike" kern="1200" cap="none" spc="0" normalizeH="0" baseline="0" noProof="0">
                <a:ln>
                  <a:noFill/>
                </a:ln>
                <a:effectLst/>
                <a:uLnTx/>
                <a:uFillTx/>
                <a:latin typeface="Arial" panose="020B0604020202020204" pitchFamily="34" charset="0"/>
                <a:ea typeface="GT America Regular" charset="0"/>
                <a:cs typeface="GT America Regular" charset="0"/>
              </a:rPr>
              <a:t>Smart API</a:t>
            </a:r>
            <a:r>
              <a:rPr lang="en-US" sz="1400" b="1">
                <a:latin typeface="Arial" panose="020B0604020202020204" pitchFamily="34" charset="0"/>
                <a:ea typeface="GT America Regular" charset="0"/>
                <a:cs typeface="GT America Regular" charset="0"/>
              </a:rPr>
              <a:t>s</a:t>
            </a:r>
            <a:endParaRPr kumimoji="0" lang="en-US" sz="1400" b="1" i="0" u="none" strike="noStrike" kern="1200" cap="none" spc="0" normalizeH="0" baseline="0" noProof="0">
              <a:ln>
                <a:noFill/>
              </a:ln>
              <a:effectLst/>
              <a:uLnTx/>
              <a:uFillTx/>
              <a:latin typeface="Arial" panose="020B0604020202020204" pitchFamily="34" charset="0"/>
              <a:ea typeface="GT America Regular" charset="0"/>
              <a:cs typeface="GT America Regular" charset="0"/>
            </a:endParaRPr>
          </a:p>
        </p:txBody>
      </p:sp>
      <p:grpSp>
        <p:nvGrpSpPr>
          <p:cNvPr id="86" name="Group 85">
            <a:extLst>
              <a:ext uri="{FF2B5EF4-FFF2-40B4-BE49-F238E27FC236}">
                <a16:creationId xmlns:a16="http://schemas.microsoft.com/office/drawing/2014/main" id="{0E2B0A11-F02F-14E6-57EC-6437638EA1F8}"/>
              </a:ext>
            </a:extLst>
          </p:cNvPr>
          <p:cNvGrpSpPr/>
          <p:nvPr/>
        </p:nvGrpSpPr>
        <p:grpSpPr>
          <a:xfrm>
            <a:off x="2502976" y="4455418"/>
            <a:ext cx="1796949" cy="1467657"/>
            <a:chOff x="-34724" y="4363656"/>
            <a:chExt cx="3491538" cy="2500131"/>
          </a:xfrm>
        </p:grpSpPr>
        <p:sp>
          <p:nvSpPr>
            <p:cNvPr id="87" name="Freeform 5">
              <a:extLst>
                <a:ext uri="{FF2B5EF4-FFF2-40B4-BE49-F238E27FC236}">
                  <a16:creationId xmlns:a16="http://schemas.microsoft.com/office/drawing/2014/main" id="{B1C3F889-918E-258B-D3D2-1EEF49987B31}"/>
                </a:ext>
              </a:extLst>
            </p:cNvPr>
            <p:cNvSpPr>
              <a:spLocks/>
            </p:cNvSpPr>
            <p:nvPr/>
          </p:nvSpPr>
          <p:spPr bwMode="auto">
            <a:xfrm>
              <a:off x="3118041" y="4363656"/>
              <a:ext cx="338773" cy="453546"/>
            </a:xfrm>
            <a:custGeom>
              <a:avLst/>
              <a:gdLst>
                <a:gd name="T0" fmla="*/ 0 w 977"/>
                <a:gd name="T1" fmla="*/ 0 h 1308"/>
                <a:gd name="T2" fmla="*/ 460 w 977"/>
                <a:gd name="T3" fmla="*/ 654 h 1308"/>
                <a:gd name="T4" fmla="*/ 0 w 977"/>
                <a:gd name="T5" fmla="*/ 1308 h 1308"/>
                <a:gd name="T6" fmla="*/ 399 w 977"/>
                <a:gd name="T7" fmla="*/ 1308 h 1308"/>
                <a:gd name="T8" fmla="*/ 977 w 977"/>
                <a:gd name="T9" fmla="*/ 654 h 1308"/>
                <a:gd name="T10" fmla="*/ 399 w 977"/>
                <a:gd name="T11" fmla="*/ 0 h 1308"/>
                <a:gd name="T12" fmla="*/ 0 w 977"/>
                <a:gd name="T13" fmla="*/ 0 h 1308"/>
              </a:gdLst>
              <a:ahLst/>
              <a:cxnLst>
                <a:cxn ang="0">
                  <a:pos x="T0" y="T1"/>
                </a:cxn>
                <a:cxn ang="0">
                  <a:pos x="T2" y="T3"/>
                </a:cxn>
                <a:cxn ang="0">
                  <a:pos x="T4" y="T5"/>
                </a:cxn>
                <a:cxn ang="0">
                  <a:pos x="T6" y="T7"/>
                </a:cxn>
                <a:cxn ang="0">
                  <a:pos x="T8" y="T9"/>
                </a:cxn>
                <a:cxn ang="0">
                  <a:pos x="T10" y="T11"/>
                </a:cxn>
                <a:cxn ang="0">
                  <a:pos x="T12" y="T13"/>
                </a:cxn>
              </a:cxnLst>
              <a:rect l="0" t="0" r="r" b="b"/>
              <a:pathLst>
                <a:path w="977" h="1308">
                  <a:moveTo>
                    <a:pt x="0" y="0"/>
                  </a:moveTo>
                  <a:lnTo>
                    <a:pt x="460" y="654"/>
                  </a:lnTo>
                  <a:lnTo>
                    <a:pt x="0" y="1308"/>
                  </a:lnTo>
                  <a:lnTo>
                    <a:pt x="399" y="1308"/>
                  </a:lnTo>
                  <a:lnTo>
                    <a:pt x="977" y="654"/>
                  </a:lnTo>
                  <a:lnTo>
                    <a:pt x="399" y="0"/>
                  </a:lnTo>
                  <a:lnTo>
                    <a:pt x="0" y="0"/>
                  </a:lnTo>
                  <a:close/>
                </a:path>
              </a:pathLst>
            </a:custGeom>
            <a:solidFill>
              <a:schemeClr val="tx1"/>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88" name="Freeform: Shape 87">
              <a:extLst>
                <a:ext uri="{FF2B5EF4-FFF2-40B4-BE49-F238E27FC236}">
                  <a16:creationId xmlns:a16="http://schemas.microsoft.com/office/drawing/2014/main" id="{C7243476-E947-6BF1-6211-ECC53B6E66E2}"/>
                </a:ext>
              </a:extLst>
            </p:cNvPr>
            <p:cNvSpPr/>
            <p:nvPr/>
          </p:nvSpPr>
          <p:spPr>
            <a:xfrm>
              <a:off x="-34724" y="4573933"/>
              <a:ext cx="3379808" cy="2289854"/>
            </a:xfrm>
            <a:custGeom>
              <a:avLst/>
              <a:gdLst>
                <a:gd name="connsiteX0" fmla="*/ 0 w 3379808"/>
                <a:gd name="connsiteY0" fmla="*/ 2280212 h 2280212"/>
                <a:gd name="connsiteX1" fmla="*/ 844952 w 3379808"/>
                <a:gd name="connsiteY1" fmla="*/ 821802 h 2280212"/>
                <a:gd name="connsiteX2" fmla="*/ 3379808 w 3379808"/>
                <a:gd name="connsiteY2" fmla="*/ 0 h 2280212"/>
                <a:gd name="connsiteX0" fmla="*/ 0 w 3379808"/>
                <a:gd name="connsiteY0" fmla="*/ 2280212 h 2280212"/>
                <a:gd name="connsiteX1" fmla="*/ 1169043 w 3379808"/>
                <a:gd name="connsiteY1" fmla="*/ 520860 h 2280212"/>
                <a:gd name="connsiteX2" fmla="*/ 3379808 w 3379808"/>
                <a:gd name="connsiteY2" fmla="*/ 0 h 2280212"/>
                <a:gd name="connsiteX0" fmla="*/ 0 w 3379808"/>
                <a:gd name="connsiteY0" fmla="*/ 2280212 h 2280212"/>
                <a:gd name="connsiteX1" fmla="*/ 1169043 w 3379808"/>
                <a:gd name="connsiteY1" fmla="*/ 520860 h 2280212"/>
                <a:gd name="connsiteX2" fmla="*/ 3379808 w 3379808"/>
                <a:gd name="connsiteY2" fmla="*/ 0 h 2280212"/>
                <a:gd name="connsiteX0" fmla="*/ 0 w 3379808"/>
                <a:gd name="connsiteY0" fmla="*/ 2289854 h 2289854"/>
                <a:gd name="connsiteX1" fmla="*/ 1169043 w 3379808"/>
                <a:gd name="connsiteY1" fmla="*/ 530502 h 2289854"/>
                <a:gd name="connsiteX2" fmla="*/ 3379808 w 3379808"/>
                <a:gd name="connsiteY2" fmla="*/ 9642 h 2289854"/>
              </a:gdLst>
              <a:ahLst/>
              <a:cxnLst>
                <a:cxn ang="0">
                  <a:pos x="connsiteX0" y="connsiteY0"/>
                </a:cxn>
                <a:cxn ang="0">
                  <a:pos x="connsiteX1" y="connsiteY1"/>
                </a:cxn>
                <a:cxn ang="0">
                  <a:pos x="connsiteX2" y="connsiteY2"/>
                </a:cxn>
              </a:cxnLst>
              <a:rect l="l" t="t" r="r" b="b"/>
              <a:pathLst>
                <a:path w="3379808" h="2289854">
                  <a:moveTo>
                    <a:pt x="0" y="2289854"/>
                  </a:moveTo>
                  <a:cubicBezTo>
                    <a:pt x="140825" y="1750666"/>
                    <a:pt x="605742" y="910537"/>
                    <a:pt x="1169043" y="530502"/>
                  </a:cubicBezTo>
                  <a:cubicBezTo>
                    <a:pt x="1732344" y="150467"/>
                    <a:pt x="2567650" y="-47267"/>
                    <a:pt x="3379808" y="9642"/>
                  </a:cubicBez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89" name="Group 88">
            <a:extLst>
              <a:ext uri="{FF2B5EF4-FFF2-40B4-BE49-F238E27FC236}">
                <a16:creationId xmlns:a16="http://schemas.microsoft.com/office/drawing/2014/main" id="{9339FE45-EFB0-0B9D-E116-382147FF5831}"/>
              </a:ext>
            </a:extLst>
          </p:cNvPr>
          <p:cNvGrpSpPr/>
          <p:nvPr/>
        </p:nvGrpSpPr>
        <p:grpSpPr>
          <a:xfrm flipV="1">
            <a:off x="2498005" y="1833663"/>
            <a:ext cx="1800023" cy="1654563"/>
            <a:chOff x="-34724" y="4363656"/>
            <a:chExt cx="3491538" cy="2500131"/>
          </a:xfrm>
        </p:grpSpPr>
        <p:sp>
          <p:nvSpPr>
            <p:cNvPr id="90" name="Freeform 5">
              <a:extLst>
                <a:ext uri="{FF2B5EF4-FFF2-40B4-BE49-F238E27FC236}">
                  <a16:creationId xmlns:a16="http://schemas.microsoft.com/office/drawing/2014/main" id="{6791D04A-8F65-D284-4073-97B46F34D604}"/>
                </a:ext>
              </a:extLst>
            </p:cNvPr>
            <p:cNvSpPr>
              <a:spLocks/>
            </p:cNvSpPr>
            <p:nvPr/>
          </p:nvSpPr>
          <p:spPr bwMode="auto">
            <a:xfrm>
              <a:off x="3118041" y="4363656"/>
              <a:ext cx="338773" cy="453546"/>
            </a:xfrm>
            <a:custGeom>
              <a:avLst/>
              <a:gdLst>
                <a:gd name="T0" fmla="*/ 0 w 977"/>
                <a:gd name="T1" fmla="*/ 0 h 1308"/>
                <a:gd name="T2" fmla="*/ 460 w 977"/>
                <a:gd name="T3" fmla="*/ 654 h 1308"/>
                <a:gd name="T4" fmla="*/ 0 w 977"/>
                <a:gd name="T5" fmla="*/ 1308 h 1308"/>
                <a:gd name="T6" fmla="*/ 399 w 977"/>
                <a:gd name="T7" fmla="*/ 1308 h 1308"/>
                <a:gd name="T8" fmla="*/ 977 w 977"/>
                <a:gd name="T9" fmla="*/ 654 h 1308"/>
                <a:gd name="T10" fmla="*/ 399 w 977"/>
                <a:gd name="T11" fmla="*/ 0 h 1308"/>
                <a:gd name="T12" fmla="*/ 0 w 977"/>
                <a:gd name="T13" fmla="*/ 0 h 1308"/>
              </a:gdLst>
              <a:ahLst/>
              <a:cxnLst>
                <a:cxn ang="0">
                  <a:pos x="T0" y="T1"/>
                </a:cxn>
                <a:cxn ang="0">
                  <a:pos x="T2" y="T3"/>
                </a:cxn>
                <a:cxn ang="0">
                  <a:pos x="T4" y="T5"/>
                </a:cxn>
                <a:cxn ang="0">
                  <a:pos x="T6" y="T7"/>
                </a:cxn>
                <a:cxn ang="0">
                  <a:pos x="T8" y="T9"/>
                </a:cxn>
                <a:cxn ang="0">
                  <a:pos x="T10" y="T11"/>
                </a:cxn>
                <a:cxn ang="0">
                  <a:pos x="T12" y="T13"/>
                </a:cxn>
              </a:cxnLst>
              <a:rect l="0" t="0" r="r" b="b"/>
              <a:pathLst>
                <a:path w="977" h="1308">
                  <a:moveTo>
                    <a:pt x="0" y="0"/>
                  </a:moveTo>
                  <a:lnTo>
                    <a:pt x="460" y="654"/>
                  </a:lnTo>
                  <a:lnTo>
                    <a:pt x="0" y="1308"/>
                  </a:lnTo>
                  <a:lnTo>
                    <a:pt x="399" y="1308"/>
                  </a:lnTo>
                  <a:lnTo>
                    <a:pt x="977" y="654"/>
                  </a:lnTo>
                  <a:lnTo>
                    <a:pt x="399" y="0"/>
                  </a:lnTo>
                  <a:lnTo>
                    <a:pt x="0" y="0"/>
                  </a:lnTo>
                  <a:close/>
                </a:path>
              </a:pathLst>
            </a:custGeom>
            <a:solidFill>
              <a:schemeClr val="tx1"/>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91" name="Freeform: Shape 90">
              <a:extLst>
                <a:ext uri="{FF2B5EF4-FFF2-40B4-BE49-F238E27FC236}">
                  <a16:creationId xmlns:a16="http://schemas.microsoft.com/office/drawing/2014/main" id="{58EC8C65-3EF8-3BD0-161D-6B6460812B28}"/>
                </a:ext>
              </a:extLst>
            </p:cNvPr>
            <p:cNvSpPr/>
            <p:nvPr/>
          </p:nvSpPr>
          <p:spPr>
            <a:xfrm>
              <a:off x="-34724" y="4573933"/>
              <a:ext cx="3379808" cy="2289854"/>
            </a:xfrm>
            <a:custGeom>
              <a:avLst/>
              <a:gdLst>
                <a:gd name="connsiteX0" fmla="*/ 0 w 3379808"/>
                <a:gd name="connsiteY0" fmla="*/ 2280212 h 2280212"/>
                <a:gd name="connsiteX1" fmla="*/ 844952 w 3379808"/>
                <a:gd name="connsiteY1" fmla="*/ 821802 h 2280212"/>
                <a:gd name="connsiteX2" fmla="*/ 3379808 w 3379808"/>
                <a:gd name="connsiteY2" fmla="*/ 0 h 2280212"/>
                <a:gd name="connsiteX0" fmla="*/ 0 w 3379808"/>
                <a:gd name="connsiteY0" fmla="*/ 2280212 h 2280212"/>
                <a:gd name="connsiteX1" fmla="*/ 1169043 w 3379808"/>
                <a:gd name="connsiteY1" fmla="*/ 520860 h 2280212"/>
                <a:gd name="connsiteX2" fmla="*/ 3379808 w 3379808"/>
                <a:gd name="connsiteY2" fmla="*/ 0 h 2280212"/>
                <a:gd name="connsiteX0" fmla="*/ 0 w 3379808"/>
                <a:gd name="connsiteY0" fmla="*/ 2280212 h 2280212"/>
                <a:gd name="connsiteX1" fmla="*/ 1169043 w 3379808"/>
                <a:gd name="connsiteY1" fmla="*/ 520860 h 2280212"/>
                <a:gd name="connsiteX2" fmla="*/ 3379808 w 3379808"/>
                <a:gd name="connsiteY2" fmla="*/ 0 h 2280212"/>
                <a:gd name="connsiteX0" fmla="*/ 0 w 3379808"/>
                <a:gd name="connsiteY0" fmla="*/ 2289854 h 2289854"/>
                <a:gd name="connsiteX1" fmla="*/ 1169043 w 3379808"/>
                <a:gd name="connsiteY1" fmla="*/ 530502 h 2289854"/>
                <a:gd name="connsiteX2" fmla="*/ 3379808 w 3379808"/>
                <a:gd name="connsiteY2" fmla="*/ 9642 h 2289854"/>
              </a:gdLst>
              <a:ahLst/>
              <a:cxnLst>
                <a:cxn ang="0">
                  <a:pos x="connsiteX0" y="connsiteY0"/>
                </a:cxn>
                <a:cxn ang="0">
                  <a:pos x="connsiteX1" y="connsiteY1"/>
                </a:cxn>
                <a:cxn ang="0">
                  <a:pos x="connsiteX2" y="connsiteY2"/>
                </a:cxn>
              </a:cxnLst>
              <a:rect l="l" t="t" r="r" b="b"/>
              <a:pathLst>
                <a:path w="3379808" h="2289854">
                  <a:moveTo>
                    <a:pt x="0" y="2289854"/>
                  </a:moveTo>
                  <a:cubicBezTo>
                    <a:pt x="140825" y="1750666"/>
                    <a:pt x="605742" y="910537"/>
                    <a:pt x="1169043" y="530502"/>
                  </a:cubicBezTo>
                  <a:cubicBezTo>
                    <a:pt x="1732344" y="150467"/>
                    <a:pt x="2567650" y="-47267"/>
                    <a:pt x="3379808" y="9642"/>
                  </a:cubicBez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92" name="Group 91">
            <a:extLst>
              <a:ext uri="{FF2B5EF4-FFF2-40B4-BE49-F238E27FC236}">
                <a16:creationId xmlns:a16="http://schemas.microsoft.com/office/drawing/2014/main" id="{342F2E86-D509-C907-4C7B-CF79FAF0FCDA}"/>
              </a:ext>
            </a:extLst>
          </p:cNvPr>
          <p:cNvGrpSpPr/>
          <p:nvPr/>
        </p:nvGrpSpPr>
        <p:grpSpPr>
          <a:xfrm>
            <a:off x="2861581" y="3686927"/>
            <a:ext cx="1496422" cy="274749"/>
            <a:chOff x="9362048" y="1773626"/>
            <a:chExt cx="771243" cy="192812"/>
          </a:xfrm>
        </p:grpSpPr>
        <p:sp>
          <p:nvSpPr>
            <p:cNvPr id="93" name="Freeform 5">
              <a:extLst>
                <a:ext uri="{FF2B5EF4-FFF2-40B4-BE49-F238E27FC236}">
                  <a16:creationId xmlns:a16="http://schemas.microsoft.com/office/drawing/2014/main" id="{7703CD8B-06AE-55BA-D347-98C0F97B7BF5}"/>
                </a:ext>
              </a:extLst>
            </p:cNvPr>
            <p:cNvSpPr>
              <a:spLocks/>
            </p:cNvSpPr>
            <p:nvPr/>
          </p:nvSpPr>
          <p:spPr bwMode="auto">
            <a:xfrm>
              <a:off x="9939554" y="1773626"/>
              <a:ext cx="193737" cy="192812"/>
            </a:xfrm>
            <a:custGeom>
              <a:avLst/>
              <a:gdLst>
                <a:gd name="T0" fmla="*/ 0 w 977"/>
                <a:gd name="T1" fmla="*/ 0 h 1308"/>
                <a:gd name="T2" fmla="*/ 460 w 977"/>
                <a:gd name="T3" fmla="*/ 654 h 1308"/>
                <a:gd name="T4" fmla="*/ 0 w 977"/>
                <a:gd name="T5" fmla="*/ 1308 h 1308"/>
                <a:gd name="T6" fmla="*/ 399 w 977"/>
                <a:gd name="T7" fmla="*/ 1308 h 1308"/>
                <a:gd name="T8" fmla="*/ 977 w 977"/>
                <a:gd name="T9" fmla="*/ 654 h 1308"/>
                <a:gd name="T10" fmla="*/ 399 w 977"/>
                <a:gd name="T11" fmla="*/ 0 h 1308"/>
                <a:gd name="T12" fmla="*/ 0 w 977"/>
                <a:gd name="T13" fmla="*/ 0 h 1308"/>
              </a:gdLst>
              <a:ahLst/>
              <a:cxnLst>
                <a:cxn ang="0">
                  <a:pos x="T0" y="T1"/>
                </a:cxn>
                <a:cxn ang="0">
                  <a:pos x="T2" y="T3"/>
                </a:cxn>
                <a:cxn ang="0">
                  <a:pos x="T4" y="T5"/>
                </a:cxn>
                <a:cxn ang="0">
                  <a:pos x="T6" y="T7"/>
                </a:cxn>
                <a:cxn ang="0">
                  <a:pos x="T8" y="T9"/>
                </a:cxn>
                <a:cxn ang="0">
                  <a:pos x="T10" y="T11"/>
                </a:cxn>
                <a:cxn ang="0">
                  <a:pos x="T12" y="T13"/>
                </a:cxn>
              </a:cxnLst>
              <a:rect l="0" t="0" r="r" b="b"/>
              <a:pathLst>
                <a:path w="977" h="1308">
                  <a:moveTo>
                    <a:pt x="0" y="0"/>
                  </a:moveTo>
                  <a:lnTo>
                    <a:pt x="460" y="654"/>
                  </a:lnTo>
                  <a:lnTo>
                    <a:pt x="0" y="1308"/>
                  </a:lnTo>
                  <a:lnTo>
                    <a:pt x="399" y="1308"/>
                  </a:lnTo>
                  <a:lnTo>
                    <a:pt x="977" y="654"/>
                  </a:lnTo>
                  <a:lnTo>
                    <a:pt x="399" y="0"/>
                  </a:lnTo>
                  <a:lnTo>
                    <a:pt x="0" y="0"/>
                  </a:lnTo>
                  <a:close/>
                </a:path>
              </a:pathLst>
            </a:custGeom>
            <a:solidFill>
              <a:schemeClr val="tx1"/>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a:p>
          </p:txBody>
        </p:sp>
        <p:cxnSp>
          <p:nvCxnSpPr>
            <p:cNvPr id="94" name="Straight Connector 93">
              <a:extLst>
                <a:ext uri="{FF2B5EF4-FFF2-40B4-BE49-F238E27FC236}">
                  <a16:creationId xmlns:a16="http://schemas.microsoft.com/office/drawing/2014/main" id="{CEC63055-D537-674A-CC4E-24BCC5B6B643}"/>
                </a:ext>
              </a:extLst>
            </p:cNvPr>
            <p:cNvCxnSpPr>
              <a:cxnSpLocks/>
            </p:cNvCxnSpPr>
            <p:nvPr/>
          </p:nvCxnSpPr>
          <p:spPr>
            <a:xfrm flipH="1">
              <a:off x="9362048" y="1872638"/>
              <a:ext cx="72805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0" name="TextBox 129">
            <a:extLst>
              <a:ext uri="{FF2B5EF4-FFF2-40B4-BE49-F238E27FC236}">
                <a16:creationId xmlns:a16="http://schemas.microsoft.com/office/drawing/2014/main" id="{8A1F972B-5E92-7CE2-ED13-B1122E95FFFA}"/>
              </a:ext>
            </a:extLst>
          </p:cNvPr>
          <p:cNvSpPr txBox="1"/>
          <p:nvPr/>
        </p:nvSpPr>
        <p:spPr>
          <a:xfrm>
            <a:off x="10043796" y="3055236"/>
            <a:ext cx="1699969" cy="329624"/>
          </a:xfrm>
          <a:prstGeom prst="rect">
            <a:avLst/>
          </a:prstGeom>
          <a:noFill/>
        </p:spPr>
        <p:txBody>
          <a:bodyPr wrap="square" lIns="0" tIns="0" rIns="0" bIns="0" rtlCol="0" anchor="ctr" anchorCtr="0">
            <a:noAutofit/>
          </a:bodyPr>
          <a:lstStyle/>
          <a:p>
            <a:pPr>
              <a:lnSpc>
                <a:spcPct val="101000"/>
              </a:lnSpc>
              <a:spcAft>
                <a:spcPts val="600"/>
              </a:spcAft>
            </a:pPr>
            <a:r>
              <a:rPr kumimoji="0" lang="en-US" sz="1400" b="1" i="0" u="none" strike="noStrike" kern="1200" cap="none" spc="0" normalizeH="0" baseline="0" noProof="0">
                <a:ln>
                  <a:noFill/>
                </a:ln>
                <a:effectLst/>
                <a:uLnTx/>
                <a:uFillTx/>
                <a:latin typeface="Arial" panose="020B0604020202020204" pitchFamily="34" charset="0"/>
                <a:ea typeface="GT America Regular" charset="0"/>
                <a:cs typeface="GT America Regular" charset="0"/>
              </a:rPr>
              <a:t>Client Platforms</a:t>
            </a:r>
          </a:p>
        </p:txBody>
      </p:sp>
      <p:sp>
        <p:nvSpPr>
          <p:cNvPr id="140" name="TextBox 139">
            <a:extLst>
              <a:ext uri="{FF2B5EF4-FFF2-40B4-BE49-F238E27FC236}">
                <a16:creationId xmlns:a16="http://schemas.microsoft.com/office/drawing/2014/main" id="{7DEEB19E-4D3B-B0EA-5BB2-A6D0079FA867}"/>
              </a:ext>
            </a:extLst>
          </p:cNvPr>
          <p:cNvSpPr txBox="1"/>
          <p:nvPr/>
        </p:nvSpPr>
        <p:spPr>
          <a:xfrm>
            <a:off x="10043796" y="4967176"/>
            <a:ext cx="1875737" cy="321585"/>
          </a:xfrm>
          <a:prstGeom prst="rect">
            <a:avLst/>
          </a:prstGeom>
          <a:noFill/>
        </p:spPr>
        <p:txBody>
          <a:bodyPr wrap="square" lIns="0" tIns="0" rIns="0" bIns="0" rtlCol="0" anchor="ctr" anchorCtr="0">
            <a:noAutofit/>
          </a:bodyPr>
          <a:lstStyle/>
          <a:p>
            <a:pPr>
              <a:lnSpc>
                <a:spcPct val="101000"/>
              </a:lnSpc>
              <a:spcAft>
                <a:spcPts val="600"/>
              </a:spcAft>
            </a:pPr>
            <a:r>
              <a:rPr lang="en-US" sz="1400" b="1">
                <a:latin typeface="Arial" panose="020B0604020202020204" pitchFamily="34" charset="0"/>
                <a:ea typeface="GT America Regular" charset="0"/>
                <a:cs typeface="GT America Regular" charset="0"/>
              </a:rPr>
              <a:t>Distribution Partners / Hyperscalers</a:t>
            </a:r>
            <a:endParaRPr kumimoji="0" lang="en-US" sz="1400" b="1" i="0" u="none" strike="noStrike" kern="1200" cap="none" spc="0" normalizeH="0" baseline="0" noProof="0">
              <a:ln>
                <a:noFill/>
              </a:ln>
              <a:effectLst/>
              <a:uLnTx/>
              <a:uFillTx/>
              <a:latin typeface="Arial" panose="020B0604020202020204" pitchFamily="34" charset="0"/>
              <a:ea typeface="GT America Regular" charset="0"/>
              <a:cs typeface="GT America Regular" charset="0"/>
            </a:endParaRPr>
          </a:p>
        </p:txBody>
      </p:sp>
      <p:sp>
        <p:nvSpPr>
          <p:cNvPr id="2" name="TextBox 1">
            <a:extLst>
              <a:ext uri="{FF2B5EF4-FFF2-40B4-BE49-F238E27FC236}">
                <a16:creationId xmlns:a16="http://schemas.microsoft.com/office/drawing/2014/main" id="{1B6EFBF5-29DE-0CC1-CF40-3DBB590A69BA}"/>
              </a:ext>
            </a:extLst>
          </p:cNvPr>
          <p:cNvSpPr txBox="1"/>
          <p:nvPr/>
        </p:nvSpPr>
        <p:spPr>
          <a:xfrm>
            <a:off x="1507174" y="560160"/>
            <a:ext cx="10240752" cy="1292662"/>
          </a:xfrm>
          <a:prstGeom prst="rect">
            <a:avLst/>
          </a:prstGeom>
          <a:noFill/>
        </p:spPr>
        <p:txBody>
          <a:bodyPr wrap="square" lIns="91440" tIns="45720" rIns="91440" bIns="45720" anchor="t">
            <a:spAutoFit/>
          </a:bodyPr>
          <a:lstStyle/>
          <a:p>
            <a:r>
              <a:rPr lang="en-US" sz="3200" b="1">
                <a:latin typeface="Arial" panose="020B0604020202020204" pitchFamily="34" charset="0"/>
              </a:rPr>
              <a:t>Supporting our Customers in Every Stage of AI Maturity</a:t>
            </a:r>
          </a:p>
          <a:p>
            <a:r>
              <a:rPr lang="en-US" sz="1400">
                <a:latin typeface="Arial"/>
                <a:cs typeface="Arial"/>
              </a:rPr>
              <a:t>Moody’s Intelligent Data and Highly Specialized Agents Can Be Accessed in Multiple Channels to Meet Customer Preferences</a:t>
            </a:r>
            <a:endParaRPr lang="en-US">
              <a:latin typeface="Arial"/>
              <a:cs typeface="Arial"/>
            </a:endParaRPr>
          </a:p>
        </p:txBody>
      </p:sp>
      <p:pic>
        <p:nvPicPr>
          <p:cNvPr id="1026" name="Picture 2" descr="MCP (Model Context Protocol) Logo">
            <a:extLst>
              <a:ext uri="{FF2B5EF4-FFF2-40B4-BE49-F238E27FC236}">
                <a16:creationId xmlns:a16="http://schemas.microsoft.com/office/drawing/2014/main" id="{36AB59E8-4F73-DCE4-6EDC-0795959A1A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57287" y="3477828"/>
            <a:ext cx="884784" cy="88478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9088B737-0FDE-8DD7-ADE6-4B85E9BE8D6D}"/>
              </a:ext>
            </a:extLst>
          </p:cNvPr>
          <p:cNvPicPr>
            <a:picLocks noChangeAspect="1"/>
          </p:cNvPicPr>
          <p:nvPr/>
        </p:nvPicPr>
        <p:blipFill>
          <a:blip r:embed="rId3">
            <a:lum bright="100000"/>
          </a:blip>
          <a:stretch>
            <a:fillRect/>
          </a:stretch>
        </p:blipFill>
        <p:spPr>
          <a:xfrm>
            <a:off x="4591993" y="2018708"/>
            <a:ext cx="1015375" cy="1015375"/>
          </a:xfrm>
          <a:prstGeom prst="rect">
            <a:avLst/>
          </a:prstGeom>
        </p:spPr>
      </p:pic>
      <p:pic>
        <p:nvPicPr>
          <p:cNvPr id="8" name="Picture 7">
            <a:extLst>
              <a:ext uri="{FF2B5EF4-FFF2-40B4-BE49-F238E27FC236}">
                <a16:creationId xmlns:a16="http://schemas.microsoft.com/office/drawing/2014/main" id="{9299591F-B449-2F39-6E52-652823002222}"/>
              </a:ext>
            </a:extLst>
          </p:cNvPr>
          <p:cNvPicPr>
            <a:picLocks noChangeAspect="1"/>
          </p:cNvPicPr>
          <p:nvPr/>
        </p:nvPicPr>
        <p:blipFill>
          <a:blip r:embed="rId3">
            <a:lum bright="100000"/>
          </a:blip>
          <a:stretch>
            <a:fillRect/>
          </a:stretch>
        </p:blipFill>
        <p:spPr>
          <a:xfrm>
            <a:off x="8879049" y="2967785"/>
            <a:ext cx="1015375" cy="1015375"/>
          </a:xfrm>
          <a:prstGeom prst="rect">
            <a:avLst/>
          </a:prstGeom>
        </p:spPr>
      </p:pic>
      <p:pic>
        <p:nvPicPr>
          <p:cNvPr id="10" name="Picture 9">
            <a:extLst>
              <a:ext uri="{FF2B5EF4-FFF2-40B4-BE49-F238E27FC236}">
                <a16:creationId xmlns:a16="http://schemas.microsoft.com/office/drawing/2014/main" id="{D081A982-0A66-4F99-A42D-D64C507D4CE8}"/>
              </a:ext>
            </a:extLst>
          </p:cNvPr>
          <p:cNvPicPr>
            <a:picLocks noChangeAspect="1"/>
          </p:cNvPicPr>
          <p:nvPr/>
        </p:nvPicPr>
        <p:blipFill>
          <a:blip r:embed="rId3">
            <a:lum bright="100000"/>
          </a:blip>
          <a:stretch>
            <a:fillRect/>
          </a:stretch>
        </p:blipFill>
        <p:spPr>
          <a:xfrm>
            <a:off x="8879049" y="4832637"/>
            <a:ext cx="1015375" cy="1015375"/>
          </a:xfrm>
          <a:prstGeom prst="rect">
            <a:avLst/>
          </a:prstGeom>
        </p:spPr>
      </p:pic>
      <p:grpSp>
        <p:nvGrpSpPr>
          <p:cNvPr id="16" name="Group 15">
            <a:extLst>
              <a:ext uri="{FF2B5EF4-FFF2-40B4-BE49-F238E27FC236}">
                <a16:creationId xmlns:a16="http://schemas.microsoft.com/office/drawing/2014/main" id="{D47B935F-8E7C-178D-1503-528F6F096A6D}"/>
              </a:ext>
            </a:extLst>
          </p:cNvPr>
          <p:cNvGrpSpPr/>
          <p:nvPr/>
        </p:nvGrpSpPr>
        <p:grpSpPr>
          <a:xfrm>
            <a:off x="4591993" y="4692149"/>
            <a:ext cx="1015375" cy="1015375"/>
            <a:chOff x="-2845182" y="3088600"/>
            <a:chExt cx="914400" cy="914400"/>
          </a:xfrm>
        </p:grpSpPr>
        <p:pic>
          <p:nvPicPr>
            <p:cNvPr id="14" name="Graphic 13" descr="Cloud outline">
              <a:extLst>
                <a:ext uri="{FF2B5EF4-FFF2-40B4-BE49-F238E27FC236}">
                  <a16:creationId xmlns:a16="http://schemas.microsoft.com/office/drawing/2014/main" id="{528FBDF2-1434-D510-F5F0-2132553FFE2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45182" y="3088600"/>
              <a:ext cx="914400" cy="914400"/>
            </a:xfrm>
            <a:prstGeom prst="rect">
              <a:avLst/>
            </a:prstGeom>
          </p:spPr>
        </p:pic>
        <p:sp>
          <p:nvSpPr>
            <p:cNvPr id="15" name="TextBox 14">
              <a:extLst>
                <a:ext uri="{FF2B5EF4-FFF2-40B4-BE49-F238E27FC236}">
                  <a16:creationId xmlns:a16="http://schemas.microsoft.com/office/drawing/2014/main" id="{0FD35B72-8D28-53AD-7DE8-4A2A66328AC7}"/>
                </a:ext>
              </a:extLst>
            </p:cNvPr>
            <p:cNvSpPr txBox="1"/>
            <p:nvPr/>
          </p:nvSpPr>
          <p:spPr>
            <a:xfrm>
              <a:off x="-2575978" y="3481079"/>
              <a:ext cx="515639" cy="211761"/>
            </a:xfrm>
            <a:prstGeom prst="rect">
              <a:avLst/>
            </a:prstGeom>
            <a:noFill/>
          </p:spPr>
          <p:txBody>
            <a:bodyPr wrap="square" lIns="0" tIns="0" rIns="0" bIns="0" rtlCol="0">
              <a:noAutofit/>
            </a:bodyPr>
            <a:lstStyle/>
            <a:p>
              <a:pPr algn="l">
                <a:lnSpc>
                  <a:spcPct val="101000"/>
                </a:lnSpc>
                <a:spcAft>
                  <a:spcPts val="600"/>
                </a:spcAft>
              </a:pPr>
              <a:r>
                <a:rPr lang="en-US" sz="1600" b="1">
                  <a:latin typeface="Verdana" panose="020B0604030504040204" pitchFamily="34" charset="0"/>
                  <a:ea typeface="Verdana" panose="020B0604030504040204" pitchFamily="34" charset="0"/>
                  <a:cs typeface="Arial" panose="020B0604020202020204" pitchFamily="34" charset="0"/>
                </a:rPr>
                <a:t>API</a:t>
              </a:r>
              <a:endParaRPr kumimoji="0" lang="en-US" sz="1600" b="1" i="0" u="none" strike="noStrike" kern="1200" cap="none" spc="0" normalizeH="0" baseline="0" noProof="0" err="1">
                <a:ln>
                  <a:noFill/>
                </a:ln>
                <a:effectLst/>
                <a:uLnTx/>
                <a:uFillTx/>
                <a:latin typeface="Verdana" panose="020B0604030504040204" pitchFamily="34" charset="0"/>
                <a:ea typeface="Verdana" panose="020B0604030504040204" pitchFamily="34" charset="0"/>
                <a:cs typeface="Arial" panose="020B0604020202020204" pitchFamily="34" charset="0"/>
              </a:endParaRPr>
            </a:p>
          </p:txBody>
        </p:sp>
      </p:grpSp>
      <p:sp>
        <p:nvSpPr>
          <p:cNvPr id="4" name="TextBox 3">
            <a:extLst>
              <a:ext uri="{FF2B5EF4-FFF2-40B4-BE49-F238E27FC236}">
                <a16:creationId xmlns:a16="http://schemas.microsoft.com/office/drawing/2014/main" id="{070C9E7A-A1C5-E1F5-8389-74300D13141F}"/>
              </a:ext>
            </a:extLst>
          </p:cNvPr>
          <p:cNvSpPr txBox="1"/>
          <p:nvPr/>
        </p:nvSpPr>
        <p:spPr>
          <a:xfrm rot="-5400000">
            <a:off x="-854375" y="3463004"/>
            <a:ext cx="3269339" cy="657100"/>
          </a:xfrm>
          <a:prstGeom prst="rect">
            <a:avLst/>
          </a:prstGeom>
          <a:noFill/>
        </p:spPr>
        <p:txBody>
          <a:bodyPr wrap="square" lIns="0" tIns="0" rIns="0" bIns="0" rtlCol="0" anchor="ctr" anchorCtr="0">
            <a:noAutofit/>
          </a:bodyPr>
          <a:lstStyle/>
          <a:p>
            <a:pPr algn="ctr">
              <a:lnSpc>
                <a:spcPct val="101000"/>
              </a:lnSpc>
            </a:pPr>
            <a:r>
              <a:rPr lang="en-US" sz="1400" b="1">
                <a:latin typeface="Arial"/>
              </a:rPr>
              <a:t>More than 50 agents available</a:t>
            </a:r>
            <a:endParaRPr lang="en-US"/>
          </a:p>
        </p:txBody>
      </p:sp>
      <p:cxnSp>
        <p:nvCxnSpPr>
          <p:cNvPr id="5" name="Straight Arrow Connector 4">
            <a:extLst>
              <a:ext uri="{FF2B5EF4-FFF2-40B4-BE49-F238E27FC236}">
                <a16:creationId xmlns:a16="http://schemas.microsoft.com/office/drawing/2014/main" id="{8EBF1FB5-804B-D780-B983-BF2263649C9F}"/>
              </a:ext>
            </a:extLst>
          </p:cNvPr>
          <p:cNvCxnSpPr/>
          <p:nvPr/>
        </p:nvCxnSpPr>
        <p:spPr>
          <a:xfrm>
            <a:off x="923026" y="1749725"/>
            <a:ext cx="8627" cy="4235569"/>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D1E08E68-58D1-01DC-1947-510CCB29F9D6}"/>
              </a:ext>
            </a:extLst>
          </p:cNvPr>
          <p:cNvCxnSpPr>
            <a:cxnSpLocks/>
          </p:cNvCxnSpPr>
          <p:nvPr/>
        </p:nvCxnSpPr>
        <p:spPr>
          <a:xfrm>
            <a:off x="4474233" y="2310441"/>
            <a:ext cx="51759" cy="2970362"/>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1439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829D654-E7D3-93F9-73AB-E52A47ADB7D8}"/>
              </a:ext>
            </a:extLst>
          </p:cNvPr>
          <p:cNvPicPr>
            <a:picLocks noChangeAspect="1"/>
          </p:cNvPicPr>
          <p:nvPr/>
        </p:nvPicPr>
        <p:blipFill>
          <a:blip r:embed="rId2"/>
          <a:srcRect/>
          <a:stretch/>
        </p:blipFill>
        <p:spPr>
          <a:xfrm>
            <a:off x="0" y="-288577"/>
            <a:ext cx="12192000" cy="7146577"/>
          </a:xfrm>
          <a:prstGeom prst="rect">
            <a:avLst/>
          </a:prstGeom>
        </p:spPr>
      </p:pic>
      <p:sp>
        <p:nvSpPr>
          <p:cNvPr id="7" name="tns-dkBlu6">
            <a:extLst>
              <a:ext uri="{FF2B5EF4-FFF2-40B4-BE49-F238E27FC236}">
                <a16:creationId xmlns:a16="http://schemas.microsoft.com/office/drawing/2014/main" id="{9487D2FA-3780-1ABD-D1DD-640674402E2C}"/>
              </a:ext>
            </a:extLst>
          </p:cNvPr>
          <p:cNvSpPr/>
          <p:nvPr/>
        </p:nvSpPr>
        <p:spPr>
          <a:xfrm>
            <a:off x="0" y="-288577"/>
            <a:ext cx="12192000" cy="7146577"/>
          </a:xfrm>
          <a:prstGeom prst="rect">
            <a:avLst/>
          </a:prstGeom>
          <a:gradFill>
            <a:gsLst>
              <a:gs pos="0">
                <a:schemeClr val="tx2"/>
              </a:gs>
              <a:gs pos="100000">
                <a:schemeClr val="tx2">
                  <a:alpha val="0"/>
                </a:schemeClr>
              </a:gs>
            </a:gsLst>
            <a:lin ang="540000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GT America Regular" pitchFamily="50" charset="0"/>
              <a:ea typeface="+mn-ea"/>
              <a:cs typeface="+mn-cs"/>
            </a:endParaRPr>
          </a:p>
        </p:txBody>
      </p:sp>
      <p:pic>
        <p:nvPicPr>
          <p:cNvPr id="8" name="Graphic 7">
            <a:extLst>
              <a:ext uri="{FF2B5EF4-FFF2-40B4-BE49-F238E27FC236}">
                <a16:creationId xmlns:a16="http://schemas.microsoft.com/office/drawing/2014/main" id="{5ABA1AF2-3D24-7E9B-4CBF-77D9753A7B5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5793" y="3310927"/>
            <a:ext cx="3625844" cy="2342853"/>
          </a:xfrm>
          <a:prstGeom prst="rect">
            <a:avLst/>
          </a:prstGeom>
          <a:effectLst>
            <a:outerShdw blurRad="279400" dir="13500000" sy="23000" kx="1200000" algn="br" rotWithShape="0">
              <a:schemeClr val="tx2">
                <a:alpha val="66000"/>
              </a:schemeClr>
            </a:outerShdw>
          </a:effectLst>
        </p:spPr>
      </p:pic>
      <p:pic>
        <p:nvPicPr>
          <p:cNvPr id="9" name="Graphic 8">
            <a:extLst>
              <a:ext uri="{FF2B5EF4-FFF2-40B4-BE49-F238E27FC236}">
                <a16:creationId xmlns:a16="http://schemas.microsoft.com/office/drawing/2014/main" id="{D28815F6-0246-64D3-4486-08BDA4AB145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5793" y="2632757"/>
            <a:ext cx="3625844" cy="2342853"/>
          </a:xfrm>
          <a:prstGeom prst="rect">
            <a:avLst/>
          </a:prstGeom>
          <a:effectLst>
            <a:outerShdw blurRad="279400" dir="13500000" sy="23000" kx="1200000" algn="br" rotWithShape="0">
              <a:schemeClr val="tx2">
                <a:alpha val="66000"/>
              </a:schemeClr>
            </a:outerShdw>
          </a:effectLst>
        </p:spPr>
      </p:pic>
      <p:pic>
        <p:nvPicPr>
          <p:cNvPr id="10" name="Graphic 9">
            <a:extLst>
              <a:ext uri="{FF2B5EF4-FFF2-40B4-BE49-F238E27FC236}">
                <a16:creationId xmlns:a16="http://schemas.microsoft.com/office/drawing/2014/main" id="{C4EB63FF-65D4-06FE-5E46-BC208382ADA1}"/>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55793" y="1853195"/>
            <a:ext cx="3625843" cy="2342852"/>
          </a:xfrm>
          <a:prstGeom prst="rect">
            <a:avLst/>
          </a:prstGeom>
          <a:effectLst>
            <a:outerShdw blurRad="279400" dir="13500000" sy="23000" kx="1200000" algn="br" rotWithShape="0">
              <a:schemeClr val="tx2">
                <a:alpha val="66000"/>
              </a:schemeClr>
            </a:outerShdw>
          </a:effectLst>
        </p:spPr>
      </p:pic>
      <p:sp>
        <p:nvSpPr>
          <p:cNvPr id="11" name="Rectangle 10">
            <a:extLst>
              <a:ext uri="{FF2B5EF4-FFF2-40B4-BE49-F238E27FC236}">
                <a16:creationId xmlns:a16="http://schemas.microsoft.com/office/drawing/2014/main" id="{71057050-0631-07FA-5DDD-5D0A7ABF320A}"/>
              </a:ext>
            </a:extLst>
          </p:cNvPr>
          <p:cNvSpPr/>
          <p:nvPr/>
        </p:nvSpPr>
        <p:spPr>
          <a:xfrm>
            <a:off x="4636081" y="3319074"/>
            <a:ext cx="3625844" cy="332399"/>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3">
                    <a:lumMod val="40000"/>
                    <a:lumOff val="60000"/>
                  </a:schemeClr>
                </a:solidFill>
              </a14:hiddenFill>
            </a:ext>
          </a:extLst>
        </p:spPr>
        <p:txBody>
          <a:bodyPr wrap="square" lIns="0" tIns="0" rIns="91440" bIns="0" rtlCol="0" anchor="ctr">
            <a:spAutoFit/>
          </a:bodyPr>
          <a:lstStyle/>
          <a:p>
            <a:pPr marL="0" marR="0" lvl="0" indent="0" algn="l" defTabSz="914400" rtl="0" eaLnBrk="1" fontAlgn="auto" latinLnBrk="0" hangingPunct="1">
              <a:lnSpc>
                <a:spcPct val="90000"/>
              </a:lnSpc>
              <a:spcBef>
                <a:spcPts val="0"/>
              </a:spcBef>
              <a:spcAft>
                <a:spcPts val="300"/>
              </a:spcAft>
              <a:buClrTx/>
              <a:buSzTx/>
              <a:buFontTx/>
              <a:buNone/>
              <a:tabLst/>
              <a:defRPr/>
            </a:pPr>
            <a:r>
              <a:rPr kumimoji="0" lang="en-US" sz="2400" b="1" i="0" u="none" strike="noStrike" kern="0" cap="none" spc="0" normalizeH="0" baseline="0" noProof="0">
                <a:ln>
                  <a:noFill/>
                </a:ln>
                <a:solidFill>
                  <a:prstClr val="white"/>
                </a:solidFill>
                <a:effectLst/>
                <a:uLnTx/>
                <a:uFillTx/>
                <a:latin typeface="Arial" panose="020B0604020202020204" pitchFamily="34" charset="0"/>
                <a:ea typeface="+mn-ea"/>
                <a:cs typeface="+mn-cs"/>
              </a:rPr>
              <a:t>Specialized Assistants</a:t>
            </a:r>
            <a:endParaRPr kumimoji="0" lang="en-US" sz="2000" b="1" i="0" u="none" strike="noStrike" kern="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12" name="Content Placeholder 10">
            <a:extLst>
              <a:ext uri="{FF2B5EF4-FFF2-40B4-BE49-F238E27FC236}">
                <a16:creationId xmlns:a16="http://schemas.microsoft.com/office/drawing/2014/main" id="{A2A9ECEC-8812-3A87-E889-FABFD7593F42}"/>
              </a:ext>
            </a:extLst>
          </p:cNvPr>
          <p:cNvSpPr txBox="1">
            <a:spLocks/>
          </p:cNvSpPr>
          <p:nvPr/>
        </p:nvSpPr>
        <p:spPr>
          <a:xfrm>
            <a:off x="4636081" y="3746668"/>
            <a:ext cx="6931084" cy="716286"/>
          </a:xfrm>
          <a:prstGeom prst="rect">
            <a:avLst/>
          </a:prstGeom>
        </p:spPr>
        <p:txBody>
          <a:bodyPr wrap="square" lIns="0" tIns="0" rIns="0" bIns="0">
            <a:spAutoFit/>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r>
              <a:rPr lang="en-US" b="1">
                <a:solidFill>
                  <a:schemeClr val="bg1"/>
                </a:solidFill>
                <a:latin typeface="Arial" panose="020B0604020202020204" pitchFamily="34" charset="0"/>
              </a:rPr>
              <a:t>GenAI tools</a:t>
            </a:r>
            <a:r>
              <a:rPr lang="en-US">
                <a:solidFill>
                  <a:schemeClr val="bg1"/>
                </a:solidFill>
                <a:latin typeface="Arial" panose="020B0604020202020204" pitchFamily="34" charset="0"/>
              </a:rPr>
              <a:t> tailored for specific workflows such as company screening or trend analysis</a:t>
            </a:r>
          </a:p>
          <a:p>
            <a:r>
              <a:rPr lang="en-US">
                <a:solidFill>
                  <a:schemeClr val="bg1"/>
                </a:solidFill>
                <a:latin typeface="Arial" panose="020B0604020202020204" pitchFamily="34" charset="0"/>
              </a:rPr>
              <a:t>Accelerates decision-making, reduces manual effort, and enhances productivity</a:t>
            </a:r>
          </a:p>
        </p:txBody>
      </p:sp>
      <p:sp>
        <p:nvSpPr>
          <p:cNvPr id="13" name="Rectangle 12">
            <a:extLst>
              <a:ext uri="{FF2B5EF4-FFF2-40B4-BE49-F238E27FC236}">
                <a16:creationId xmlns:a16="http://schemas.microsoft.com/office/drawing/2014/main" id="{ED3D468C-96D1-A38E-160D-6911474B5398}"/>
              </a:ext>
            </a:extLst>
          </p:cNvPr>
          <p:cNvSpPr/>
          <p:nvPr/>
        </p:nvSpPr>
        <p:spPr>
          <a:xfrm>
            <a:off x="4636081" y="1730922"/>
            <a:ext cx="2813799" cy="332399"/>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3">
                    <a:lumMod val="40000"/>
                    <a:lumOff val="60000"/>
                  </a:schemeClr>
                </a:solidFill>
              </a14:hiddenFill>
            </a:ext>
          </a:extLst>
        </p:spPr>
        <p:txBody>
          <a:bodyPr wrap="square" lIns="0" tIns="0" rIns="0" bIns="0" rtlCol="0" anchor="ctr">
            <a:spAutoFit/>
          </a:bodyPr>
          <a:lstStyle/>
          <a:p>
            <a:pPr marL="11113" marR="0" lvl="0" algn="l" defTabSz="914400" rtl="0" eaLnBrk="1" fontAlgn="auto" latinLnBrk="0" hangingPunct="1">
              <a:lnSpc>
                <a:spcPct val="90000"/>
              </a:lnSpc>
              <a:spcBef>
                <a:spcPts val="0"/>
              </a:spcBef>
              <a:spcAft>
                <a:spcPts val="300"/>
              </a:spcAft>
              <a:buClrTx/>
              <a:buSzTx/>
              <a:buFontTx/>
              <a:buNone/>
              <a:defRPr/>
            </a:pPr>
            <a:r>
              <a:rPr kumimoji="0" lang="en-US" sz="2400" b="1" i="0" u="none" strike="noStrike" kern="0" cap="none" spc="0" normalizeH="0" baseline="0" noProof="0">
                <a:ln>
                  <a:noFill/>
                </a:ln>
                <a:solidFill>
                  <a:prstClr val="white"/>
                </a:solidFill>
                <a:effectLst/>
                <a:uLnTx/>
                <a:uFillTx/>
                <a:latin typeface="Arial" panose="020B0604020202020204" pitchFamily="34" charset="0"/>
                <a:ea typeface="+mn-ea"/>
                <a:cs typeface="+mn-cs"/>
              </a:rPr>
              <a:t>Agentic Solutions</a:t>
            </a:r>
          </a:p>
        </p:txBody>
      </p:sp>
      <p:sp>
        <p:nvSpPr>
          <p:cNvPr id="14" name="Content Placeholder 10">
            <a:extLst>
              <a:ext uri="{FF2B5EF4-FFF2-40B4-BE49-F238E27FC236}">
                <a16:creationId xmlns:a16="http://schemas.microsoft.com/office/drawing/2014/main" id="{ACC12A63-C1A1-EFA5-5CC5-6F3BAE2993C6}"/>
              </a:ext>
            </a:extLst>
          </p:cNvPr>
          <p:cNvSpPr txBox="1">
            <a:spLocks/>
          </p:cNvSpPr>
          <p:nvPr/>
        </p:nvSpPr>
        <p:spPr>
          <a:xfrm>
            <a:off x="4636081" y="2163395"/>
            <a:ext cx="6237096" cy="716286"/>
          </a:xfrm>
          <a:prstGeom prst="rect">
            <a:avLst/>
          </a:prstGeom>
        </p:spPr>
        <p:txBody>
          <a:bodyPr wrap="square" lIns="0" tIns="0" rIns="0" bIns="0">
            <a:spAutoFit/>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r>
              <a:rPr lang="en-US" b="1">
                <a:solidFill>
                  <a:schemeClr val="bg1"/>
                </a:solidFill>
                <a:latin typeface="Arial" panose="020B0604020202020204" pitchFamily="34" charset="0"/>
              </a:rPr>
              <a:t>Coordinated systems of AI agents</a:t>
            </a:r>
            <a:r>
              <a:rPr lang="en-US">
                <a:solidFill>
                  <a:schemeClr val="bg1"/>
                </a:solidFill>
                <a:latin typeface="Arial" panose="020B0604020202020204" pitchFamily="34" charset="0"/>
              </a:rPr>
              <a:t> that perform complex, multi-step tasks.</a:t>
            </a:r>
          </a:p>
          <a:p>
            <a:r>
              <a:rPr lang="en-US">
                <a:solidFill>
                  <a:schemeClr val="bg1"/>
                </a:solidFill>
                <a:latin typeface="Arial" panose="020B0604020202020204" pitchFamily="34" charset="0"/>
              </a:rPr>
              <a:t>Automates knowledge-intensive processes with transparency and auditability, ideal for regulated environments.</a:t>
            </a:r>
          </a:p>
        </p:txBody>
      </p:sp>
      <p:sp>
        <p:nvSpPr>
          <p:cNvPr id="15" name="Rectangle 14">
            <a:extLst>
              <a:ext uri="{FF2B5EF4-FFF2-40B4-BE49-F238E27FC236}">
                <a16:creationId xmlns:a16="http://schemas.microsoft.com/office/drawing/2014/main" id="{B7879DA9-751A-F8C5-C108-3A9264C41520}"/>
              </a:ext>
            </a:extLst>
          </p:cNvPr>
          <p:cNvSpPr/>
          <p:nvPr/>
        </p:nvSpPr>
        <p:spPr>
          <a:xfrm>
            <a:off x="4636081" y="4902347"/>
            <a:ext cx="2758948" cy="363461"/>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3">
                    <a:lumMod val="40000"/>
                    <a:lumOff val="60000"/>
                  </a:schemeClr>
                </a:solidFill>
              </a14:hiddenFill>
            </a:ext>
          </a:extLst>
        </p:spPr>
        <p:txBody>
          <a:bodyPr wrap="square" lIns="0" tIns="0" rIns="0" bIns="0" rtlCol="0" anchor="ctr">
            <a:noAutofit/>
          </a:bodyPr>
          <a:lstStyle/>
          <a:p>
            <a:pPr marL="0" marR="0" lvl="0" indent="0" algn="l" defTabSz="914400" rtl="0" eaLnBrk="1" fontAlgn="auto" latinLnBrk="0" hangingPunct="1">
              <a:lnSpc>
                <a:spcPct val="90000"/>
              </a:lnSpc>
              <a:spcBef>
                <a:spcPts val="0"/>
              </a:spcBef>
              <a:spcAft>
                <a:spcPts val="300"/>
              </a:spcAft>
              <a:buClrTx/>
              <a:buSzTx/>
              <a:buFontTx/>
              <a:buNone/>
              <a:tabLst/>
              <a:defRPr/>
            </a:pPr>
            <a:r>
              <a:rPr lang="en-US" sz="2400" b="1" kern="0">
                <a:solidFill>
                  <a:prstClr val="white"/>
                </a:solidFill>
                <a:latin typeface="Arial"/>
                <a:cs typeface="Arial"/>
              </a:rPr>
              <a:t>AI-Ready</a:t>
            </a:r>
            <a:r>
              <a:rPr kumimoji="0" lang="en-US" sz="2400" b="1" i="0" u="none" strike="noStrike" kern="0" cap="none" spc="0" normalizeH="0" baseline="0" noProof="0">
                <a:ln>
                  <a:noFill/>
                </a:ln>
                <a:solidFill>
                  <a:prstClr val="white"/>
                </a:solidFill>
                <a:effectLst/>
                <a:uLnTx/>
                <a:uFillTx/>
                <a:latin typeface="Arial"/>
                <a:cs typeface="Arial"/>
              </a:rPr>
              <a:t> Data</a:t>
            </a:r>
          </a:p>
        </p:txBody>
      </p:sp>
      <p:sp>
        <p:nvSpPr>
          <p:cNvPr id="16" name="Content Placeholder 10">
            <a:extLst>
              <a:ext uri="{FF2B5EF4-FFF2-40B4-BE49-F238E27FC236}">
                <a16:creationId xmlns:a16="http://schemas.microsoft.com/office/drawing/2014/main" id="{D6BB4F6E-8A59-5BA3-3E4F-9DFBF9220994}"/>
              </a:ext>
            </a:extLst>
          </p:cNvPr>
          <p:cNvSpPr txBox="1">
            <a:spLocks/>
          </p:cNvSpPr>
          <p:nvPr/>
        </p:nvSpPr>
        <p:spPr>
          <a:xfrm>
            <a:off x="4636081" y="5338718"/>
            <a:ext cx="6748203" cy="793230"/>
          </a:xfrm>
          <a:prstGeom prst="rect">
            <a:avLst/>
          </a:prstGeom>
        </p:spPr>
        <p:txBody>
          <a:bodyPr wrap="square" lIns="0" tIns="0" rIns="0" bIns="0">
            <a:spAutoFit/>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r>
              <a:rPr lang="en-US" b="1">
                <a:solidFill>
                  <a:schemeClr val="bg1"/>
                </a:solidFill>
                <a:latin typeface="Arial" panose="020B0604020202020204" pitchFamily="34" charset="0"/>
              </a:rPr>
              <a:t>Curated, governed data </a:t>
            </a:r>
            <a:r>
              <a:rPr lang="en-US">
                <a:solidFill>
                  <a:schemeClr val="bg1"/>
                </a:solidFill>
                <a:latin typeface="Arial" panose="020B0604020202020204" pitchFamily="34" charset="0"/>
              </a:rPr>
              <a:t>optimized for AI systems.</a:t>
            </a:r>
          </a:p>
          <a:p>
            <a:r>
              <a:rPr lang="en-US">
                <a:solidFill>
                  <a:schemeClr val="bg1"/>
                </a:solidFill>
                <a:latin typeface="Arial" panose="020B0604020202020204" pitchFamily="34" charset="0"/>
              </a:rPr>
              <a:t>Delivery via APIs, platforms, or direct integration into proprietary systems.</a:t>
            </a:r>
          </a:p>
          <a:p>
            <a:r>
              <a:rPr lang="en-US">
                <a:solidFill>
                  <a:schemeClr val="bg1"/>
                </a:solidFill>
                <a:latin typeface="Arial" panose="020B0604020202020204" pitchFamily="34" charset="0"/>
              </a:rPr>
              <a:t>Ensures precision, reliability, and scalability of AI models across enterprise workflows.</a:t>
            </a:r>
          </a:p>
        </p:txBody>
      </p:sp>
      <p:sp>
        <p:nvSpPr>
          <p:cNvPr id="2" name="Slide Number Placeholder 1">
            <a:extLst>
              <a:ext uri="{FF2B5EF4-FFF2-40B4-BE49-F238E27FC236}">
                <a16:creationId xmlns:a16="http://schemas.microsoft.com/office/drawing/2014/main" id="{58F14504-59CA-8356-33F9-12395F171B5F}"/>
              </a:ext>
            </a:extLst>
          </p:cNvPr>
          <p:cNvSpPr>
            <a:spLocks noGrp="1"/>
          </p:cNvSpPr>
          <p:nvPr>
            <p:ph type="sldNum" sz="quarter" idx="12"/>
          </p:nvPr>
        </p:nvSpPr>
        <p:spPr/>
        <p:txBody>
          <a:bodyPr/>
          <a:lstStyle/>
          <a:p>
            <a:fld id="{862A5111-985B-C14D-9115-5787026182A8}" type="slidenum">
              <a:rPr lang="en-US" smtClean="0">
                <a:solidFill>
                  <a:schemeClr val="bg1"/>
                </a:solidFill>
                <a:latin typeface="Arial" panose="020B0604020202020204" pitchFamily="34" charset="0"/>
              </a:rPr>
              <a:t>5</a:t>
            </a:fld>
            <a:endParaRPr lang="en-US">
              <a:solidFill>
                <a:schemeClr val="bg1"/>
              </a:solidFill>
              <a:latin typeface="Arial" panose="020B0604020202020204" pitchFamily="34" charset="0"/>
            </a:endParaRPr>
          </a:p>
        </p:txBody>
      </p:sp>
      <p:sp>
        <p:nvSpPr>
          <p:cNvPr id="3" name="Title 2">
            <a:extLst>
              <a:ext uri="{FF2B5EF4-FFF2-40B4-BE49-F238E27FC236}">
                <a16:creationId xmlns:a16="http://schemas.microsoft.com/office/drawing/2014/main" id="{CBED3767-414A-5972-35BA-5D2DD672FB5B}"/>
              </a:ext>
            </a:extLst>
          </p:cNvPr>
          <p:cNvSpPr>
            <a:spLocks noGrp="1"/>
          </p:cNvSpPr>
          <p:nvPr>
            <p:ph type="title"/>
          </p:nvPr>
        </p:nvSpPr>
        <p:spPr/>
        <p:txBody>
          <a:bodyPr/>
          <a:lstStyle/>
          <a:p>
            <a:r>
              <a:rPr lang="en-US" b="1">
                <a:solidFill>
                  <a:schemeClr val="bg1"/>
                </a:solidFill>
                <a:latin typeface="Times New Roman" panose="02020603050405020304" pitchFamily="18" charset="0"/>
              </a:rPr>
              <a:t>Moody’s AI Solution Suite</a:t>
            </a:r>
            <a:br>
              <a:rPr lang="en-US" b="1">
                <a:solidFill>
                  <a:schemeClr val="bg1"/>
                </a:solidFill>
                <a:latin typeface="Times New Roman" panose="02020603050405020304" pitchFamily="18" charset="0"/>
              </a:rPr>
            </a:br>
            <a:br>
              <a:rPr lang="en-US" b="1">
                <a:solidFill>
                  <a:schemeClr val="bg1"/>
                </a:solidFill>
                <a:latin typeface="Times New Roman" panose="02020603050405020304" pitchFamily="18" charset="0"/>
              </a:rPr>
            </a:br>
            <a:endParaRPr lang="en-CR" b="1">
              <a:solidFill>
                <a:schemeClr val="bg1"/>
              </a:solidFill>
              <a:latin typeface="Times New Roman" panose="02020603050405020304" pitchFamily="18" charset="0"/>
            </a:endParaRPr>
          </a:p>
        </p:txBody>
      </p:sp>
      <p:sp>
        <p:nvSpPr>
          <p:cNvPr id="4" name="Text Placeholder 3">
            <a:extLst>
              <a:ext uri="{FF2B5EF4-FFF2-40B4-BE49-F238E27FC236}">
                <a16:creationId xmlns:a16="http://schemas.microsoft.com/office/drawing/2014/main" id="{36F4B52D-D9EA-324F-F217-AF74CEAB6CAB}"/>
              </a:ext>
            </a:extLst>
          </p:cNvPr>
          <p:cNvSpPr>
            <a:spLocks noGrp="1"/>
          </p:cNvSpPr>
          <p:nvPr>
            <p:ph type="body" sz="quarter" idx="45"/>
          </p:nvPr>
        </p:nvSpPr>
        <p:spPr/>
        <p:txBody>
          <a:bodyPr/>
          <a:lstStyle/>
          <a:p>
            <a:r>
              <a:rPr lang="en-US" b="1">
                <a:latin typeface="Times New Roman" panose="02020603050405020304" pitchFamily="18" charset="0"/>
              </a:rPr>
              <a:t>Empowering performance and accelerating productivity from frontline to C-suite</a:t>
            </a:r>
            <a:endParaRPr lang="en-CR" b="1">
              <a:latin typeface="Times New Roman" panose="02020603050405020304" pitchFamily="18" charset="0"/>
            </a:endParaRPr>
          </a:p>
        </p:txBody>
      </p:sp>
    </p:spTree>
    <p:extLst>
      <p:ext uri="{BB962C8B-B14F-4D97-AF65-F5344CB8AC3E}">
        <p14:creationId xmlns:p14="http://schemas.microsoft.com/office/powerpoint/2010/main" val="40093135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97381" y="293426"/>
            <a:ext cx="10997367" cy="548497"/>
          </a:xfrm>
          <a:prstGeom prst="rect">
            <a:avLst/>
          </a:prstGeom>
          <a:noFill/>
          <a:ln/>
        </p:spPr>
        <p:txBody>
          <a:bodyPr wrap="square" lIns="0" tIns="0" rIns="0" bIns="0" rtlCol="0" anchor="ctr"/>
          <a:lstStyle/>
          <a:p>
            <a:pPr defTabSz="914126"/>
            <a:r>
              <a:rPr lang="en-US" sz="2999" b="1">
                <a:solidFill>
                  <a:srgbClr val="0A1264"/>
                </a:solidFill>
                <a:latin typeface="Times New Roman" panose="02020603050405020304" pitchFamily="18" charset="0"/>
                <a:ea typeface="Arial" pitchFamily="34" charset="-122"/>
                <a:cs typeface="Times New Roman" panose="02020603050405020304" pitchFamily="18" charset="0"/>
              </a:rPr>
              <a:t>Our AI </a:t>
            </a:r>
            <a:r>
              <a:rPr lang="en-US" sz="3199" b="1">
                <a:solidFill>
                  <a:srgbClr val="0A1264"/>
                </a:solidFill>
                <a:latin typeface="Times New Roman" panose="02020603050405020304" pitchFamily="18" charset="0"/>
                <a:ea typeface="Arial" pitchFamily="34" charset="-122"/>
                <a:cs typeface="Times New Roman" panose="02020603050405020304" pitchFamily="18" charset="0"/>
              </a:rPr>
              <a:t>strategy</a:t>
            </a:r>
            <a:r>
              <a:rPr lang="en-US" sz="2999" b="1">
                <a:solidFill>
                  <a:srgbClr val="0A1264"/>
                </a:solidFill>
                <a:latin typeface="Times New Roman" panose="02020603050405020304" pitchFamily="18" charset="0"/>
                <a:ea typeface="Arial" pitchFamily="34" charset="-122"/>
                <a:cs typeface="Times New Roman" panose="02020603050405020304" pitchFamily="18" charset="0"/>
              </a:rPr>
              <a:t>, in three layers</a:t>
            </a:r>
            <a:endParaRPr lang="en-US" sz="2999">
              <a:solidFill>
                <a:prstClr val="black"/>
              </a:solidFill>
              <a:latin typeface="Times New Roman" panose="02020603050405020304" pitchFamily="18" charset="0"/>
              <a:cs typeface="Times New Roman" panose="02020603050405020304" pitchFamily="18" charset="0"/>
            </a:endParaRPr>
          </a:p>
        </p:txBody>
      </p:sp>
      <p:sp>
        <p:nvSpPr>
          <p:cNvPr id="3" name="Text 1"/>
          <p:cNvSpPr/>
          <p:nvPr/>
        </p:nvSpPr>
        <p:spPr>
          <a:xfrm>
            <a:off x="597380" y="896773"/>
            <a:ext cx="10878526" cy="548497"/>
          </a:xfrm>
          <a:prstGeom prst="rect">
            <a:avLst/>
          </a:prstGeom>
          <a:noFill/>
          <a:ln/>
        </p:spPr>
        <p:txBody>
          <a:bodyPr wrap="square" lIns="0" tIns="0" rIns="0" bIns="0" rtlCol="0" anchor="t"/>
          <a:lstStyle/>
          <a:p>
            <a:pPr defTabSz="914126"/>
            <a:r>
              <a:rPr lang="en-US" sz="1799" b="1">
                <a:solidFill>
                  <a:srgbClr val="005EFF"/>
                </a:solidFill>
                <a:latin typeface="Times New Roman" panose="02020603050405020304" pitchFamily="18" charset="0"/>
                <a:ea typeface="Arial" pitchFamily="34" charset="-122"/>
                <a:cs typeface="Times New Roman" panose="02020603050405020304" pitchFamily="18" charset="0"/>
              </a:rPr>
              <a:t>The first we are building. The second we are building with you. The third is open for discussion.</a:t>
            </a:r>
            <a:endParaRPr lang="en-US" sz="1799">
              <a:solidFill>
                <a:srgbClr val="005EFF"/>
              </a:solidFill>
              <a:latin typeface="Times New Roman" panose="02020603050405020304" pitchFamily="18" charset="0"/>
              <a:cs typeface="Times New Roman" panose="02020603050405020304" pitchFamily="18" charset="0"/>
            </a:endParaRPr>
          </a:p>
        </p:txBody>
      </p:sp>
      <p:sp>
        <p:nvSpPr>
          <p:cNvPr id="4" name="Shape 2"/>
          <p:cNvSpPr/>
          <p:nvPr/>
        </p:nvSpPr>
        <p:spPr>
          <a:xfrm>
            <a:off x="597381" y="1692093"/>
            <a:ext cx="3452485" cy="4113728"/>
          </a:xfrm>
          <a:prstGeom prst="roundRect">
            <a:avLst>
              <a:gd name="adj" fmla="val 1059"/>
            </a:avLst>
          </a:prstGeom>
          <a:solidFill>
            <a:srgbClr val="EAF1FB"/>
          </a:solidFill>
          <a:ln w="12700">
            <a:solidFill>
              <a:srgbClr val="D4E2F4"/>
            </a:solidFill>
            <a:prstDash val="solid"/>
          </a:ln>
        </p:spPr>
        <p:txBody>
          <a:bodyPr/>
          <a:lstStyle/>
          <a:p>
            <a:pPr defTabSz="914126"/>
            <a:endParaRPr lang="en-US" sz="1799">
              <a:solidFill>
                <a:prstClr val="black"/>
              </a:solidFill>
              <a:latin typeface="Arial" panose="020F0502020204030204"/>
            </a:endParaRPr>
          </a:p>
        </p:txBody>
      </p:sp>
      <p:sp>
        <p:nvSpPr>
          <p:cNvPr id="5" name="Text 3"/>
          <p:cNvSpPr/>
          <p:nvPr/>
        </p:nvSpPr>
        <p:spPr>
          <a:xfrm>
            <a:off x="871629" y="1874926"/>
            <a:ext cx="2903988" cy="502789"/>
          </a:xfrm>
          <a:prstGeom prst="rect">
            <a:avLst/>
          </a:prstGeom>
          <a:noFill/>
          <a:ln/>
        </p:spPr>
        <p:txBody>
          <a:bodyPr wrap="square" lIns="0" tIns="0" rIns="0" bIns="0" rtlCol="0" anchor="ctr"/>
          <a:lstStyle/>
          <a:p>
            <a:pPr defTabSz="914126"/>
            <a:r>
              <a:rPr lang="en-US" sz="3199" b="1">
                <a:solidFill>
                  <a:srgbClr val="1F7BF5"/>
                </a:solidFill>
                <a:latin typeface="Arial" pitchFamily="34" charset="0"/>
                <a:ea typeface="Arial" pitchFamily="34" charset="-122"/>
                <a:cs typeface="Arial" pitchFamily="34" charset="-120"/>
              </a:rPr>
              <a:t>01</a:t>
            </a:r>
            <a:endParaRPr lang="en-US" sz="3199">
              <a:solidFill>
                <a:prstClr val="black"/>
              </a:solidFill>
              <a:latin typeface="Arial" panose="020F0502020204030204"/>
            </a:endParaRPr>
          </a:p>
        </p:txBody>
      </p:sp>
      <p:sp>
        <p:nvSpPr>
          <p:cNvPr id="6" name="Text 4"/>
          <p:cNvSpPr/>
          <p:nvPr/>
        </p:nvSpPr>
        <p:spPr>
          <a:xfrm>
            <a:off x="871629" y="2432564"/>
            <a:ext cx="2903988" cy="383948"/>
          </a:xfrm>
          <a:prstGeom prst="rect">
            <a:avLst/>
          </a:prstGeom>
          <a:noFill/>
          <a:ln/>
        </p:spPr>
        <p:txBody>
          <a:bodyPr wrap="square" lIns="0" tIns="0" rIns="0" bIns="0" rtlCol="0" anchor="ctr"/>
          <a:lstStyle/>
          <a:p>
            <a:pPr defTabSz="914126"/>
            <a:r>
              <a:rPr lang="en-US" sz="1899" b="1">
                <a:solidFill>
                  <a:srgbClr val="0A1264"/>
                </a:solidFill>
                <a:latin typeface="Arial" pitchFamily="34" charset="0"/>
                <a:ea typeface="Arial" pitchFamily="34" charset="-122"/>
                <a:cs typeface="Arial" pitchFamily="34" charset="-120"/>
              </a:rPr>
              <a:t>Foundations</a:t>
            </a:r>
            <a:endParaRPr lang="en-US" sz="1899">
              <a:solidFill>
                <a:prstClr val="black"/>
              </a:solidFill>
              <a:latin typeface="Arial" panose="020F0502020204030204"/>
            </a:endParaRPr>
          </a:p>
        </p:txBody>
      </p:sp>
      <p:sp>
        <p:nvSpPr>
          <p:cNvPr id="7" name="Text 5"/>
          <p:cNvSpPr/>
          <p:nvPr/>
        </p:nvSpPr>
        <p:spPr>
          <a:xfrm>
            <a:off x="871629" y="2853079"/>
            <a:ext cx="2903988" cy="255965"/>
          </a:xfrm>
          <a:prstGeom prst="rect">
            <a:avLst/>
          </a:prstGeom>
          <a:noFill/>
          <a:ln/>
        </p:spPr>
        <p:txBody>
          <a:bodyPr wrap="square" lIns="0" tIns="0" rIns="0" bIns="0" rtlCol="0" anchor="ctr"/>
          <a:lstStyle/>
          <a:p>
            <a:pPr defTabSz="914126"/>
            <a:r>
              <a:rPr lang="en-US" sz="950" b="1" kern="0" spc="120">
                <a:solidFill>
                  <a:srgbClr val="1F7BF5"/>
                </a:solidFill>
                <a:latin typeface="Arial" pitchFamily="34" charset="0"/>
                <a:ea typeface="Arial" pitchFamily="34" charset="-122"/>
                <a:cs typeface="Arial" pitchFamily="34" charset="-120"/>
              </a:rPr>
              <a:t>BUILT BY MOODY’S  ·  UNDER WAY</a:t>
            </a:r>
            <a:endParaRPr lang="en-US" sz="950">
              <a:solidFill>
                <a:prstClr val="black"/>
              </a:solidFill>
              <a:latin typeface="Arial" panose="020F0502020204030204"/>
            </a:endParaRPr>
          </a:p>
        </p:txBody>
      </p:sp>
      <p:sp>
        <p:nvSpPr>
          <p:cNvPr id="8" name="Text 6"/>
          <p:cNvSpPr/>
          <p:nvPr/>
        </p:nvSpPr>
        <p:spPr>
          <a:xfrm>
            <a:off x="871629" y="3163893"/>
            <a:ext cx="2903988" cy="585064"/>
          </a:xfrm>
          <a:prstGeom prst="rect">
            <a:avLst/>
          </a:prstGeom>
          <a:noFill/>
          <a:ln/>
        </p:spPr>
        <p:txBody>
          <a:bodyPr wrap="square" lIns="0" tIns="0" rIns="0" bIns="0" rtlCol="0" anchor="t"/>
          <a:lstStyle/>
          <a:p>
            <a:pPr defTabSz="914126"/>
            <a:r>
              <a:rPr lang="en-US" sz="1350" b="1">
                <a:solidFill>
                  <a:srgbClr val="0A1264"/>
                </a:solidFill>
                <a:latin typeface="Arial" pitchFamily="34" charset="0"/>
                <a:ea typeface="Arial" pitchFamily="34" charset="-122"/>
                <a:cs typeface="Arial" pitchFamily="34" charset="-120"/>
              </a:rPr>
              <a:t>Make AXIS a platform that AI can genuinely work on.</a:t>
            </a:r>
            <a:endParaRPr lang="en-US" sz="1350">
              <a:solidFill>
                <a:prstClr val="black"/>
              </a:solidFill>
              <a:latin typeface="Arial" panose="020F0502020204030204"/>
            </a:endParaRPr>
          </a:p>
        </p:txBody>
      </p:sp>
      <p:sp>
        <p:nvSpPr>
          <p:cNvPr id="9" name="Text 7"/>
          <p:cNvSpPr/>
          <p:nvPr/>
        </p:nvSpPr>
        <p:spPr>
          <a:xfrm>
            <a:off x="871629" y="3803806"/>
            <a:ext cx="2903988" cy="1919740"/>
          </a:xfrm>
          <a:prstGeom prst="rect">
            <a:avLst/>
          </a:prstGeom>
          <a:noFill/>
          <a:ln/>
        </p:spPr>
        <p:txBody>
          <a:bodyPr wrap="square" lIns="0" tIns="0" rIns="0" bIns="0" rtlCol="0" anchor="t"/>
          <a:lstStyle/>
          <a:p>
            <a:pPr marL="342265" indent="-342265" defTabSz="914126">
              <a:spcAft>
                <a:spcPts val="600"/>
              </a:spcAft>
              <a:buSzPct val="100000"/>
              <a:buFontTx/>
              <a:buChar char="•"/>
            </a:pPr>
            <a:r>
              <a:rPr lang="en-US" sz="1100">
                <a:solidFill>
                  <a:srgbClr val="475569"/>
                </a:solidFill>
                <a:latin typeface="Arial" pitchFamily="34" charset="0"/>
                <a:ea typeface="Arial" pitchFamily="34" charset="-122"/>
                <a:cs typeface="Arial" pitchFamily="34" charset="-120"/>
              </a:rPr>
              <a:t>AI assistance is one of the reasons AXIS Cloud exists, not a feature added afterwards</a:t>
            </a:r>
            <a:endParaRPr lang="en-US" sz="1100">
              <a:solidFill>
                <a:prstClr val="black"/>
              </a:solidFill>
              <a:latin typeface="Arial" panose="020F0502020204030204"/>
              <a:ea typeface="Arial" panose="020F0502020204030204"/>
              <a:cs typeface="Arial" panose="020F0502020204030204"/>
            </a:endParaRPr>
          </a:p>
          <a:p>
            <a:pPr marL="342265" indent="-342265" defTabSz="914126">
              <a:spcAft>
                <a:spcPts val="600"/>
              </a:spcAft>
              <a:buSzPct val="100000"/>
              <a:buFontTx/>
              <a:buChar char="•"/>
            </a:pPr>
            <a:r>
              <a:rPr lang="en-US" sz="1100">
                <a:solidFill>
                  <a:srgbClr val="475569"/>
                </a:solidFill>
                <a:latin typeface="Arial" pitchFamily="34" charset="0"/>
                <a:ea typeface="Arial" pitchFamily="34" charset="-122"/>
                <a:cs typeface="Arial" pitchFamily="34" charset="-120"/>
              </a:rPr>
              <a:t>Governed access to your models and data is platform engineering, not prompt engineering</a:t>
            </a:r>
            <a:endParaRPr lang="en-US" sz="1100">
              <a:solidFill>
                <a:prstClr val="black"/>
              </a:solidFill>
              <a:latin typeface="Arial" panose="020F0502020204030204"/>
              <a:ea typeface="Arial" panose="020F0502020204030204"/>
              <a:cs typeface="Arial" panose="020F0502020204030204"/>
            </a:endParaRPr>
          </a:p>
          <a:p>
            <a:pPr marL="342265" indent="-342265" defTabSz="914126">
              <a:spcAft>
                <a:spcPts val="600"/>
              </a:spcAft>
              <a:buSzPct val="100000"/>
              <a:buFontTx/>
              <a:buChar char="•"/>
            </a:pPr>
            <a:r>
              <a:rPr lang="en-US" sz="1100">
                <a:solidFill>
                  <a:srgbClr val="475569"/>
                </a:solidFill>
                <a:latin typeface="Arial"/>
                <a:ea typeface="Arial" pitchFamily="34" charset="-122"/>
                <a:cs typeface="Arial"/>
              </a:rPr>
              <a:t>Reusable building blocks, not one-off demos</a:t>
            </a:r>
            <a:endParaRPr lang="en-US" sz="1100">
              <a:solidFill>
                <a:prstClr val="black"/>
              </a:solidFill>
              <a:latin typeface="Arial"/>
              <a:ea typeface="Arial" panose="020F0502020204030204"/>
              <a:cs typeface="Arial"/>
            </a:endParaRPr>
          </a:p>
        </p:txBody>
      </p:sp>
      <p:sp>
        <p:nvSpPr>
          <p:cNvPr id="10" name="Shape 8"/>
          <p:cNvSpPr/>
          <p:nvPr/>
        </p:nvSpPr>
        <p:spPr>
          <a:xfrm>
            <a:off x="4369822" y="1692093"/>
            <a:ext cx="3452485" cy="4113728"/>
          </a:xfrm>
          <a:prstGeom prst="roundRect">
            <a:avLst>
              <a:gd name="adj" fmla="val 1059"/>
            </a:avLst>
          </a:prstGeom>
          <a:solidFill>
            <a:srgbClr val="EAF1FB"/>
          </a:solidFill>
          <a:ln w="12700">
            <a:solidFill>
              <a:srgbClr val="D4E2F4"/>
            </a:solidFill>
            <a:prstDash val="solid"/>
          </a:ln>
        </p:spPr>
        <p:txBody>
          <a:bodyPr/>
          <a:lstStyle/>
          <a:p>
            <a:pPr defTabSz="914126"/>
            <a:endParaRPr lang="en-US" sz="1799">
              <a:solidFill>
                <a:prstClr val="black"/>
              </a:solidFill>
              <a:latin typeface="Arial" panose="020F0502020204030204"/>
            </a:endParaRPr>
          </a:p>
        </p:txBody>
      </p:sp>
      <p:sp>
        <p:nvSpPr>
          <p:cNvPr id="11" name="Text 9"/>
          <p:cNvSpPr/>
          <p:nvPr/>
        </p:nvSpPr>
        <p:spPr>
          <a:xfrm>
            <a:off x="4644070" y="1874926"/>
            <a:ext cx="2903988" cy="502789"/>
          </a:xfrm>
          <a:prstGeom prst="rect">
            <a:avLst/>
          </a:prstGeom>
          <a:noFill/>
          <a:ln/>
        </p:spPr>
        <p:txBody>
          <a:bodyPr wrap="square" lIns="0" tIns="0" rIns="0" bIns="0" rtlCol="0" anchor="ctr"/>
          <a:lstStyle/>
          <a:p>
            <a:pPr defTabSz="914126"/>
            <a:r>
              <a:rPr lang="en-US" sz="3199" b="1">
                <a:solidFill>
                  <a:srgbClr val="1F7BF5"/>
                </a:solidFill>
                <a:latin typeface="Arial" pitchFamily="34" charset="0"/>
                <a:ea typeface="Arial" pitchFamily="34" charset="-122"/>
                <a:cs typeface="Arial" pitchFamily="34" charset="-120"/>
              </a:rPr>
              <a:t>02</a:t>
            </a:r>
            <a:endParaRPr lang="en-US" sz="3199">
              <a:solidFill>
                <a:prstClr val="black"/>
              </a:solidFill>
              <a:latin typeface="Arial" panose="020F0502020204030204"/>
            </a:endParaRPr>
          </a:p>
        </p:txBody>
      </p:sp>
      <p:sp>
        <p:nvSpPr>
          <p:cNvPr id="12" name="Text 10"/>
          <p:cNvSpPr/>
          <p:nvPr/>
        </p:nvSpPr>
        <p:spPr>
          <a:xfrm>
            <a:off x="4644070" y="2432564"/>
            <a:ext cx="2903988" cy="383948"/>
          </a:xfrm>
          <a:prstGeom prst="rect">
            <a:avLst/>
          </a:prstGeom>
          <a:noFill/>
          <a:ln/>
        </p:spPr>
        <p:txBody>
          <a:bodyPr wrap="square" lIns="0" tIns="0" rIns="0" bIns="0" rtlCol="0" anchor="ctr"/>
          <a:lstStyle/>
          <a:p>
            <a:pPr defTabSz="914126"/>
            <a:r>
              <a:rPr lang="en-US" sz="1899" b="1">
                <a:solidFill>
                  <a:srgbClr val="0A1264"/>
                </a:solidFill>
                <a:latin typeface="Arial" pitchFamily="34" charset="0"/>
                <a:ea typeface="Arial" pitchFamily="34" charset="-122"/>
                <a:cs typeface="Arial" pitchFamily="34" charset="-120"/>
              </a:rPr>
              <a:t>Applications</a:t>
            </a:r>
            <a:endParaRPr lang="en-US" sz="1899">
              <a:solidFill>
                <a:prstClr val="black"/>
              </a:solidFill>
              <a:latin typeface="Arial" panose="020F0502020204030204"/>
            </a:endParaRPr>
          </a:p>
        </p:txBody>
      </p:sp>
      <p:sp>
        <p:nvSpPr>
          <p:cNvPr id="13" name="Text 11"/>
          <p:cNvSpPr/>
          <p:nvPr/>
        </p:nvSpPr>
        <p:spPr>
          <a:xfrm>
            <a:off x="4644070" y="2853079"/>
            <a:ext cx="2903988" cy="255965"/>
          </a:xfrm>
          <a:prstGeom prst="rect">
            <a:avLst/>
          </a:prstGeom>
          <a:noFill/>
          <a:ln/>
        </p:spPr>
        <p:txBody>
          <a:bodyPr wrap="square" lIns="0" tIns="0" rIns="0" bIns="0" rtlCol="0" anchor="ctr"/>
          <a:lstStyle/>
          <a:p>
            <a:pPr defTabSz="914126"/>
            <a:r>
              <a:rPr lang="en-US" sz="950" b="1" kern="0" spc="120">
                <a:solidFill>
                  <a:srgbClr val="1F7BF5"/>
                </a:solidFill>
                <a:latin typeface="Arial" pitchFamily="34" charset="0"/>
                <a:ea typeface="Arial" pitchFamily="34" charset="-122"/>
                <a:cs typeface="Arial" pitchFamily="34" charset="-120"/>
              </a:rPr>
              <a:t>BUILT WITH YOU  ·  UNDER WAY</a:t>
            </a:r>
            <a:endParaRPr lang="en-US" sz="950">
              <a:solidFill>
                <a:prstClr val="black"/>
              </a:solidFill>
              <a:latin typeface="Arial" panose="020F0502020204030204"/>
            </a:endParaRPr>
          </a:p>
        </p:txBody>
      </p:sp>
      <p:sp>
        <p:nvSpPr>
          <p:cNvPr id="14" name="Text 12"/>
          <p:cNvSpPr/>
          <p:nvPr/>
        </p:nvSpPr>
        <p:spPr>
          <a:xfrm>
            <a:off x="4644070" y="3163893"/>
            <a:ext cx="2903988" cy="585064"/>
          </a:xfrm>
          <a:prstGeom prst="rect">
            <a:avLst/>
          </a:prstGeom>
          <a:noFill/>
          <a:ln/>
        </p:spPr>
        <p:txBody>
          <a:bodyPr wrap="square" lIns="0" tIns="0" rIns="0" bIns="0" rtlCol="0" anchor="t"/>
          <a:lstStyle/>
          <a:p>
            <a:pPr defTabSz="914126"/>
            <a:r>
              <a:rPr lang="en-US" sz="1350" b="1">
                <a:solidFill>
                  <a:srgbClr val="0A1264"/>
                </a:solidFill>
                <a:latin typeface="Arial" pitchFamily="34" charset="0"/>
                <a:ea typeface="Arial" pitchFamily="34" charset="-122"/>
                <a:cs typeface="Arial" pitchFamily="34" charset="-120"/>
              </a:rPr>
              <a:t>Assistants, agents, and agentic workflows on those foundations.</a:t>
            </a:r>
            <a:endParaRPr lang="en-US" sz="1350">
              <a:solidFill>
                <a:prstClr val="black"/>
              </a:solidFill>
              <a:latin typeface="Arial" panose="020F0502020204030204"/>
            </a:endParaRPr>
          </a:p>
        </p:txBody>
      </p:sp>
      <p:sp>
        <p:nvSpPr>
          <p:cNvPr id="15" name="Text 13"/>
          <p:cNvSpPr/>
          <p:nvPr/>
        </p:nvSpPr>
        <p:spPr>
          <a:xfrm>
            <a:off x="4644070" y="3803806"/>
            <a:ext cx="2903988" cy="1919740"/>
          </a:xfrm>
          <a:prstGeom prst="rect">
            <a:avLst/>
          </a:prstGeom>
          <a:noFill/>
          <a:ln/>
        </p:spPr>
        <p:txBody>
          <a:bodyPr wrap="square" lIns="0" tIns="0" rIns="0" bIns="0" rtlCol="0" anchor="t"/>
          <a:lstStyle/>
          <a:p>
            <a:pPr marL="342797" indent="-342797" defTabSz="914126">
              <a:spcAft>
                <a:spcPts val="600"/>
              </a:spcAft>
              <a:buSzPct val="100000"/>
              <a:buFontTx/>
              <a:buChar char="•"/>
            </a:pPr>
            <a:r>
              <a:rPr lang="en-US" sz="1100">
                <a:solidFill>
                  <a:srgbClr val="475569"/>
                </a:solidFill>
                <a:latin typeface="Arial" pitchFamily="34" charset="0"/>
                <a:ea typeface="Arial" pitchFamily="34" charset="-122"/>
                <a:cs typeface="Arial" pitchFamily="34" charset="-120"/>
              </a:rPr>
              <a:t>Navigator is in production today, with the Coding Assistant close behind</a:t>
            </a:r>
            <a:endParaRPr lang="en-US" sz="1100">
              <a:solidFill>
                <a:prstClr val="black"/>
              </a:solidFill>
              <a:latin typeface="Arial" panose="020F0502020204030204"/>
            </a:endParaRPr>
          </a:p>
          <a:p>
            <a:pPr marL="342797" indent="-342797" defTabSz="914126">
              <a:spcAft>
                <a:spcPts val="600"/>
              </a:spcAft>
              <a:buSzPct val="100000"/>
              <a:buFontTx/>
              <a:buChar char="•"/>
            </a:pPr>
            <a:r>
              <a:rPr lang="en-US" sz="1100">
                <a:solidFill>
                  <a:srgbClr val="475569"/>
                </a:solidFill>
                <a:latin typeface="Arial" pitchFamily="34" charset="0"/>
                <a:ea typeface="Arial" pitchFamily="34" charset="-122"/>
                <a:cs typeface="Arial" pitchFamily="34" charset="-120"/>
              </a:rPr>
              <a:t>Six candidate use cases in discovery, each traced back to real client pain</a:t>
            </a:r>
            <a:endParaRPr lang="en-US" sz="1100">
              <a:solidFill>
                <a:prstClr val="black"/>
              </a:solidFill>
              <a:latin typeface="Arial" panose="020F0502020204030204"/>
            </a:endParaRPr>
          </a:p>
          <a:p>
            <a:pPr marL="342797" indent="-342797" defTabSz="914126">
              <a:spcAft>
                <a:spcPts val="600"/>
              </a:spcAft>
              <a:buSzPct val="100000"/>
              <a:buFontTx/>
              <a:buChar char="•"/>
            </a:pPr>
            <a:r>
              <a:rPr lang="en-US" sz="1100">
                <a:solidFill>
                  <a:srgbClr val="475569"/>
                </a:solidFill>
                <a:latin typeface="Arial" pitchFamily="34" charset="0"/>
                <a:ea typeface="Arial" pitchFamily="34" charset="-122"/>
                <a:cs typeface="Arial" pitchFamily="34" charset="-120"/>
              </a:rPr>
              <a:t>Which gets built first, and in what order, should be your call as much as ours</a:t>
            </a:r>
            <a:endParaRPr lang="en-US" sz="1100">
              <a:solidFill>
                <a:prstClr val="black"/>
              </a:solidFill>
              <a:latin typeface="Arial" panose="020F0502020204030204"/>
            </a:endParaRPr>
          </a:p>
        </p:txBody>
      </p:sp>
      <p:sp>
        <p:nvSpPr>
          <p:cNvPr id="16" name="Shape 14"/>
          <p:cNvSpPr/>
          <p:nvPr/>
        </p:nvSpPr>
        <p:spPr>
          <a:xfrm>
            <a:off x="8142264" y="1692093"/>
            <a:ext cx="3452485" cy="4113728"/>
          </a:xfrm>
          <a:prstGeom prst="roundRect">
            <a:avLst>
              <a:gd name="adj" fmla="val 1059"/>
            </a:avLst>
          </a:prstGeom>
          <a:solidFill>
            <a:srgbClr val="EAF1FB"/>
          </a:solidFill>
          <a:ln w="12700">
            <a:solidFill>
              <a:srgbClr val="D4E2F4"/>
            </a:solidFill>
            <a:prstDash val="solid"/>
          </a:ln>
        </p:spPr>
        <p:txBody>
          <a:bodyPr/>
          <a:lstStyle/>
          <a:p>
            <a:pPr defTabSz="914126"/>
            <a:endParaRPr lang="en-US" sz="1799">
              <a:solidFill>
                <a:prstClr val="black"/>
              </a:solidFill>
              <a:latin typeface="Arial" panose="020F0502020204030204"/>
            </a:endParaRPr>
          </a:p>
        </p:txBody>
      </p:sp>
      <p:sp>
        <p:nvSpPr>
          <p:cNvPr id="17" name="Text 15"/>
          <p:cNvSpPr/>
          <p:nvPr/>
        </p:nvSpPr>
        <p:spPr>
          <a:xfrm>
            <a:off x="8416511" y="1874926"/>
            <a:ext cx="2903988" cy="502789"/>
          </a:xfrm>
          <a:prstGeom prst="rect">
            <a:avLst/>
          </a:prstGeom>
          <a:noFill/>
          <a:ln/>
        </p:spPr>
        <p:txBody>
          <a:bodyPr wrap="square" lIns="0" tIns="0" rIns="0" bIns="0" rtlCol="0" anchor="ctr"/>
          <a:lstStyle/>
          <a:p>
            <a:pPr defTabSz="914126"/>
            <a:r>
              <a:rPr lang="en-US" sz="3199" b="1">
                <a:solidFill>
                  <a:srgbClr val="008C95"/>
                </a:solidFill>
                <a:latin typeface="Arial" pitchFamily="34" charset="0"/>
                <a:ea typeface="Arial" pitchFamily="34" charset="-122"/>
                <a:cs typeface="Arial" pitchFamily="34" charset="-120"/>
              </a:rPr>
              <a:t>03</a:t>
            </a:r>
            <a:endParaRPr lang="en-US" sz="3199">
              <a:solidFill>
                <a:prstClr val="black"/>
              </a:solidFill>
              <a:latin typeface="Arial" panose="020F0502020204030204"/>
            </a:endParaRPr>
          </a:p>
        </p:txBody>
      </p:sp>
      <p:sp>
        <p:nvSpPr>
          <p:cNvPr id="18" name="Text 16"/>
          <p:cNvSpPr/>
          <p:nvPr/>
        </p:nvSpPr>
        <p:spPr>
          <a:xfrm>
            <a:off x="8416511" y="2432564"/>
            <a:ext cx="2903988" cy="383948"/>
          </a:xfrm>
          <a:prstGeom prst="rect">
            <a:avLst/>
          </a:prstGeom>
          <a:noFill/>
          <a:ln/>
        </p:spPr>
        <p:txBody>
          <a:bodyPr wrap="square" lIns="0" tIns="0" rIns="0" bIns="0" rtlCol="0" anchor="ctr"/>
          <a:lstStyle/>
          <a:p>
            <a:pPr defTabSz="914126"/>
            <a:r>
              <a:rPr lang="en-US" sz="1899" b="1">
                <a:solidFill>
                  <a:srgbClr val="0A1264"/>
                </a:solidFill>
                <a:latin typeface="Arial" pitchFamily="34" charset="0"/>
                <a:ea typeface="Arial" pitchFamily="34" charset="-122"/>
                <a:cs typeface="Arial" pitchFamily="34" charset="-120"/>
              </a:rPr>
              <a:t>Open platform</a:t>
            </a:r>
            <a:endParaRPr lang="en-US" sz="1899">
              <a:solidFill>
                <a:prstClr val="black"/>
              </a:solidFill>
              <a:latin typeface="Arial" panose="020F0502020204030204"/>
            </a:endParaRPr>
          </a:p>
        </p:txBody>
      </p:sp>
      <p:sp>
        <p:nvSpPr>
          <p:cNvPr id="19" name="Text 17"/>
          <p:cNvSpPr/>
          <p:nvPr/>
        </p:nvSpPr>
        <p:spPr>
          <a:xfrm>
            <a:off x="8416511" y="2853079"/>
            <a:ext cx="2903988" cy="255965"/>
          </a:xfrm>
          <a:prstGeom prst="rect">
            <a:avLst/>
          </a:prstGeom>
          <a:noFill/>
          <a:ln/>
        </p:spPr>
        <p:txBody>
          <a:bodyPr wrap="square" lIns="0" tIns="0" rIns="0" bIns="0" rtlCol="0" anchor="ctr"/>
          <a:lstStyle/>
          <a:p>
            <a:pPr defTabSz="914126"/>
            <a:r>
              <a:rPr lang="en-US" sz="950" b="1" kern="0" spc="120">
                <a:solidFill>
                  <a:srgbClr val="008C95"/>
                </a:solidFill>
                <a:latin typeface="Arial" pitchFamily="34" charset="0"/>
                <a:ea typeface="Arial" pitchFamily="34" charset="-122"/>
                <a:cs typeface="Arial" pitchFamily="34" charset="-120"/>
              </a:rPr>
              <a:t>BUILT BY YOU  ·  IN DISCUSSION</a:t>
            </a:r>
            <a:endParaRPr lang="en-US" sz="950">
              <a:solidFill>
                <a:prstClr val="black"/>
              </a:solidFill>
              <a:latin typeface="Arial" panose="020F0502020204030204"/>
            </a:endParaRPr>
          </a:p>
        </p:txBody>
      </p:sp>
      <p:sp>
        <p:nvSpPr>
          <p:cNvPr id="20" name="Text 18"/>
          <p:cNvSpPr/>
          <p:nvPr/>
        </p:nvSpPr>
        <p:spPr>
          <a:xfrm>
            <a:off x="8416511" y="3163893"/>
            <a:ext cx="2903988" cy="585064"/>
          </a:xfrm>
          <a:prstGeom prst="rect">
            <a:avLst/>
          </a:prstGeom>
          <a:noFill/>
          <a:ln/>
        </p:spPr>
        <p:txBody>
          <a:bodyPr wrap="square" lIns="0" tIns="0" rIns="0" bIns="0" rtlCol="0" anchor="t"/>
          <a:lstStyle/>
          <a:p>
            <a:pPr defTabSz="914126"/>
            <a:r>
              <a:rPr lang="en-US" sz="1350" b="1">
                <a:solidFill>
                  <a:srgbClr val="0A1264"/>
                </a:solidFill>
                <a:latin typeface="Arial"/>
                <a:ea typeface="Arial" pitchFamily="34" charset="-122"/>
                <a:cs typeface="Arial"/>
              </a:rPr>
              <a:t>The interfaces we build on, opened up so your own AI tools can work on AXIS.</a:t>
            </a:r>
            <a:endParaRPr lang="en-US" sz="1350">
              <a:solidFill>
                <a:prstClr val="black"/>
              </a:solidFill>
              <a:latin typeface="Arial"/>
              <a:ea typeface="Arial"/>
              <a:cs typeface="Arial"/>
            </a:endParaRPr>
          </a:p>
        </p:txBody>
      </p:sp>
      <p:sp>
        <p:nvSpPr>
          <p:cNvPr id="21" name="Text 19"/>
          <p:cNvSpPr/>
          <p:nvPr/>
        </p:nvSpPr>
        <p:spPr>
          <a:xfrm>
            <a:off x="8416511" y="3803806"/>
            <a:ext cx="2903988" cy="1919740"/>
          </a:xfrm>
          <a:prstGeom prst="rect">
            <a:avLst/>
          </a:prstGeom>
          <a:noFill/>
          <a:ln/>
        </p:spPr>
        <p:txBody>
          <a:bodyPr wrap="square" lIns="0" tIns="0" rIns="0" bIns="0" rtlCol="0" anchor="t"/>
          <a:lstStyle/>
          <a:p>
            <a:pPr marL="342797" indent="-342797" defTabSz="914126">
              <a:spcAft>
                <a:spcPts val="600"/>
              </a:spcAft>
              <a:buSzPct val="100000"/>
              <a:buFontTx/>
              <a:buChar char="•"/>
            </a:pPr>
            <a:r>
              <a:rPr lang="en-US" sz="1100">
                <a:solidFill>
                  <a:srgbClr val="475569"/>
                </a:solidFill>
                <a:latin typeface="Arial" pitchFamily="34" charset="0"/>
                <a:ea typeface="Arial" pitchFamily="34" charset="-122"/>
                <a:cs typeface="Arial" pitchFamily="34" charset="-120"/>
              </a:rPr>
              <a:t>The MCPs and APIs behind our own assistants, opened to your agents and copilots</a:t>
            </a:r>
            <a:endParaRPr lang="en-US" sz="1100">
              <a:solidFill>
                <a:prstClr val="black"/>
              </a:solidFill>
              <a:latin typeface="Arial" panose="020F0502020204030204"/>
            </a:endParaRPr>
          </a:p>
          <a:p>
            <a:pPr marL="342797" indent="-342797" defTabSz="914126">
              <a:spcAft>
                <a:spcPts val="600"/>
              </a:spcAft>
              <a:buSzPct val="100000"/>
              <a:buFontTx/>
              <a:buChar char="•"/>
            </a:pPr>
            <a:r>
              <a:rPr lang="en-US" sz="1100">
                <a:solidFill>
                  <a:srgbClr val="475569"/>
                </a:solidFill>
                <a:latin typeface="Arial" pitchFamily="34" charset="0"/>
                <a:ea typeface="Arial" pitchFamily="34" charset="-122"/>
                <a:cs typeface="Arial" pitchFamily="34" charset="-120"/>
              </a:rPr>
              <a:t>AXIS as a tool your AI can call, with AXIS expertise behind it</a:t>
            </a:r>
            <a:endParaRPr lang="en-US" sz="1100">
              <a:solidFill>
                <a:prstClr val="black"/>
              </a:solidFill>
              <a:latin typeface="Arial" panose="020F0502020204030204"/>
            </a:endParaRPr>
          </a:p>
          <a:p>
            <a:pPr marL="342797" indent="-342797" defTabSz="914126">
              <a:spcAft>
                <a:spcPts val="600"/>
              </a:spcAft>
              <a:buSzPct val="100000"/>
              <a:buFontTx/>
              <a:buChar char="•"/>
            </a:pPr>
            <a:r>
              <a:rPr lang="en-US" sz="1100">
                <a:solidFill>
                  <a:srgbClr val="475569"/>
                </a:solidFill>
                <a:latin typeface="Arial" pitchFamily="34" charset="0"/>
                <a:ea typeface="Arial" pitchFamily="34" charset="-122"/>
                <a:cs typeface="Arial" pitchFamily="34" charset="-120"/>
              </a:rPr>
              <a:t>There are many questions about how this could work — which is why we are raising it</a:t>
            </a:r>
            <a:endParaRPr lang="en-US" sz="1100">
              <a:solidFill>
                <a:prstClr val="black"/>
              </a:solidFill>
              <a:latin typeface="Arial" panose="020F0502020204030204"/>
            </a:endParaRPr>
          </a:p>
        </p:txBody>
      </p:sp>
      <p:sp>
        <p:nvSpPr>
          <p:cNvPr id="22" name="Text 20"/>
          <p:cNvSpPr/>
          <p:nvPr/>
        </p:nvSpPr>
        <p:spPr>
          <a:xfrm>
            <a:off x="597380" y="5942945"/>
            <a:ext cx="10878526" cy="383948"/>
          </a:xfrm>
          <a:prstGeom prst="rect">
            <a:avLst/>
          </a:prstGeom>
          <a:noFill/>
          <a:ln/>
        </p:spPr>
        <p:txBody>
          <a:bodyPr wrap="square" lIns="0" tIns="0" rIns="0" bIns="0" rtlCol="0" anchor="ctr"/>
          <a:lstStyle/>
          <a:p>
            <a:pPr defTabSz="914126"/>
            <a:r>
              <a:rPr lang="en-US" sz="1699" b="1">
                <a:solidFill>
                  <a:srgbClr val="1F7BF5"/>
                </a:solidFill>
                <a:latin typeface="Arial" pitchFamily="34" charset="0"/>
                <a:ea typeface="Arial" pitchFamily="34" charset="-122"/>
                <a:cs typeface="Arial" pitchFamily="34" charset="-120"/>
              </a:rPr>
              <a:t>Layers one and two are the plan. Layer three is a conversation we want to start.</a:t>
            </a:r>
            <a:endParaRPr lang="en-US" sz="1699">
              <a:solidFill>
                <a:prstClr val="black"/>
              </a:solidFill>
              <a:latin typeface="Arial" panose="020F0502020204030204"/>
            </a:endParaRPr>
          </a:p>
        </p:txBody>
      </p:sp>
      <p:sp>
        <p:nvSpPr>
          <p:cNvPr id="23" name="Text 21"/>
          <p:cNvSpPr/>
          <p:nvPr/>
        </p:nvSpPr>
        <p:spPr>
          <a:xfrm>
            <a:off x="460256" y="6491443"/>
            <a:ext cx="1828324" cy="274249"/>
          </a:xfrm>
          <a:prstGeom prst="rect">
            <a:avLst/>
          </a:prstGeom>
          <a:noFill/>
          <a:ln/>
        </p:spPr>
        <p:txBody>
          <a:bodyPr wrap="square" lIns="0" tIns="0" rIns="0" bIns="0" rtlCol="0" anchor="ctr"/>
          <a:lstStyle/>
          <a:p>
            <a:pPr defTabSz="914126"/>
            <a:r>
              <a:rPr lang="en-US" sz="900" b="1">
                <a:solidFill>
                  <a:srgbClr val="0A1264"/>
                </a:solidFill>
                <a:latin typeface="Arial" pitchFamily="34" charset="0"/>
                <a:ea typeface="Arial" pitchFamily="34" charset="-122"/>
                <a:cs typeface="Arial" pitchFamily="34" charset="-120"/>
              </a:rPr>
              <a:t>MOODY'S</a:t>
            </a:r>
            <a:endParaRPr lang="en-US" sz="900">
              <a:solidFill>
                <a:prstClr val="black"/>
              </a:solidFill>
              <a:latin typeface="Arial" panose="020F0502020204030204"/>
            </a:endParaRPr>
          </a:p>
        </p:txBody>
      </p:sp>
      <p:sp>
        <p:nvSpPr>
          <p:cNvPr id="24" name="Text 22"/>
          <p:cNvSpPr/>
          <p:nvPr/>
        </p:nvSpPr>
        <p:spPr>
          <a:xfrm>
            <a:off x="11430200" y="6491443"/>
            <a:ext cx="594205" cy="274249"/>
          </a:xfrm>
          <a:prstGeom prst="rect">
            <a:avLst/>
          </a:prstGeom>
          <a:noFill/>
          <a:ln/>
        </p:spPr>
        <p:txBody>
          <a:bodyPr wrap="square" lIns="0" tIns="0" rIns="0" bIns="0" rtlCol="0" anchor="ctr"/>
          <a:lstStyle/>
          <a:p>
            <a:pPr algn="r" defTabSz="914126"/>
            <a:endParaRPr lang="en-US" sz="1000">
              <a:solidFill>
                <a:prstClr val="black"/>
              </a:solidFill>
              <a:latin typeface="Arial" panose="020F0502020204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 name="Kicker"/>
          <p:cNvSpPr txBox="1"/>
          <p:nvPr/>
        </p:nvSpPr>
        <p:spPr>
          <a:xfrm>
            <a:off x="503000" y="340000"/>
            <a:ext cx="11186000" cy="300000"/>
          </a:xfrm>
          <a:prstGeom prst="rect">
            <a:avLst/>
          </a:prstGeom>
          <a:noFill/>
        </p:spPr>
        <p:txBody>
          <a:bodyPr wrap="square" lIns="0" tIns="0" rIns="0" bIns="0">
            <a:normAutofit/>
          </a:bodyPr>
          <a:lstStyle/>
          <a:p>
            <a:pPr algn="l">
              <a:buNone/>
            </a:pPr>
            <a:r>
              <a:rPr lang="en-US" sz="1300" b="1" spc="300">
                <a:solidFill>
                  <a:srgbClr val="005EFF"/>
                </a:solidFill>
                <a:latin typeface="Arial"/>
                <a:cs typeface="Arial"/>
              </a:rPr>
              <a:t>THE ACTUARIAL AI CURVE</a:t>
            </a:r>
          </a:p>
        </p:txBody>
      </p:sp>
      <p:sp>
        <p:nvSpPr>
          <p:cNvPr id="302" name="Title"/>
          <p:cNvSpPr txBox="1"/>
          <p:nvPr/>
        </p:nvSpPr>
        <p:spPr>
          <a:xfrm>
            <a:off x="503000" y="660000"/>
            <a:ext cx="11186000" cy="700000"/>
          </a:xfrm>
          <a:prstGeom prst="rect">
            <a:avLst/>
          </a:prstGeom>
          <a:noFill/>
        </p:spPr>
        <p:txBody>
          <a:bodyPr wrap="square" lIns="0" tIns="0" rIns="0" bIns="0">
            <a:normAutofit/>
          </a:bodyPr>
          <a:lstStyle/>
          <a:p>
            <a:pPr algn="l">
              <a:buNone/>
            </a:pPr>
            <a:r>
              <a:rPr lang="en-US" sz="3400" b="1">
                <a:solidFill>
                  <a:srgbClr val="0A1264"/>
                </a:solidFill>
                <a:latin typeface="Times New Roman"/>
                <a:cs typeface="Times New Roman"/>
              </a:rPr>
              <a:t>How AI adoption progresses.</a:t>
            </a:r>
          </a:p>
        </p:txBody>
      </p:sp>
      <p:sp>
        <p:nvSpPr>
          <p:cNvPr id="303" name="Subtitle"/>
          <p:cNvSpPr txBox="1"/>
          <p:nvPr/>
        </p:nvSpPr>
        <p:spPr>
          <a:xfrm>
            <a:off x="503000" y="1360000"/>
            <a:ext cx="11186000" cy="600000"/>
          </a:xfrm>
          <a:prstGeom prst="rect">
            <a:avLst/>
          </a:prstGeom>
          <a:noFill/>
        </p:spPr>
        <p:txBody>
          <a:bodyPr wrap="square" lIns="0" tIns="0" rIns="0" bIns="0">
            <a:normAutofit/>
          </a:bodyPr>
          <a:lstStyle/>
          <a:p>
            <a:pPr algn="l">
              <a:buNone/>
            </a:pPr>
            <a:r>
              <a:rPr lang="en-US" sz="1400">
                <a:solidFill>
                  <a:srgbClr val="475569"/>
                </a:solidFill>
                <a:latin typeface="Arial"/>
                <a:cs typeface="Arial"/>
              </a:rPr>
              <a:t>AI does not just speed the old model up — it replaces the ring of spreadsheets and manual work around the engine. The leap from assisted to agentic is a step change, not an increment.</a:t>
            </a:r>
          </a:p>
        </p:txBody>
      </p:sp>
      <p:sp>
        <p:nvSpPr>
          <p:cNvPr id="312" name="Const"/>
          <p:cNvSpPr/>
          <p:nvPr/>
        </p:nvSpPr>
        <p:spPr>
          <a:xfrm>
            <a:off x="503000" y="5550000"/>
            <a:ext cx="11186000" cy="470000"/>
          </a:xfrm>
          <a:prstGeom prst="roundRect">
            <a:avLst>
              <a:gd name="adj" fmla="val 10000"/>
            </a:avLst>
          </a:prstGeom>
          <a:solidFill>
            <a:srgbClr val="0A1264"/>
          </a:solidFill>
        </p:spPr>
        <p:txBody>
          <a:bodyPr lIns="118872" tIns="73152" rIns="118872" bIns="73152" anchor="ctr">
            <a:normAutofit/>
          </a:bodyPr>
          <a:lstStyle/>
          <a:p>
            <a:pPr algn="l">
              <a:buNone/>
            </a:pPr>
            <a:r>
              <a:rPr lang="en-US" sz="1100" b="1" spc="200">
                <a:solidFill>
                  <a:srgbClr val="8FB8FF"/>
                </a:solidFill>
                <a:latin typeface="Arial"/>
                <a:cs typeface="Arial"/>
              </a:rPr>
              <a:t>THE CONSTANT</a:t>
            </a:r>
            <a:r>
              <a:rPr lang="en-US" sz="1100">
                <a:solidFill>
                  <a:srgbClr val="FFFFFF"/>
                </a:solidFill>
                <a:latin typeface="Arial"/>
                <a:cs typeface="Arial"/>
              </a:rPr>
              <a:t>     across every level, humans set the intent and own the sign-off — autonomy grows, accountability stays human</a:t>
            </a:r>
          </a:p>
        </p:txBody>
      </p:sp>
      <p:sp>
        <p:nvSpPr>
          <p:cNvPr id="313" name="Disclaimer"/>
          <p:cNvSpPr txBox="1"/>
          <p:nvPr/>
        </p:nvSpPr>
        <p:spPr>
          <a:xfrm>
            <a:off x="503000" y="6280000"/>
            <a:ext cx="11186000" cy="230000"/>
          </a:xfrm>
          <a:prstGeom prst="rect">
            <a:avLst/>
          </a:prstGeom>
          <a:noFill/>
        </p:spPr>
        <p:txBody>
          <a:bodyPr wrap="square" lIns="0" tIns="0" rIns="0" bIns="0" anchor="t">
            <a:normAutofit/>
          </a:bodyPr>
          <a:lstStyle/>
          <a:p>
            <a:pPr algn="l">
              <a:buNone/>
            </a:pPr>
            <a:r>
              <a:rPr lang="en-US" sz="900">
                <a:solidFill>
                  <a:srgbClr val="475569"/>
                </a:solidFill>
                <a:latin typeface="Arial"/>
                <a:cs typeface="Arial"/>
              </a:rPr>
              <a:t>A general model of how AI adoption tends to progress. Where any organization sits, and how fast it moves, will vary.</a:t>
            </a:r>
          </a:p>
        </p:txBody>
      </p:sp>
      <p:sp>
        <p:nvSpPr>
          <p:cNvPr id="314" name="Footer"/>
          <p:cNvSpPr txBox="1"/>
          <p:nvPr/>
        </p:nvSpPr>
        <p:spPr>
          <a:xfrm>
            <a:off x="503000" y="6560000"/>
            <a:ext cx="2000000" cy="220000"/>
          </a:xfrm>
          <a:prstGeom prst="rect">
            <a:avLst/>
          </a:prstGeom>
          <a:noFill/>
        </p:spPr>
        <p:txBody>
          <a:bodyPr wrap="square" lIns="0" tIns="0" rIns="0" bIns="0">
            <a:normAutofit/>
          </a:bodyPr>
          <a:lstStyle/>
          <a:p>
            <a:pPr algn="l">
              <a:buNone/>
            </a:pPr>
            <a:r>
              <a:rPr lang="en-US" sz="1000" b="1">
                <a:solidFill>
                  <a:srgbClr val="0A1264"/>
                </a:solidFill>
                <a:latin typeface="Arial"/>
                <a:cs typeface="Arial"/>
              </a:rPr>
              <a:t>MOODY'S</a:t>
            </a:r>
          </a:p>
        </p:txBody>
      </p:sp>
      <p:grpSp>
        <p:nvGrpSpPr>
          <p:cNvPr id="2" name="Group 1">
            <a:extLst>
              <a:ext uri="{FF2B5EF4-FFF2-40B4-BE49-F238E27FC236}">
                <a16:creationId xmlns:a16="http://schemas.microsoft.com/office/drawing/2014/main" id="{6ABC455E-C5BE-4064-E1DA-5455A8E56A79}"/>
              </a:ext>
            </a:extLst>
          </p:cNvPr>
          <p:cNvGrpSpPr/>
          <p:nvPr/>
        </p:nvGrpSpPr>
        <p:grpSpPr>
          <a:xfrm>
            <a:off x="503000" y="2220000"/>
            <a:ext cx="9777042" cy="3160250"/>
            <a:chOff x="445099" y="2629499"/>
            <a:chExt cx="10629849" cy="3435905"/>
          </a:xfrm>
        </p:grpSpPr>
        <p:grpSp>
          <p:nvGrpSpPr>
            <p:cNvPr id="3" name="Graphic 17">
              <a:extLst>
                <a:ext uri="{FF2B5EF4-FFF2-40B4-BE49-F238E27FC236}">
                  <a16:creationId xmlns:a16="http://schemas.microsoft.com/office/drawing/2014/main" id="{77435210-251A-63CB-8284-D3413CC3A855}"/>
                </a:ext>
              </a:extLst>
            </p:cNvPr>
            <p:cNvGrpSpPr/>
            <p:nvPr/>
          </p:nvGrpSpPr>
          <p:grpSpPr>
            <a:xfrm>
              <a:off x="445099" y="2629499"/>
              <a:ext cx="3092844" cy="3435905"/>
              <a:chOff x="730485" y="2513375"/>
              <a:chExt cx="3092844" cy="3571996"/>
            </a:xfrm>
            <a:solidFill>
              <a:schemeClr val="accent1"/>
            </a:solidFill>
          </p:grpSpPr>
          <p:sp>
            <p:nvSpPr>
              <p:cNvPr id="290" name="Freeform 24">
                <a:extLst>
                  <a:ext uri="{FF2B5EF4-FFF2-40B4-BE49-F238E27FC236}">
                    <a16:creationId xmlns:a16="http://schemas.microsoft.com/office/drawing/2014/main" id="{3FAC06B6-0BC2-228A-3379-781EC9619969}"/>
                  </a:ext>
                </a:extLst>
              </p:cNvPr>
              <p:cNvSpPr/>
              <p:nvPr/>
            </p:nvSpPr>
            <p:spPr>
              <a:xfrm>
                <a:off x="730485" y="2513375"/>
                <a:ext cx="441834" cy="376085"/>
              </a:xfrm>
              <a:custGeom>
                <a:avLst/>
                <a:gdLst>
                  <a:gd name="connsiteX0" fmla="*/ 428935 w 441834"/>
                  <a:gd name="connsiteY0" fmla="*/ 376085 h 376085"/>
                  <a:gd name="connsiteX1" fmla="*/ 416036 w 441834"/>
                  <a:gd name="connsiteY1" fmla="*/ 363191 h 376085"/>
                  <a:gd name="connsiteX2" fmla="*/ 416036 w 441834"/>
                  <a:gd name="connsiteY2" fmla="*/ 141835 h 376085"/>
                  <a:gd name="connsiteX3" fmla="*/ 299945 w 441834"/>
                  <a:gd name="connsiteY3" fmla="*/ 25788 h 376085"/>
                  <a:gd name="connsiteX4" fmla="*/ 12899 w 441834"/>
                  <a:gd name="connsiteY4" fmla="*/ 25788 h 376085"/>
                  <a:gd name="connsiteX5" fmla="*/ 0 w 441834"/>
                  <a:gd name="connsiteY5" fmla="*/ 12894 h 376085"/>
                  <a:gd name="connsiteX6" fmla="*/ 12899 w 441834"/>
                  <a:gd name="connsiteY6" fmla="*/ 0 h 376085"/>
                  <a:gd name="connsiteX7" fmla="*/ 299945 w 441834"/>
                  <a:gd name="connsiteY7" fmla="*/ 0 h 376085"/>
                  <a:gd name="connsiteX8" fmla="*/ 441834 w 441834"/>
                  <a:gd name="connsiteY8" fmla="*/ 141835 h 376085"/>
                  <a:gd name="connsiteX9" fmla="*/ 441834 w 441834"/>
                  <a:gd name="connsiteY9" fmla="*/ 363191 h 376085"/>
                  <a:gd name="connsiteX10" fmla="*/ 428935 w 441834"/>
                  <a:gd name="connsiteY10" fmla="*/ 376085 h 376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41834" h="376085">
                    <a:moveTo>
                      <a:pt x="428935" y="376085"/>
                    </a:moveTo>
                    <a:cubicBezTo>
                      <a:pt x="421812" y="376085"/>
                      <a:pt x="416036" y="370312"/>
                      <a:pt x="416036" y="363191"/>
                    </a:cubicBezTo>
                    <a:lnTo>
                      <a:pt x="416036" y="141835"/>
                    </a:lnTo>
                    <a:cubicBezTo>
                      <a:pt x="416036" y="77846"/>
                      <a:pt x="363960" y="25788"/>
                      <a:pt x="299945" y="25788"/>
                    </a:cubicBezTo>
                    <a:lnTo>
                      <a:pt x="12899" y="25788"/>
                    </a:lnTo>
                    <a:cubicBezTo>
                      <a:pt x="5776" y="25788"/>
                      <a:pt x="0" y="20015"/>
                      <a:pt x="0" y="12894"/>
                    </a:cubicBezTo>
                    <a:cubicBezTo>
                      <a:pt x="0" y="5773"/>
                      <a:pt x="5776" y="0"/>
                      <a:pt x="12899" y="0"/>
                    </a:cubicBezTo>
                    <a:lnTo>
                      <a:pt x="299945" y="0"/>
                    </a:lnTo>
                    <a:cubicBezTo>
                      <a:pt x="378184" y="0"/>
                      <a:pt x="441834" y="63627"/>
                      <a:pt x="441834" y="141835"/>
                    </a:cubicBezTo>
                    <a:lnTo>
                      <a:pt x="441834" y="363191"/>
                    </a:lnTo>
                    <a:cubicBezTo>
                      <a:pt x="441834" y="370312"/>
                      <a:pt x="436059" y="376085"/>
                      <a:pt x="428935" y="376085"/>
                    </a:cubicBezTo>
                    <a:close/>
                  </a:path>
                </a:pathLst>
              </a:custGeom>
              <a:grpFill/>
              <a:ln w="32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T America Regular"/>
                  <a:ea typeface="+mn-ea"/>
                  <a:cs typeface="+mn-cs"/>
                </a:endParaRPr>
              </a:p>
            </p:txBody>
          </p:sp>
          <p:grpSp>
            <p:nvGrpSpPr>
              <p:cNvPr id="291" name="Graphic 17">
                <a:extLst>
                  <a:ext uri="{FF2B5EF4-FFF2-40B4-BE49-F238E27FC236}">
                    <a16:creationId xmlns:a16="http://schemas.microsoft.com/office/drawing/2014/main" id="{B4AF1A5C-DE90-CDA5-15CA-44993AE7CEC8}"/>
                  </a:ext>
                </a:extLst>
              </p:cNvPr>
              <p:cNvGrpSpPr/>
              <p:nvPr/>
            </p:nvGrpSpPr>
            <p:grpSpPr>
              <a:xfrm>
                <a:off x="1146521" y="2930062"/>
                <a:ext cx="25798" cy="508204"/>
                <a:chOff x="1146521" y="2930062"/>
                <a:chExt cx="25798" cy="508204"/>
              </a:xfrm>
              <a:grpFill/>
            </p:grpSpPr>
            <p:sp>
              <p:nvSpPr>
                <p:cNvPr id="293" name="Freeform 27">
                  <a:extLst>
                    <a:ext uri="{FF2B5EF4-FFF2-40B4-BE49-F238E27FC236}">
                      <a16:creationId xmlns:a16="http://schemas.microsoft.com/office/drawing/2014/main" id="{4F3CBD4D-7DFA-068C-2BE2-E347B53356DD}"/>
                    </a:ext>
                  </a:extLst>
                </p:cNvPr>
                <p:cNvSpPr/>
                <p:nvPr/>
              </p:nvSpPr>
              <p:spPr>
                <a:xfrm>
                  <a:off x="1146521" y="3411522"/>
                  <a:ext cx="25798" cy="26744"/>
                </a:xfrm>
                <a:custGeom>
                  <a:avLst/>
                  <a:gdLst>
                    <a:gd name="connsiteX0" fmla="*/ 25798 w 25798"/>
                    <a:gd name="connsiteY0" fmla="*/ 13372 h 26744"/>
                    <a:gd name="connsiteX1" fmla="*/ 12899 w 25798"/>
                    <a:gd name="connsiteY1" fmla="*/ 26745 h 26744"/>
                    <a:gd name="connsiteX2" fmla="*/ 0 w 25798"/>
                    <a:gd name="connsiteY2" fmla="*/ 13372 h 26744"/>
                    <a:gd name="connsiteX3" fmla="*/ 12899 w 25798"/>
                    <a:gd name="connsiteY3" fmla="*/ 0 h 26744"/>
                    <a:gd name="connsiteX4" fmla="*/ 25798 w 25798"/>
                    <a:gd name="connsiteY4" fmla="*/ 13372 h 26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98" h="26744">
                      <a:moveTo>
                        <a:pt x="25798" y="13372"/>
                      </a:moveTo>
                      <a:cubicBezTo>
                        <a:pt x="25798" y="20758"/>
                        <a:pt x="20023" y="26745"/>
                        <a:pt x="12899" y="26745"/>
                      </a:cubicBezTo>
                      <a:cubicBezTo>
                        <a:pt x="5775" y="26745"/>
                        <a:pt x="0" y="20758"/>
                        <a:pt x="0" y="13372"/>
                      </a:cubicBezTo>
                      <a:cubicBezTo>
                        <a:pt x="0" y="5987"/>
                        <a:pt x="5775" y="0"/>
                        <a:pt x="12899" y="0"/>
                      </a:cubicBezTo>
                      <a:cubicBezTo>
                        <a:pt x="20023" y="0"/>
                        <a:pt x="25798" y="5987"/>
                        <a:pt x="25798" y="13372"/>
                      </a:cubicBezTo>
                      <a:close/>
                    </a:path>
                  </a:pathLst>
                </a:custGeom>
                <a:grpFill/>
                <a:ln w="32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T America Regular"/>
                    <a:ea typeface="+mn-ea"/>
                    <a:cs typeface="+mn-cs"/>
                  </a:endParaRPr>
                </a:p>
              </p:txBody>
            </p:sp>
            <p:sp>
              <p:nvSpPr>
                <p:cNvPr id="294" name="Freeform 28">
                  <a:extLst>
                    <a:ext uri="{FF2B5EF4-FFF2-40B4-BE49-F238E27FC236}">
                      <a16:creationId xmlns:a16="http://schemas.microsoft.com/office/drawing/2014/main" id="{418CD05B-BDDD-D5BC-111C-714890780F38}"/>
                    </a:ext>
                  </a:extLst>
                </p:cNvPr>
                <p:cNvSpPr/>
                <p:nvPr/>
              </p:nvSpPr>
              <p:spPr>
                <a:xfrm>
                  <a:off x="1146521" y="3331277"/>
                  <a:ext cx="25798" cy="26745"/>
                </a:xfrm>
                <a:custGeom>
                  <a:avLst/>
                  <a:gdLst>
                    <a:gd name="connsiteX0" fmla="*/ 12899 w 25798"/>
                    <a:gd name="connsiteY0" fmla="*/ 0 h 26745"/>
                    <a:gd name="connsiteX1" fmla="*/ 25798 w 25798"/>
                    <a:gd name="connsiteY1" fmla="*/ 13374 h 26745"/>
                    <a:gd name="connsiteX2" fmla="*/ 12899 w 25798"/>
                    <a:gd name="connsiteY2" fmla="*/ 26746 h 26745"/>
                    <a:gd name="connsiteX3" fmla="*/ 0 w 25798"/>
                    <a:gd name="connsiteY3" fmla="*/ 13374 h 26745"/>
                    <a:gd name="connsiteX4" fmla="*/ 12899 w 25798"/>
                    <a:gd name="connsiteY4" fmla="*/ 0 h 267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98" h="26745">
                      <a:moveTo>
                        <a:pt x="12899" y="0"/>
                      </a:moveTo>
                      <a:cubicBezTo>
                        <a:pt x="20022" y="0"/>
                        <a:pt x="25798" y="5989"/>
                        <a:pt x="25798" y="13374"/>
                      </a:cubicBezTo>
                      <a:cubicBezTo>
                        <a:pt x="25798" y="20760"/>
                        <a:pt x="20022" y="26746"/>
                        <a:pt x="12899" y="26746"/>
                      </a:cubicBezTo>
                      <a:cubicBezTo>
                        <a:pt x="5779" y="26746"/>
                        <a:pt x="0" y="20760"/>
                        <a:pt x="0" y="13374"/>
                      </a:cubicBezTo>
                      <a:cubicBezTo>
                        <a:pt x="0" y="5989"/>
                        <a:pt x="5776" y="0"/>
                        <a:pt x="12899" y="0"/>
                      </a:cubicBezTo>
                      <a:close/>
                    </a:path>
                  </a:pathLst>
                </a:custGeom>
                <a:grpFill/>
                <a:ln w="32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T America Regular"/>
                    <a:ea typeface="+mn-ea"/>
                    <a:cs typeface="+mn-cs"/>
                  </a:endParaRPr>
                </a:p>
              </p:txBody>
            </p:sp>
            <p:sp>
              <p:nvSpPr>
                <p:cNvPr id="295" name="Freeform 29">
                  <a:extLst>
                    <a:ext uri="{FF2B5EF4-FFF2-40B4-BE49-F238E27FC236}">
                      <a16:creationId xmlns:a16="http://schemas.microsoft.com/office/drawing/2014/main" id="{5CC32252-3A53-962D-0E9A-1A3E9F5F53A5}"/>
                    </a:ext>
                  </a:extLst>
                </p:cNvPr>
                <p:cNvSpPr/>
                <p:nvPr/>
              </p:nvSpPr>
              <p:spPr>
                <a:xfrm>
                  <a:off x="1146521" y="3251033"/>
                  <a:ext cx="25798" cy="26748"/>
                </a:xfrm>
                <a:custGeom>
                  <a:avLst/>
                  <a:gdLst>
                    <a:gd name="connsiteX0" fmla="*/ 12899 w 25798"/>
                    <a:gd name="connsiteY0" fmla="*/ 0 h 26748"/>
                    <a:gd name="connsiteX1" fmla="*/ 25798 w 25798"/>
                    <a:gd name="connsiteY1" fmla="*/ 13371 h 26748"/>
                    <a:gd name="connsiteX2" fmla="*/ 12899 w 25798"/>
                    <a:gd name="connsiteY2" fmla="*/ 26749 h 26748"/>
                    <a:gd name="connsiteX3" fmla="*/ 0 w 25798"/>
                    <a:gd name="connsiteY3" fmla="*/ 13371 h 26748"/>
                    <a:gd name="connsiteX4" fmla="*/ 12899 w 25798"/>
                    <a:gd name="connsiteY4" fmla="*/ 0 h 267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98" h="26748">
                      <a:moveTo>
                        <a:pt x="12899" y="0"/>
                      </a:moveTo>
                      <a:cubicBezTo>
                        <a:pt x="20022" y="0"/>
                        <a:pt x="25798" y="5986"/>
                        <a:pt x="25798" y="13371"/>
                      </a:cubicBezTo>
                      <a:cubicBezTo>
                        <a:pt x="25798" y="20756"/>
                        <a:pt x="20022" y="26749"/>
                        <a:pt x="12899" y="26749"/>
                      </a:cubicBezTo>
                      <a:cubicBezTo>
                        <a:pt x="5779" y="26749"/>
                        <a:pt x="0" y="20760"/>
                        <a:pt x="0" y="13371"/>
                      </a:cubicBezTo>
                      <a:cubicBezTo>
                        <a:pt x="0" y="5983"/>
                        <a:pt x="5776" y="0"/>
                        <a:pt x="12899" y="0"/>
                      </a:cubicBezTo>
                      <a:close/>
                    </a:path>
                  </a:pathLst>
                </a:custGeom>
                <a:grpFill/>
                <a:ln w="32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T America Regular"/>
                    <a:ea typeface="+mn-ea"/>
                    <a:cs typeface="+mn-cs"/>
                  </a:endParaRPr>
                </a:p>
              </p:txBody>
            </p:sp>
            <p:sp>
              <p:nvSpPr>
                <p:cNvPr id="296" name="Freeform 30">
                  <a:extLst>
                    <a:ext uri="{FF2B5EF4-FFF2-40B4-BE49-F238E27FC236}">
                      <a16:creationId xmlns:a16="http://schemas.microsoft.com/office/drawing/2014/main" id="{1879FDBD-5DBA-6B6A-B6E3-0BAAF20D8A57}"/>
                    </a:ext>
                  </a:extLst>
                </p:cNvPr>
                <p:cNvSpPr/>
                <p:nvPr/>
              </p:nvSpPr>
              <p:spPr>
                <a:xfrm>
                  <a:off x="1146521" y="3170790"/>
                  <a:ext cx="25798" cy="26745"/>
                </a:xfrm>
                <a:custGeom>
                  <a:avLst/>
                  <a:gdLst>
                    <a:gd name="connsiteX0" fmla="*/ 12899 w 25798"/>
                    <a:gd name="connsiteY0" fmla="*/ 0 h 26745"/>
                    <a:gd name="connsiteX1" fmla="*/ 25798 w 25798"/>
                    <a:gd name="connsiteY1" fmla="*/ 13374 h 26745"/>
                    <a:gd name="connsiteX2" fmla="*/ 12899 w 25798"/>
                    <a:gd name="connsiteY2" fmla="*/ 26746 h 26745"/>
                    <a:gd name="connsiteX3" fmla="*/ 0 w 25798"/>
                    <a:gd name="connsiteY3" fmla="*/ 13374 h 26745"/>
                    <a:gd name="connsiteX4" fmla="*/ 12899 w 25798"/>
                    <a:gd name="connsiteY4" fmla="*/ 0 h 267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98" h="26745">
                      <a:moveTo>
                        <a:pt x="12899" y="0"/>
                      </a:moveTo>
                      <a:cubicBezTo>
                        <a:pt x="20022" y="0"/>
                        <a:pt x="25798" y="5989"/>
                        <a:pt x="25798" y="13374"/>
                      </a:cubicBezTo>
                      <a:cubicBezTo>
                        <a:pt x="25798" y="20760"/>
                        <a:pt x="20022" y="26746"/>
                        <a:pt x="12899" y="26746"/>
                      </a:cubicBezTo>
                      <a:cubicBezTo>
                        <a:pt x="5779" y="26746"/>
                        <a:pt x="0" y="20760"/>
                        <a:pt x="0" y="13374"/>
                      </a:cubicBezTo>
                      <a:cubicBezTo>
                        <a:pt x="0" y="5989"/>
                        <a:pt x="5776" y="0"/>
                        <a:pt x="12899" y="0"/>
                      </a:cubicBezTo>
                      <a:close/>
                    </a:path>
                  </a:pathLst>
                </a:custGeom>
                <a:grpFill/>
                <a:ln w="32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T America Regular"/>
                    <a:ea typeface="+mn-ea"/>
                    <a:cs typeface="+mn-cs"/>
                  </a:endParaRPr>
                </a:p>
              </p:txBody>
            </p:sp>
            <p:sp>
              <p:nvSpPr>
                <p:cNvPr id="297" name="Freeform 31">
                  <a:extLst>
                    <a:ext uri="{FF2B5EF4-FFF2-40B4-BE49-F238E27FC236}">
                      <a16:creationId xmlns:a16="http://schemas.microsoft.com/office/drawing/2014/main" id="{A163724B-FF7E-3339-1C72-9CA31F66D468}"/>
                    </a:ext>
                  </a:extLst>
                </p:cNvPr>
                <p:cNvSpPr/>
                <p:nvPr/>
              </p:nvSpPr>
              <p:spPr>
                <a:xfrm>
                  <a:off x="1146521" y="3090547"/>
                  <a:ext cx="25798" cy="26748"/>
                </a:xfrm>
                <a:custGeom>
                  <a:avLst/>
                  <a:gdLst>
                    <a:gd name="connsiteX0" fmla="*/ 12899 w 25798"/>
                    <a:gd name="connsiteY0" fmla="*/ 0 h 26748"/>
                    <a:gd name="connsiteX1" fmla="*/ 25798 w 25798"/>
                    <a:gd name="connsiteY1" fmla="*/ 13374 h 26748"/>
                    <a:gd name="connsiteX2" fmla="*/ 12899 w 25798"/>
                    <a:gd name="connsiteY2" fmla="*/ 26749 h 26748"/>
                    <a:gd name="connsiteX3" fmla="*/ 0 w 25798"/>
                    <a:gd name="connsiteY3" fmla="*/ 13374 h 26748"/>
                    <a:gd name="connsiteX4" fmla="*/ 12899 w 25798"/>
                    <a:gd name="connsiteY4" fmla="*/ 0 h 267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98" h="26748">
                      <a:moveTo>
                        <a:pt x="12899" y="0"/>
                      </a:moveTo>
                      <a:cubicBezTo>
                        <a:pt x="20022" y="0"/>
                        <a:pt x="25798" y="5986"/>
                        <a:pt x="25798" y="13374"/>
                      </a:cubicBezTo>
                      <a:cubicBezTo>
                        <a:pt x="25798" y="20763"/>
                        <a:pt x="20022" y="26749"/>
                        <a:pt x="12899" y="26749"/>
                      </a:cubicBezTo>
                      <a:cubicBezTo>
                        <a:pt x="5779" y="26749"/>
                        <a:pt x="0" y="20760"/>
                        <a:pt x="0" y="13374"/>
                      </a:cubicBezTo>
                      <a:cubicBezTo>
                        <a:pt x="0" y="5989"/>
                        <a:pt x="5776" y="0"/>
                        <a:pt x="12899" y="0"/>
                      </a:cubicBezTo>
                      <a:close/>
                    </a:path>
                  </a:pathLst>
                </a:custGeom>
                <a:grpFill/>
                <a:ln w="32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T America Regular"/>
                    <a:ea typeface="+mn-ea"/>
                    <a:cs typeface="+mn-cs"/>
                  </a:endParaRPr>
                </a:p>
              </p:txBody>
            </p:sp>
            <p:sp>
              <p:nvSpPr>
                <p:cNvPr id="298" name="Freeform 32">
                  <a:extLst>
                    <a:ext uri="{FF2B5EF4-FFF2-40B4-BE49-F238E27FC236}">
                      <a16:creationId xmlns:a16="http://schemas.microsoft.com/office/drawing/2014/main" id="{0F981B57-DC8F-9D03-FBDD-45F893879DE0}"/>
                    </a:ext>
                  </a:extLst>
                </p:cNvPr>
                <p:cNvSpPr/>
                <p:nvPr/>
              </p:nvSpPr>
              <p:spPr>
                <a:xfrm>
                  <a:off x="1146521" y="3010304"/>
                  <a:ext cx="25798" cy="26748"/>
                </a:xfrm>
                <a:custGeom>
                  <a:avLst/>
                  <a:gdLst>
                    <a:gd name="connsiteX0" fmla="*/ 12899 w 25798"/>
                    <a:gd name="connsiteY0" fmla="*/ 0 h 26748"/>
                    <a:gd name="connsiteX1" fmla="*/ 25798 w 25798"/>
                    <a:gd name="connsiteY1" fmla="*/ 13374 h 26748"/>
                    <a:gd name="connsiteX2" fmla="*/ 12899 w 25798"/>
                    <a:gd name="connsiteY2" fmla="*/ 26749 h 26748"/>
                    <a:gd name="connsiteX3" fmla="*/ 0 w 25798"/>
                    <a:gd name="connsiteY3" fmla="*/ 13374 h 26748"/>
                    <a:gd name="connsiteX4" fmla="*/ 12899 w 25798"/>
                    <a:gd name="connsiteY4" fmla="*/ 0 h 267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98" h="26748">
                      <a:moveTo>
                        <a:pt x="12899" y="0"/>
                      </a:moveTo>
                      <a:cubicBezTo>
                        <a:pt x="20022" y="0"/>
                        <a:pt x="25798" y="5989"/>
                        <a:pt x="25798" y="13374"/>
                      </a:cubicBezTo>
                      <a:cubicBezTo>
                        <a:pt x="25798" y="20760"/>
                        <a:pt x="20022" y="26749"/>
                        <a:pt x="12899" y="26749"/>
                      </a:cubicBezTo>
                      <a:cubicBezTo>
                        <a:pt x="5779" y="26749"/>
                        <a:pt x="0" y="20760"/>
                        <a:pt x="0" y="13374"/>
                      </a:cubicBezTo>
                      <a:cubicBezTo>
                        <a:pt x="0" y="5989"/>
                        <a:pt x="5776" y="0"/>
                        <a:pt x="12899" y="0"/>
                      </a:cubicBezTo>
                      <a:close/>
                    </a:path>
                  </a:pathLst>
                </a:custGeom>
                <a:grpFill/>
                <a:ln w="32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T America Regular"/>
                    <a:ea typeface="+mn-ea"/>
                    <a:cs typeface="+mn-cs"/>
                  </a:endParaRPr>
                </a:p>
              </p:txBody>
            </p:sp>
            <p:sp>
              <p:nvSpPr>
                <p:cNvPr id="299" name="Freeform 33">
                  <a:extLst>
                    <a:ext uri="{FF2B5EF4-FFF2-40B4-BE49-F238E27FC236}">
                      <a16:creationId xmlns:a16="http://schemas.microsoft.com/office/drawing/2014/main" id="{56D9055C-0304-D7B4-BD88-B0391C7C59EE}"/>
                    </a:ext>
                  </a:extLst>
                </p:cNvPr>
                <p:cNvSpPr/>
                <p:nvPr/>
              </p:nvSpPr>
              <p:spPr>
                <a:xfrm>
                  <a:off x="1146521" y="2930062"/>
                  <a:ext cx="25798" cy="26744"/>
                </a:xfrm>
                <a:custGeom>
                  <a:avLst/>
                  <a:gdLst>
                    <a:gd name="connsiteX0" fmla="*/ 25798 w 25798"/>
                    <a:gd name="connsiteY0" fmla="*/ 13372 h 26744"/>
                    <a:gd name="connsiteX1" fmla="*/ 12899 w 25798"/>
                    <a:gd name="connsiteY1" fmla="*/ 26745 h 26744"/>
                    <a:gd name="connsiteX2" fmla="*/ 0 w 25798"/>
                    <a:gd name="connsiteY2" fmla="*/ 13372 h 26744"/>
                    <a:gd name="connsiteX3" fmla="*/ 12899 w 25798"/>
                    <a:gd name="connsiteY3" fmla="*/ 0 h 26744"/>
                    <a:gd name="connsiteX4" fmla="*/ 25798 w 25798"/>
                    <a:gd name="connsiteY4" fmla="*/ 13372 h 26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98" h="26744">
                      <a:moveTo>
                        <a:pt x="25798" y="13372"/>
                      </a:moveTo>
                      <a:cubicBezTo>
                        <a:pt x="25798" y="20758"/>
                        <a:pt x="20023" y="26745"/>
                        <a:pt x="12899" y="26745"/>
                      </a:cubicBezTo>
                      <a:cubicBezTo>
                        <a:pt x="5775" y="26745"/>
                        <a:pt x="0" y="20758"/>
                        <a:pt x="0" y="13372"/>
                      </a:cubicBezTo>
                      <a:cubicBezTo>
                        <a:pt x="0" y="5987"/>
                        <a:pt x="5775" y="0"/>
                        <a:pt x="12899" y="0"/>
                      </a:cubicBezTo>
                      <a:cubicBezTo>
                        <a:pt x="20023" y="0"/>
                        <a:pt x="25798" y="5987"/>
                        <a:pt x="25798" y="13372"/>
                      </a:cubicBezTo>
                      <a:close/>
                    </a:path>
                  </a:pathLst>
                </a:custGeom>
                <a:grpFill/>
                <a:ln w="32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T America Regular"/>
                    <a:ea typeface="+mn-ea"/>
                    <a:cs typeface="+mn-cs"/>
                  </a:endParaRPr>
                </a:p>
              </p:txBody>
            </p:sp>
          </p:grpSp>
          <p:sp>
            <p:nvSpPr>
              <p:cNvPr id="292" name="Freeform 26">
                <a:extLst>
                  <a:ext uri="{FF2B5EF4-FFF2-40B4-BE49-F238E27FC236}">
                    <a16:creationId xmlns:a16="http://schemas.microsoft.com/office/drawing/2014/main" id="{2562E686-2F99-BEBB-B4BF-F7415EA947FF}"/>
                  </a:ext>
                </a:extLst>
              </p:cNvPr>
              <p:cNvSpPr/>
              <p:nvPr/>
            </p:nvSpPr>
            <p:spPr>
              <a:xfrm>
                <a:off x="1146521" y="2513375"/>
                <a:ext cx="2676808" cy="3571996"/>
              </a:xfrm>
              <a:custGeom>
                <a:avLst/>
                <a:gdLst>
                  <a:gd name="connsiteX0" fmla="*/ 1702853 w 2676808"/>
                  <a:gd name="connsiteY0" fmla="*/ 3571996 h 3571996"/>
                  <a:gd name="connsiteX1" fmla="*/ 141889 w 2676808"/>
                  <a:gd name="connsiteY1" fmla="*/ 3571996 h 3571996"/>
                  <a:gd name="connsiteX2" fmla="*/ 0 w 2676808"/>
                  <a:gd name="connsiteY2" fmla="*/ 3430161 h 3571996"/>
                  <a:gd name="connsiteX3" fmla="*/ 0 w 2676808"/>
                  <a:gd name="connsiteY3" fmla="*/ 978388 h 3571996"/>
                  <a:gd name="connsiteX4" fmla="*/ 12899 w 2676808"/>
                  <a:gd name="connsiteY4" fmla="*/ 965494 h 3571996"/>
                  <a:gd name="connsiteX5" fmla="*/ 25798 w 2676808"/>
                  <a:gd name="connsiteY5" fmla="*/ 978388 h 3571996"/>
                  <a:gd name="connsiteX6" fmla="*/ 25798 w 2676808"/>
                  <a:gd name="connsiteY6" fmla="*/ 3430161 h 3571996"/>
                  <a:gd name="connsiteX7" fmla="*/ 141889 w 2676808"/>
                  <a:gd name="connsiteY7" fmla="*/ 3546208 h 3571996"/>
                  <a:gd name="connsiteX8" fmla="*/ 1702853 w 2676808"/>
                  <a:gd name="connsiteY8" fmla="*/ 3546208 h 3571996"/>
                  <a:gd name="connsiteX9" fmla="*/ 1818953 w 2676808"/>
                  <a:gd name="connsiteY9" fmla="*/ 3481512 h 3571996"/>
                  <a:gd name="connsiteX10" fmla="*/ 1818944 w 2676808"/>
                  <a:gd name="connsiteY10" fmla="*/ 193412 h 3571996"/>
                  <a:gd name="connsiteX11" fmla="*/ 1960833 w 2676808"/>
                  <a:gd name="connsiteY11" fmla="*/ 0 h 3571996"/>
                  <a:gd name="connsiteX12" fmla="*/ 2534919 w 2676808"/>
                  <a:gd name="connsiteY12" fmla="*/ 0 h 3571996"/>
                  <a:gd name="connsiteX13" fmla="*/ 2676808 w 2676808"/>
                  <a:gd name="connsiteY13" fmla="*/ 141835 h 3571996"/>
                  <a:gd name="connsiteX14" fmla="*/ 2676808 w 2676808"/>
                  <a:gd name="connsiteY14" fmla="*/ 363997 h 3571996"/>
                  <a:gd name="connsiteX15" fmla="*/ 2663909 w 2676808"/>
                  <a:gd name="connsiteY15" fmla="*/ 376891 h 3571996"/>
                  <a:gd name="connsiteX16" fmla="*/ 2651010 w 2676808"/>
                  <a:gd name="connsiteY16" fmla="*/ 363997 h 3571996"/>
                  <a:gd name="connsiteX17" fmla="*/ 2651010 w 2676808"/>
                  <a:gd name="connsiteY17" fmla="*/ 141835 h 3571996"/>
                  <a:gd name="connsiteX18" fmla="*/ 2534919 w 2676808"/>
                  <a:gd name="connsiteY18" fmla="*/ 25788 h 3571996"/>
                  <a:gd name="connsiteX19" fmla="*/ 1960833 w 2676808"/>
                  <a:gd name="connsiteY19" fmla="*/ 25788 h 3571996"/>
                  <a:gd name="connsiteX20" fmla="*/ 1844742 w 2676808"/>
                  <a:gd name="connsiteY20" fmla="*/ 193412 h 3571996"/>
                  <a:gd name="connsiteX21" fmla="*/ 1844742 w 2676808"/>
                  <a:gd name="connsiteY21" fmla="*/ 3481737 h 3571996"/>
                  <a:gd name="connsiteX22" fmla="*/ 1702853 w 2676808"/>
                  <a:gd name="connsiteY22" fmla="*/ 3571996 h 3571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676808" h="3571996">
                    <a:moveTo>
                      <a:pt x="1702853" y="3571996"/>
                    </a:moveTo>
                    <a:lnTo>
                      <a:pt x="141889" y="3571996"/>
                    </a:lnTo>
                    <a:cubicBezTo>
                      <a:pt x="63653" y="3571996"/>
                      <a:pt x="0" y="3508364"/>
                      <a:pt x="0" y="3430161"/>
                    </a:cubicBezTo>
                    <a:lnTo>
                      <a:pt x="0" y="978388"/>
                    </a:lnTo>
                    <a:cubicBezTo>
                      <a:pt x="0" y="971268"/>
                      <a:pt x="5776" y="965494"/>
                      <a:pt x="12899" y="965494"/>
                    </a:cubicBezTo>
                    <a:cubicBezTo>
                      <a:pt x="20022" y="965494"/>
                      <a:pt x="25798" y="971268"/>
                      <a:pt x="25798" y="978388"/>
                    </a:cubicBezTo>
                    <a:lnTo>
                      <a:pt x="25798" y="3430161"/>
                    </a:lnTo>
                    <a:cubicBezTo>
                      <a:pt x="25798" y="3494148"/>
                      <a:pt x="77878" y="3546208"/>
                      <a:pt x="141889" y="3546208"/>
                    </a:cubicBezTo>
                    <a:lnTo>
                      <a:pt x="1702853" y="3546208"/>
                    </a:lnTo>
                    <a:cubicBezTo>
                      <a:pt x="1767864" y="3546208"/>
                      <a:pt x="1817422" y="3494019"/>
                      <a:pt x="1818953" y="3481512"/>
                    </a:cubicBezTo>
                    <a:lnTo>
                      <a:pt x="1818944" y="193412"/>
                    </a:lnTo>
                    <a:cubicBezTo>
                      <a:pt x="1818944" y="50808"/>
                      <a:pt x="1892239" y="0"/>
                      <a:pt x="1960833" y="0"/>
                    </a:cubicBezTo>
                    <a:lnTo>
                      <a:pt x="2534919" y="0"/>
                    </a:lnTo>
                    <a:cubicBezTo>
                      <a:pt x="2613158" y="0"/>
                      <a:pt x="2676808" y="63627"/>
                      <a:pt x="2676808" y="141835"/>
                    </a:cubicBezTo>
                    <a:lnTo>
                      <a:pt x="2676808" y="363997"/>
                    </a:lnTo>
                    <a:cubicBezTo>
                      <a:pt x="2676808" y="371118"/>
                      <a:pt x="2671033" y="376891"/>
                      <a:pt x="2663909" y="376891"/>
                    </a:cubicBezTo>
                    <a:cubicBezTo>
                      <a:pt x="2656786" y="376891"/>
                      <a:pt x="2651010" y="371118"/>
                      <a:pt x="2651010" y="363997"/>
                    </a:cubicBezTo>
                    <a:lnTo>
                      <a:pt x="2651010" y="141835"/>
                    </a:lnTo>
                    <a:cubicBezTo>
                      <a:pt x="2651010" y="77846"/>
                      <a:pt x="2598934" y="25788"/>
                      <a:pt x="2534919" y="25788"/>
                    </a:cubicBezTo>
                    <a:lnTo>
                      <a:pt x="1960833" y="25788"/>
                    </a:lnTo>
                    <a:cubicBezTo>
                      <a:pt x="1889224" y="25788"/>
                      <a:pt x="1844742" y="90016"/>
                      <a:pt x="1844742" y="193412"/>
                    </a:cubicBezTo>
                    <a:lnTo>
                      <a:pt x="1844742" y="3481737"/>
                    </a:lnTo>
                    <a:cubicBezTo>
                      <a:pt x="1844742" y="3510685"/>
                      <a:pt x="1777612" y="3571996"/>
                      <a:pt x="1702853" y="3571996"/>
                    </a:cubicBezTo>
                    <a:close/>
                  </a:path>
                </a:pathLst>
              </a:custGeom>
              <a:grpFill/>
              <a:ln w="32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T America Regular"/>
                  <a:ea typeface="+mn-ea"/>
                  <a:cs typeface="+mn-cs"/>
                </a:endParaRPr>
              </a:p>
            </p:txBody>
          </p:sp>
        </p:grpSp>
        <p:grpSp>
          <p:nvGrpSpPr>
            <p:cNvPr id="4" name="Graphic 17">
              <a:extLst>
                <a:ext uri="{FF2B5EF4-FFF2-40B4-BE49-F238E27FC236}">
                  <a16:creationId xmlns:a16="http://schemas.microsoft.com/office/drawing/2014/main" id="{E3F0FABD-6A43-FD6C-1535-9A9EA1D6844B}"/>
                </a:ext>
              </a:extLst>
            </p:cNvPr>
            <p:cNvGrpSpPr/>
            <p:nvPr/>
          </p:nvGrpSpPr>
          <p:grpSpPr>
            <a:xfrm>
              <a:off x="3512145" y="2629499"/>
              <a:ext cx="2676820" cy="3435905"/>
              <a:chOff x="3797531" y="2513375"/>
              <a:chExt cx="2676820" cy="3571996"/>
            </a:xfrm>
            <a:solidFill>
              <a:schemeClr val="accent1"/>
            </a:solidFill>
          </p:grpSpPr>
          <p:grpSp>
            <p:nvGrpSpPr>
              <p:cNvPr id="25" name="Graphic 17">
                <a:extLst>
                  <a:ext uri="{FF2B5EF4-FFF2-40B4-BE49-F238E27FC236}">
                    <a16:creationId xmlns:a16="http://schemas.microsoft.com/office/drawing/2014/main" id="{164351BE-DF79-663C-FB75-BA68B5B799E9}"/>
                  </a:ext>
                </a:extLst>
              </p:cNvPr>
              <p:cNvGrpSpPr/>
              <p:nvPr/>
            </p:nvGrpSpPr>
            <p:grpSpPr>
              <a:xfrm>
                <a:off x="3797531" y="2930868"/>
                <a:ext cx="25798" cy="508204"/>
                <a:chOff x="3797531" y="2930868"/>
                <a:chExt cx="25798" cy="508204"/>
              </a:xfrm>
              <a:grpFill/>
            </p:grpSpPr>
            <p:sp>
              <p:nvSpPr>
                <p:cNvPr id="27" name="Freeform 37">
                  <a:extLst>
                    <a:ext uri="{FF2B5EF4-FFF2-40B4-BE49-F238E27FC236}">
                      <a16:creationId xmlns:a16="http://schemas.microsoft.com/office/drawing/2014/main" id="{3E244465-4BBE-DBE8-7754-B10250B6DEC8}"/>
                    </a:ext>
                  </a:extLst>
                </p:cNvPr>
                <p:cNvSpPr/>
                <p:nvPr/>
              </p:nvSpPr>
              <p:spPr>
                <a:xfrm>
                  <a:off x="3797531" y="3412328"/>
                  <a:ext cx="25798" cy="26744"/>
                </a:xfrm>
                <a:custGeom>
                  <a:avLst/>
                  <a:gdLst>
                    <a:gd name="connsiteX0" fmla="*/ 25798 w 25798"/>
                    <a:gd name="connsiteY0" fmla="*/ 13372 h 26744"/>
                    <a:gd name="connsiteX1" fmla="*/ 12899 w 25798"/>
                    <a:gd name="connsiteY1" fmla="*/ 26745 h 26744"/>
                    <a:gd name="connsiteX2" fmla="*/ 0 w 25798"/>
                    <a:gd name="connsiteY2" fmla="*/ 13372 h 26744"/>
                    <a:gd name="connsiteX3" fmla="*/ 12899 w 25798"/>
                    <a:gd name="connsiteY3" fmla="*/ 0 h 26744"/>
                    <a:gd name="connsiteX4" fmla="*/ 25798 w 25798"/>
                    <a:gd name="connsiteY4" fmla="*/ 13372 h 26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98" h="26744">
                      <a:moveTo>
                        <a:pt x="25798" y="13372"/>
                      </a:moveTo>
                      <a:cubicBezTo>
                        <a:pt x="25798" y="20758"/>
                        <a:pt x="20023" y="26745"/>
                        <a:pt x="12899" y="26745"/>
                      </a:cubicBezTo>
                      <a:cubicBezTo>
                        <a:pt x="5775" y="26745"/>
                        <a:pt x="0" y="20758"/>
                        <a:pt x="0" y="13372"/>
                      </a:cubicBezTo>
                      <a:cubicBezTo>
                        <a:pt x="0" y="5987"/>
                        <a:pt x="5775" y="0"/>
                        <a:pt x="12899" y="0"/>
                      </a:cubicBezTo>
                      <a:cubicBezTo>
                        <a:pt x="20023" y="0"/>
                        <a:pt x="25798" y="5987"/>
                        <a:pt x="25798" y="13372"/>
                      </a:cubicBezTo>
                      <a:close/>
                    </a:path>
                  </a:pathLst>
                </a:custGeom>
                <a:grpFill/>
                <a:ln w="32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T America Regular"/>
                    <a:ea typeface="+mn-ea"/>
                    <a:cs typeface="+mn-cs"/>
                  </a:endParaRPr>
                </a:p>
              </p:txBody>
            </p:sp>
            <p:sp>
              <p:nvSpPr>
                <p:cNvPr id="28" name="Freeform 38">
                  <a:extLst>
                    <a:ext uri="{FF2B5EF4-FFF2-40B4-BE49-F238E27FC236}">
                      <a16:creationId xmlns:a16="http://schemas.microsoft.com/office/drawing/2014/main" id="{4D4C9DAF-BB8C-EE66-5E76-229EED1A3739}"/>
                    </a:ext>
                  </a:extLst>
                </p:cNvPr>
                <p:cNvSpPr/>
                <p:nvPr/>
              </p:nvSpPr>
              <p:spPr>
                <a:xfrm>
                  <a:off x="3797531" y="3332083"/>
                  <a:ext cx="25798" cy="26745"/>
                </a:xfrm>
                <a:custGeom>
                  <a:avLst/>
                  <a:gdLst>
                    <a:gd name="connsiteX0" fmla="*/ 12899 w 25798"/>
                    <a:gd name="connsiteY0" fmla="*/ 0 h 26745"/>
                    <a:gd name="connsiteX1" fmla="*/ 25798 w 25798"/>
                    <a:gd name="connsiteY1" fmla="*/ 13374 h 26745"/>
                    <a:gd name="connsiteX2" fmla="*/ 12899 w 25798"/>
                    <a:gd name="connsiteY2" fmla="*/ 26746 h 26745"/>
                    <a:gd name="connsiteX3" fmla="*/ 0 w 25798"/>
                    <a:gd name="connsiteY3" fmla="*/ 13374 h 26745"/>
                    <a:gd name="connsiteX4" fmla="*/ 12899 w 25798"/>
                    <a:gd name="connsiteY4" fmla="*/ 0 h 267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98" h="26745">
                      <a:moveTo>
                        <a:pt x="12899" y="0"/>
                      </a:moveTo>
                      <a:cubicBezTo>
                        <a:pt x="20022" y="0"/>
                        <a:pt x="25798" y="5989"/>
                        <a:pt x="25798" y="13374"/>
                      </a:cubicBezTo>
                      <a:cubicBezTo>
                        <a:pt x="25798" y="20760"/>
                        <a:pt x="20022" y="26746"/>
                        <a:pt x="12899" y="26746"/>
                      </a:cubicBezTo>
                      <a:cubicBezTo>
                        <a:pt x="5776" y="26746"/>
                        <a:pt x="0" y="20760"/>
                        <a:pt x="0" y="13374"/>
                      </a:cubicBezTo>
                      <a:cubicBezTo>
                        <a:pt x="0" y="5989"/>
                        <a:pt x="5776" y="0"/>
                        <a:pt x="12899" y="0"/>
                      </a:cubicBezTo>
                      <a:close/>
                    </a:path>
                  </a:pathLst>
                </a:custGeom>
                <a:grpFill/>
                <a:ln w="32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T America Regular"/>
                    <a:ea typeface="+mn-ea"/>
                    <a:cs typeface="+mn-cs"/>
                  </a:endParaRPr>
                </a:p>
              </p:txBody>
            </p:sp>
            <p:sp>
              <p:nvSpPr>
                <p:cNvPr id="29" name="Freeform 39">
                  <a:extLst>
                    <a:ext uri="{FF2B5EF4-FFF2-40B4-BE49-F238E27FC236}">
                      <a16:creationId xmlns:a16="http://schemas.microsoft.com/office/drawing/2014/main" id="{9021D2E5-9118-25BA-61C1-963B5E679B27}"/>
                    </a:ext>
                  </a:extLst>
                </p:cNvPr>
                <p:cNvSpPr/>
                <p:nvPr/>
              </p:nvSpPr>
              <p:spPr>
                <a:xfrm>
                  <a:off x="3797531" y="3251839"/>
                  <a:ext cx="25798" cy="26748"/>
                </a:xfrm>
                <a:custGeom>
                  <a:avLst/>
                  <a:gdLst>
                    <a:gd name="connsiteX0" fmla="*/ 12899 w 25798"/>
                    <a:gd name="connsiteY0" fmla="*/ 0 h 26748"/>
                    <a:gd name="connsiteX1" fmla="*/ 25798 w 25798"/>
                    <a:gd name="connsiteY1" fmla="*/ 13371 h 26748"/>
                    <a:gd name="connsiteX2" fmla="*/ 12899 w 25798"/>
                    <a:gd name="connsiteY2" fmla="*/ 26749 h 26748"/>
                    <a:gd name="connsiteX3" fmla="*/ 0 w 25798"/>
                    <a:gd name="connsiteY3" fmla="*/ 13371 h 26748"/>
                    <a:gd name="connsiteX4" fmla="*/ 12899 w 25798"/>
                    <a:gd name="connsiteY4" fmla="*/ 0 h 267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98" h="26748">
                      <a:moveTo>
                        <a:pt x="12899" y="0"/>
                      </a:moveTo>
                      <a:cubicBezTo>
                        <a:pt x="20022" y="0"/>
                        <a:pt x="25798" y="5986"/>
                        <a:pt x="25798" y="13371"/>
                      </a:cubicBezTo>
                      <a:cubicBezTo>
                        <a:pt x="25798" y="20756"/>
                        <a:pt x="20022" y="26749"/>
                        <a:pt x="12899" y="26749"/>
                      </a:cubicBezTo>
                      <a:cubicBezTo>
                        <a:pt x="5776" y="26749"/>
                        <a:pt x="0" y="20760"/>
                        <a:pt x="0" y="13371"/>
                      </a:cubicBezTo>
                      <a:cubicBezTo>
                        <a:pt x="0" y="5983"/>
                        <a:pt x="5776" y="0"/>
                        <a:pt x="12899" y="0"/>
                      </a:cubicBezTo>
                      <a:close/>
                    </a:path>
                  </a:pathLst>
                </a:custGeom>
                <a:grpFill/>
                <a:ln w="32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T America Regular"/>
                    <a:ea typeface="+mn-ea"/>
                    <a:cs typeface="+mn-cs"/>
                  </a:endParaRPr>
                </a:p>
              </p:txBody>
            </p:sp>
            <p:sp>
              <p:nvSpPr>
                <p:cNvPr id="30" name="Freeform 40">
                  <a:extLst>
                    <a:ext uri="{FF2B5EF4-FFF2-40B4-BE49-F238E27FC236}">
                      <a16:creationId xmlns:a16="http://schemas.microsoft.com/office/drawing/2014/main" id="{7EFCB24D-B507-CE7E-179C-54B5A344B44F}"/>
                    </a:ext>
                  </a:extLst>
                </p:cNvPr>
                <p:cNvSpPr/>
                <p:nvPr/>
              </p:nvSpPr>
              <p:spPr>
                <a:xfrm>
                  <a:off x="3797531" y="3171596"/>
                  <a:ext cx="25798" cy="26745"/>
                </a:xfrm>
                <a:custGeom>
                  <a:avLst/>
                  <a:gdLst>
                    <a:gd name="connsiteX0" fmla="*/ 12899 w 25798"/>
                    <a:gd name="connsiteY0" fmla="*/ 0 h 26745"/>
                    <a:gd name="connsiteX1" fmla="*/ 25798 w 25798"/>
                    <a:gd name="connsiteY1" fmla="*/ 13374 h 26745"/>
                    <a:gd name="connsiteX2" fmla="*/ 12899 w 25798"/>
                    <a:gd name="connsiteY2" fmla="*/ 26746 h 26745"/>
                    <a:gd name="connsiteX3" fmla="*/ 0 w 25798"/>
                    <a:gd name="connsiteY3" fmla="*/ 13374 h 26745"/>
                    <a:gd name="connsiteX4" fmla="*/ 12899 w 25798"/>
                    <a:gd name="connsiteY4" fmla="*/ 0 h 267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98" h="26745">
                      <a:moveTo>
                        <a:pt x="12899" y="0"/>
                      </a:moveTo>
                      <a:cubicBezTo>
                        <a:pt x="20022" y="0"/>
                        <a:pt x="25798" y="5989"/>
                        <a:pt x="25798" y="13374"/>
                      </a:cubicBezTo>
                      <a:cubicBezTo>
                        <a:pt x="25798" y="20760"/>
                        <a:pt x="20022" y="26746"/>
                        <a:pt x="12899" y="26746"/>
                      </a:cubicBezTo>
                      <a:cubicBezTo>
                        <a:pt x="5776" y="26746"/>
                        <a:pt x="0" y="20760"/>
                        <a:pt x="0" y="13374"/>
                      </a:cubicBezTo>
                      <a:cubicBezTo>
                        <a:pt x="0" y="5989"/>
                        <a:pt x="5776" y="0"/>
                        <a:pt x="12899" y="0"/>
                      </a:cubicBezTo>
                      <a:close/>
                    </a:path>
                  </a:pathLst>
                </a:custGeom>
                <a:grpFill/>
                <a:ln w="32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T America Regular"/>
                    <a:ea typeface="+mn-ea"/>
                    <a:cs typeface="+mn-cs"/>
                  </a:endParaRPr>
                </a:p>
              </p:txBody>
            </p:sp>
            <p:sp>
              <p:nvSpPr>
                <p:cNvPr id="31" name="Freeform 41">
                  <a:extLst>
                    <a:ext uri="{FF2B5EF4-FFF2-40B4-BE49-F238E27FC236}">
                      <a16:creationId xmlns:a16="http://schemas.microsoft.com/office/drawing/2014/main" id="{455233DA-322F-0CA8-DC26-2BB1B83871A4}"/>
                    </a:ext>
                  </a:extLst>
                </p:cNvPr>
                <p:cNvSpPr/>
                <p:nvPr/>
              </p:nvSpPr>
              <p:spPr>
                <a:xfrm>
                  <a:off x="3797531" y="3091353"/>
                  <a:ext cx="25798" cy="26748"/>
                </a:xfrm>
                <a:custGeom>
                  <a:avLst/>
                  <a:gdLst>
                    <a:gd name="connsiteX0" fmla="*/ 12899 w 25798"/>
                    <a:gd name="connsiteY0" fmla="*/ 0 h 26748"/>
                    <a:gd name="connsiteX1" fmla="*/ 25798 w 25798"/>
                    <a:gd name="connsiteY1" fmla="*/ 13374 h 26748"/>
                    <a:gd name="connsiteX2" fmla="*/ 12899 w 25798"/>
                    <a:gd name="connsiteY2" fmla="*/ 26749 h 26748"/>
                    <a:gd name="connsiteX3" fmla="*/ 0 w 25798"/>
                    <a:gd name="connsiteY3" fmla="*/ 13374 h 26748"/>
                    <a:gd name="connsiteX4" fmla="*/ 12899 w 25798"/>
                    <a:gd name="connsiteY4" fmla="*/ 0 h 267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98" h="26748">
                      <a:moveTo>
                        <a:pt x="12899" y="0"/>
                      </a:moveTo>
                      <a:cubicBezTo>
                        <a:pt x="20022" y="0"/>
                        <a:pt x="25798" y="5986"/>
                        <a:pt x="25798" y="13374"/>
                      </a:cubicBezTo>
                      <a:cubicBezTo>
                        <a:pt x="25798" y="20763"/>
                        <a:pt x="20022" y="26749"/>
                        <a:pt x="12899" y="26749"/>
                      </a:cubicBezTo>
                      <a:cubicBezTo>
                        <a:pt x="5776" y="26749"/>
                        <a:pt x="0" y="20760"/>
                        <a:pt x="0" y="13374"/>
                      </a:cubicBezTo>
                      <a:cubicBezTo>
                        <a:pt x="0" y="5989"/>
                        <a:pt x="5776" y="0"/>
                        <a:pt x="12899" y="0"/>
                      </a:cubicBezTo>
                      <a:close/>
                    </a:path>
                  </a:pathLst>
                </a:custGeom>
                <a:grpFill/>
                <a:ln w="32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T America Regular"/>
                    <a:ea typeface="+mn-ea"/>
                    <a:cs typeface="+mn-cs"/>
                  </a:endParaRPr>
                </a:p>
              </p:txBody>
            </p:sp>
            <p:sp>
              <p:nvSpPr>
                <p:cNvPr id="288" name="Freeform 42">
                  <a:extLst>
                    <a:ext uri="{FF2B5EF4-FFF2-40B4-BE49-F238E27FC236}">
                      <a16:creationId xmlns:a16="http://schemas.microsoft.com/office/drawing/2014/main" id="{1C62415C-378B-957D-BFA3-0F31DD85D6C7}"/>
                    </a:ext>
                  </a:extLst>
                </p:cNvPr>
                <p:cNvSpPr/>
                <p:nvPr/>
              </p:nvSpPr>
              <p:spPr>
                <a:xfrm>
                  <a:off x="3797531" y="3011110"/>
                  <a:ext cx="25798" cy="26748"/>
                </a:xfrm>
                <a:custGeom>
                  <a:avLst/>
                  <a:gdLst>
                    <a:gd name="connsiteX0" fmla="*/ 12899 w 25798"/>
                    <a:gd name="connsiteY0" fmla="*/ 0 h 26748"/>
                    <a:gd name="connsiteX1" fmla="*/ 25798 w 25798"/>
                    <a:gd name="connsiteY1" fmla="*/ 13374 h 26748"/>
                    <a:gd name="connsiteX2" fmla="*/ 12899 w 25798"/>
                    <a:gd name="connsiteY2" fmla="*/ 26749 h 26748"/>
                    <a:gd name="connsiteX3" fmla="*/ 0 w 25798"/>
                    <a:gd name="connsiteY3" fmla="*/ 13374 h 26748"/>
                    <a:gd name="connsiteX4" fmla="*/ 12899 w 25798"/>
                    <a:gd name="connsiteY4" fmla="*/ 0 h 267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98" h="26748">
                      <a:moveTo>
                        <a:pt x="12899" y="0"/>
                      </a:moveTo>
                      <a:cubicBezTo>
                        <a:pt x="20022" y="0"/>
                        <a:pt x="25798" y="5989"/>
                        <a:pt x="25798" y="13374"/>
                      </a:cubicBezTo>
                      <a:cubicBezTo>
                        <a:pt x="25798" y="20760"/>
                        <a:pt x="20022" y="26749"/>
                        <a:pt x="12899" y="26749"/>
                      </a:cubicBezTo>
                      <a:cubicBezTo>
                        <a:pt x="5776" y="26749"/>
                        <a:pt x="0" y="20760"/>
                        <a:pt x="0" y="13374"/>
                      </a:cubicBezTo>
                      <a:cubicBezTo>
                        <a:pt x="0" y="5989"/>
                        <a:pt x="5776" y="0"/>
                        <a:pt x="12899" y="0"/>
                      </a:cubicBezTo>
                      <a:close/>
                    </a:path>
                  </a:pathLst>
                </a:custGeom>
                <a:grpFill/>
                <a:ln w="32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T America Regular"/>
                    <a:ea typeface="+mn-ea"/>
                    <a:cs typeface="+mn-cs"/>
                  </a:endParaRPr>
                </a:p>
              </p:txBody>
            </p:sp>
            <p:sp>
              <p:nvSpPr>
                <p:cNvPr id="289" name="Freeform 43">
                  <a:extLst>
                    <a:ext uri="{FF2B5EF4-FFF2-40B4-BE49-F238E27FC236}">
                      <a16:creationId xmlns:a16="http://schemas.microsoft.com/office/drawing/2014/main" id="{1356024C-2603-2348-3A49-470ED65A20EE}"/>
                    </a:ext>
                  </a:extLst>
                </p:cNvPr>
                <p:cNvSpPr/>
                <p:nvPr/>
              </p:nvSpPr>
              <p:spPr>
                <a:xfrm>
                  <a:off x="3797531" y="2930868"/>
                  <a:ext cx="25798" cy="26744"/>
                </a:xfrm>
                <a:custGeom>
                  <a:avLst/>
                  <a:gdLst>
                    <a:gd name="connsiteX0" fmla="*/ 25798 w 25798"/>
                    <a:gd name="connsiteY0" fmla="*/ 13372 h 26744"/>
                    <a:gd name="connsiteX1" fmla="*/ 12899 w 25798"/>
                    <a:gd name="connsiteY1" fmla="*/ 26745 h 26744"/>
                    <a:gd name="connsiteX2" fmla="*/ 0 w 25798"/>
                    <a:gd name="connsiteY2" fmla="*/ 13372 h 26744"/>
                    <a:gd name="connsiteX3" fmla="*/ 12899 w 25798"/>
                    <a:gd name="connsiteY3" fmla="*/ 0 h 26744"/>
                    <a:gd name="connsiteX4" fmla="*/ 25798 w 25798"/>
                    <a:gd name="connsiteY4" fmla="*/ 13372 h 26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98" h="26744">
                      <a:moveTo>
                        <a:pt x="25798" y="13372"/>
                      </a:moveTo>
                      <a:cubicBezTo>
                        <a:pt x="25798" y="20758"/>
                        <a:pt x="20023" y="26745"/>
                        <a:pt x="12899" y="26745"/>
                      </a:cubicBezTo>
                      <a:cubicBezTo>
                        <a:pt x="5775" y="26745"/>
                        <a:pt x="0" y="20758"/>
                        <a:pt x="0" y="13372"/>
                      </a:cubicBezTo>
                      <a:cubicBezTo>
                        <a:pt x="0" y="5987"/>
                        <a:pt x="5775" y="0"/>
                        <a:pt x="12899" y="0"/>
                      </a:cubicBezTo>
                      <a:cubicBezTo>
                        <a:pt x="20023" y="0"/>
                        <a:pt x="25798" y="5987"/>
                        <a:pt x="25798" y="13372"/>
                      </a:cubicBezTo>
                      <a:close/>
                    </a:path>
                  </a:pathLst>
                </a:custGeom>
                <a:grpFill/>
                <a:ln w="32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T America Regular"/>
                    <a:ea typeface="+mn-ea"/>
                    <a:cs typeface="+mn-cs"/>
                  </a:endParaRPr>
                </a:p>
              </p:txBody>
            </p:sp>
          </p:grpSp>
          <p:sp>
            <p:nvSpPr>
              <p:cNvPr id="26" name="Freeform 36">
                <a:extLst>
                  <a:ext uri="{FF2B5EF4-FFF2-40B4-BE49-F238E27FC236}">
                    <a16:creationId xmlns:a16="http://schemas.microsoft.com/office/drawing/2014/main" id="{AF77D268-B6C7-9C89-8C31-6B850C5C0D32}"/>
                  </a:ext>
                </a:extLst>
              </p:cNvPr>
              <p:cNvSpPr/>
              <p:nvPr/>
            </p:nvSpPr>
            <p:spPr>
              <a:xfrm>
                <a:off x="3797531" y="2513375"/>
                <a:ext cx="2676820" cy="3571996"/>
              </a:xfrm>
              <a:custGeom>
                <a:avLst/>
                <a:gdLst>
                  <a:gd name="connsiteX0" fmla="*/ 1702850 w 2676820"/>
                  <a:gd name="connsiteY0" fmla="*/ 3571996 h 3571996"/>
                  <a:gd name="connsiteX1" fmla="*/ 141876 w 2676820"/>
                  <a:gd name="connsiteY1" fmla="*/ 3571996 h 3571996"/>
                  <a:gd name="connsiteX2" fmla="*/ 0 w 2676820"/>
                  <a:gd name="connsiteY2" fmla="*/ 3430161 h 3571996"/>
                  <a:gd name="connsiteX3" fmla="*/ 0 w 2676820"/>
                  <a:gd name="connsiteY3" fmla="*/ 979194 h 3571996"/>
                  <a:gd name="connsiteX4" fmla="*/ 12899 w 2676820"/>
                  <a:gd name="connsiteY4" fmla="*/ 966300 h 3571996"/>
                  <a:gd name="connsiteX5" fmla="*/ 25798 w 2676820"/>
                  <a:gd name="connsiteY5" fmla="*/ 979194 h 3571996"/>
                  <a:gd name="connsiteX6" fmla="*/ 25798 w 2676820"/>
                  <a:gd name="connsiteY6" fmla="*/ 3430161 h 3571996"/>
                  <a:gd name="connsiteX7" fmla="*/ 141876 w 2676820"/>
                  <a:gd name="connsiteY7" fmla="*/ 3546208 h 3571996"/>
                  <a:gd name="connsiteX8" fmla="*/ 1702850 w 2676820"/>
                  <a:gd name="connsiteY8" fmla="*/ 3546208 h 3571996"/>
                  <a:gd name="connsiteX9" fmla="*/ 1818941 w 2676820"/>
                  <a:gd name="connsiteY9" fmla="*/ 3481512 h 3571996"/>
                  <a:gd name="connsiteX10" fmla="*/ 1818941 w 2676820"/>
                  <a:gd name="connsiteY10" fmla="*/ 193412 h 3571996"/>
                  <a:gd name="connsiteX11" fmla="*/ 1960830 w 2676820"/>
                  <a:gd name="connsiteY11" fmla="*/ 0 h 3571996"/>
                  <a:gd name="connsiteX12" fmla="*/ 2534932 w 2676820"/>
                  <a:gd name="connsiteY12" fmla="*/ 0 h 3571996"/>
                  <a:gd name="connsiteX13" fmla="*/ 2676821 w 2676820"/>
                  <a:gd name="connsiteY13" fmla="*/ 141835 h 3571996"/>
                  <a:gd name="connsiteX14" fmla="*/ 2676821 w 2676820"/>
                  <a:gd name="connsiteY14" fmla="*/ 363191 h 3571996"/>
                  <a:gd name="connsiteX15" fmla="*/ 2663922 w 2676820"/>
                  <a:gd name="connsiteY15" fmla="*/ 376085 h 3571996"/>
                  <a:gd name="connsiteX16" fmla="*/ 2651023 w 2676820"/>
                  <a:gd name="connsiteY16" fmla="*/ 363191 h 3571996"/>
                  <a:gd name="connsiteX17" fmla="*/ 2651023 w 2676820"/>
                  <a:gd name="connsiteY17" fmla="*/ 141835 h 3571996"/>
                  <a:gd name="connsiteX18" fmla="*/ 2534932 w 2676820"/>
                  <a:gd name="connsiteY18" fmla="*/ 25788 h 3571996"/>
                  <a:gd name="connsiteX19" fmla="*/ 1960830 w 2676820"/>
                  <a:gd name="connsiteY19" fmla="*/ 25788 h 3571996"/>
                  <a:gd name="connsiteX20" fmla="*/ 1844739 w 2676820"/>
                  <a:gd name="connsiteY20" fmla="*/ 193412 h 3571996"/>
                  <a:gd name="connsiteX21" fmla="*/ 1844739 w 2676820"/>
                  <a:gd name="connsiteY21" fmla="*/ 3481737 h 3571996"/>
                  <a:gd name="connsiteX22" fmla="*/ 1702850 w 2676820"/>
                  <a:gd name="connsiteY22" fmla="*/ 3571996 h 3571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676820" h="3571996">
                    <a:moveTo>
                      <a:pt x="1702850" y="3571996"/>
                    </a:moveTo>
                    <a:lnTo>
                      <a:pt x="141876" y="3571996"/>
                    </a:lnTo>
                    <a:cubicBezTo>
                      <a:pt x="63644" y="3571996"/>
                      <a:pt x="0" y="3508364"/>
                      <a:pt x="0" y="3430161"/>
                    </a:cubicBezTo>
                    <a:lnTo>
                      <a:pt x="0" y="979194"/>
                    </a:lnTo>
                    <a:cubicBezTo>
                      <a:pt x="0" y="972074"/>
                      <a:pt x="5776" y="966300"/>
                      <a:pt x="12899" y="966300"/>
                    </a:cubicBezTo>
                    <a:cubicBezTo>
                      <a:pt x="20022" y="966300"/>
                      <a:pt x="25798" y="972074"/>
                      <a:pt x="25798" y="979194"/>
                    </a:cubicBezTo>
                    <a:lnTo>
                      <a:pt x="25798" y="3430161"/>
                    </a:lnTo>
                    <a:cubicBezTo>
                      <a:pt x="25798" y="3494148"/>
                      <a:pt x="77865" y="3546208"/>
                      <a:pt x="141876" y="3546208"/>
                    </a:cubicBezTo>
                    <a:lnTo>
                      <a:pt x="1702850" y="3546208"/>
                    </a:lnTo>
                    <a:cubicBezTo>
                      <a:pt x="1767860" y="3546208"/>
                      <a:pt x="1817425" y="3494019"/>
                      <a:pt x="1818941" y="3481512"/>
                    </a:cubicBezTo>
                    <a:lnTo>
                      <a:pt x="1818941" y="193412"/>
                    </a:lnTo>
                    <a:cubicBezTo>
                      <a:pt x="1818941" y="50808"/>
                      <a:pt x="1892239" y="0"/>
                      <a:pt x="1960830" y="0"/>
                    </a:cubicBezTo>
                    <a:lnTo>
                      <a:pt x="2534932" y="0"/>
                    </a:lnTo>
                    <a:cubicBezTo>
                      <a:pt x="2613165" y="0"/>
                      <a:pt x="2676821" y="63627"/>
                      <a:pt x="2676821" y="141835"/>
                    </a:cubicBezTo>
                    <a:lnTo>
                      <a:pt x="2676821" y="363191"/>
                    </a:lnTo>
                    <a:cubicBezTo>
                      <a:pt x="2676821" y="370312"/>
                      <a:pt x="2671049" y="376085"/>
                      <a:pt x="2663922" y="376085"/>
                    </a:cubicBezTo>
                    <a:cubicBezTo>
                      <a:pt x="2656796" y="376085"/>
                      <a:pt x="2651023" y="370312"/>
                      <a:pt x="2651023" y="363191"/>
                    </a:cubicBezTo>
                    <a:lnTo>
                      <a:pt x="2651023" y="141835"/>
                    </a:lnTo>
                    <a:cubicBezTo>
                      <a:pt x="2651023" y="77846"/>
                      <a:pt x="2598944" y="25788"/>
                      <a:pt x="2534932" y="25788"/>
                    </a:cubicBezTo>
                    <a:lnTo>
                      <a:pt x="1960830" y="25788"/>
                    </a:lnTo>
                    <a:cubicBezTo>
                      <a:pt x="1889208" y="25788"/>
                      <a:pt x="1844739" y="90016"/>
                      <a:pt x="1844739" y="193412"/>
                    </a:cubicBezTo>
                    <a:lnTo>
                      <a:pt x="1844739" y="3481737"/>
                    </a:lnTo>
                    <a:cubicBezTo>
                      <a:pt x="1844739" y="3510685"/>
                      <a:pt x="1777599" y="3571996"/>
                      <a:pt x="1702850" y="3571996"/>
                    </a:cubicBezTo>
                    <a:close/>
                  </a:path>
                </a:pathLst>
              </a:custGeom>
              <a:grpFill/>
              <a:ln w="32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T America Regular"/>
                  <a:ea typeface="+mn-ea"/>
                  <a:cs typeface="+mn-cs"/>
                </a:endParaRPr>
              </a:p>
            </p:txBody>
          </p:sp>
        </p:grpSp>
        <p:grpSp>
          <p:nvGrpSpPr>
            <p:cNvPr id="5" name="Graphic 17">
              <a:extLst>
                <a:ext uri="{FF2B5EF4-FFF2-40B4-BE49-F238E27FC236}">
                  <a16:creationId xmlns:a16="http://schemas.microsoft.com/office/drawing/2014/main" id="{14F01AA6-72B2-CD21-47D9-0ED023C74A8E}"/>
                </a:ext>
              </a:extLst>
            </p:cNvPr>
            <p:cNvGrpSpPr/>
            <p:nvPr/>
          </p:nvGrpSpPr>
          <p:grpSpPr>
            <a:xfrm>
              <a:off x="6163168" y="2629499"/>
              <a:ext cx="2676801" cy="3435905"/>
              <a:chOff x="6448554" y="2513375"/>
              <a:chExt cx="2676801" cy="3571996"/>
            </a:xfrm>
            <a:solidFill>
              <a:schemeClr val="accent1"/>
            </a:solidFill>
          </p:grpSpPr>
          <p:grpSp>
            <p:nvGrpSpPr>
              <p:cNvPr id="16" name="Graphic 17">
                <a:extLst>
                  <a:ext uri="{FF2B5EF4-FFF2-40B4-BE49-F238E27FC236}">
                    <a16:creationId xmlns:a16="http://schemas.microsoft.com/office/drawing/2014/main" id="{412BC94B-435E-81A2-5FC4-D8FEB71536C9}"/>
                  </a:ext>
                </a:extLst>
              </p:cNvPr>
              <p:cNvGrpSpPr/>
              <p:nvPr/>
            </p:nvGrpSpPr>
            <p:grpSpPr>
              <a:xfrm>
                <a:off x="6448554" y="2930062"/>
                <a:ext cx="25798" cy="508204"/>
                <a:chOff x="6448554" y="2930062"/>
                <a:chExt cx="25798" cy="508204"/>
              </a:xfrm>
              <a:grpFill/>
            </p:grpSpPr>
            <p:sp>
              <p:nvSpPr>
                <p:cNvPr id="18" name="Freeform 47">
                  <a:extLst>
                    <a:ext uri="{FF2B5EF4-FFF2-40B4-BE49-F238E27FC236}">
                      <a16:creationId xmlns:a16="http://schemas.microsoft.com/office/drawing/2014/main" id="{24B8339B-7FE3-096C-4114-2924259E4C90}"/>
                    </a:ext>
                  </a:extLst>
                </p:cNvPr>
                <p:cNvSpPr/>
                <p:nvPr/>
              </p:nvSpPr>
              <p:spPr>
                <a:xfrm>
                  <a:off x="6448554" y="3411522"/>
                  <a:ext cx="25798" cy="26744"/>
                </a:xfrm>
                <a:custGeom>
                  <a:avLst/>
                  <a:gdLst>
                    <a:gd name="connsiteX0" fmla="*/ 25798 w 25798"/>
                    <a:gd name="connsiteY0" fmla="*/ 13372 h 26744"/>
                    <a:gd name="connsiteX1" fmla="*/ 12899 w 25798"/>
                    <a:gd name="connsiteY1" fmla="*/ 26745 h 26744"/>
                    <a:gd name="connsiteX2" fmla="*/ 0 w 25798"/>
                    <a:gd name="connsiteY2" fmla="*/ 13372 h 26744"/>
                    <a:gd name="connsiteX3" fmla="*/ 12899 w 25798"/>
                    <a:gd name="connsiteY3" fmla="*/ 0 h 26744"/>
                    <a:gd name="connsiteX4" fmla="*/ 25798 w 25798"/>
                    <a:gd name="connsiteY4" fmla="*/ 13372 h 26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98" h="26744">
                      <a:moveTo>
                        <a:pt x="25798" y="13372"/>
                      </a:moveTo>
                      <a:cubicBezTo>
                        <a:pt x="25798" y="20758"/>
                        <a:pt x="20023" y="26745"/>
                        <a:pt x="12899" y="26745"/>
                      </a:cubicBezTo>
                      <a:cubicBezTo>
                        <a:pt x="5775" y="26745"/>
                        <a:pt x="0" y="20758"/>
                        <a:pt x="0" y="13372"/>
                      </a:cubicBezTo>
                      <a:cubicBezTo>
                        <a:pt x="0" y="5987"/>
                        <a:pt x="5775" y="0"/>
                        <a:pt x="12899" y="0"/>
                      </a:cubicBezTo>
                      <a:cubicBezTo>
                        <a:pt x="20023" y="0"/>
                        <a:pt x="25798" y="5987"/>
                        <a:pt x="25798" y="13372"/>
                      </a:cubicBezTo>
                      <a:close/>
                    </a:path>
                  </a:pathLst>
                </a:custGeom>
                <a:grpFill/>
                <a:ln w="32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T America Regular"/>
                    <a:ea typeface="+mn-ea"/>
                    <a:cs typeface="+mn-cs"/>
                  </a:endParaRPr>
                </a:p>
              </p:txBody>
            </p:sp>
            <p:sp>
              <p:nvSpPr>
                <p:cNvPr id="19" name="Freeform 48">
                  <a:extLst>
                    <a:ext uri="{FF2B5EF4-FFF2-40B4-BE49-F238E27FC236}">
                      <a16:creationId xmlns:a16="http://schemas.microsoft.com/office/drawing/2014/main" id="{7F323AF2-BD1D-FD21-5AC3-1EED6B6A9423}"/>
                    </a:ext>
                  </a:extLst>
                </p:cNvPr>
                <p:cNvSpPr/>
                <p:nvPr/>
              </p:nvSpPr>
              <p:spPr>
                <a:xfrm>
                  <a:off x="6448554" y="3331277"/>
                  <a:ext cx="25798" cy="26745"/>
                </a:xfrm>
                <a:custGeom>
                  <a:avLst/>
                  <a:gdLst>
                    <a:gd name="connsiteX0" fmla="*/ 12899 w 25798"/>
                    <a:gd name="connsiteY0" fmla="*/ 0 h 26745"/>
                    <a:gd name="connsiteX1" fmla="*/ 25798 w 25798"/>
                    <a:gd name="connsiteY1" fmla="*/ 13374 h 26745"/>
                    <a:gd name="connsiteX2" fmla="*/ 12899 w 25798"/>
                    <a:gd name="connsiteY2" fmla="*/ 26746 h 26745"/>
                    <a:gd name="connsiteX3" fmla="*/ 0 w 25798"/>
                    <a:gd name="connsiteY3" fmla="*/ 13374 h 26745"/>
                    <a:gd name="connsiteX4" fmla="*/ 12899 w 25798"/>
                    <a:gd name="connsiteY4" fmla="*/ 0 h 267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98" h="26745">
                      <a:moveTo>
                        <a:pt x="12899" y="0"/>
                      </a:moveTo>
                      <a:cubicBezTo>
                        <a:pt x="20026" y="0"/>
                        <a:pt x="25798" y="5989"/>
                        <a:pt x="25798" y="13374"/>
                      </a:cubicBezTo>
                      <a:cubicBezTo>
                        <a:pt x="25798" y="20760"/>
                        <a:pt x="20026" y="26746"/>
                        <a:pt x="12899" y="26746"/>
                      </a:cubicBezTo>
                      <a:cubicBezTo>
                        <a:pt x="5772" y="26746"/>
                        <a:pt x="0" y="20760"/>
                        <a:pt x="0" y="13374"/>
                      </a:cubicBezTo>
                      <a:cubicBezTo>
                        <a:pt x="0" y="5989"/>
                        <a:pt x="5772" y="0"/>
                        <a:pt x="12899" y="0"/>
                      </a:cubicBezTo>
                      <a:close/>
                    </a:path>
                  </a:pathLst>
                </a:custGeom>
                <a:grpFill/>
                <a:ln w="32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T America Regular"/>
                    <a:ea typeface="+mn-ea"/>
                    <a:cs typeface="+mn-cs"/>
                  </a:endParaRPr>
                </a:p>
              </p:txBody>
            </p:sp>
            <p:sp>
              <p:nvSpPr>
                <p:cNvPr id="20" name="Freeform 49">
                  <a:extLst>
                    <a:ext uri="{FF2B5EF4-FFF2-40B4-BE49-F238E27FC236}">
                      <a16:creationId xmlns:a16="http://schemas.microsoft.com/office/drawing/2014/main" id="{1826A281-02DA-2C06-E3E5-BA792330246C}"/>
                    </a:ext>
                  </a:extLst>
                </p:cNvPr>
                <p:cNvSpPr/>
                <p:nvPr/>
              </p:nvSpPr>
              <p:spPr>
                <a:xfrm>
                  <a:off x="6448554" y="3251033"/>
                  <a:ext cx="25798" cy="26748"/>
                </a:xfrm>
                <a:custGeom>
                  <a:avLst/>
                  <a:gdLst>
                    <a:gd name="connsiteX0" fmla="*/ 12899 w 25798"/>
                    <a:gd name="connsiteY0" fmla="*/ 0 h 26748"/>
                    <a:gd name="connsiteX1" fmla="*/ 25798 w 25798"/>
                    <a:gd name="connsiteY1" fmla="*/ 13371 h 26748"/>
                    <a:gd name="connsiteX2" fmla="*/ 12899 w 25798"/>
                    <a:gd name="connsiteY2" fmla="*/ 26749 h 26748"/>
                    <a:gd name="connsiteX3" fmla="*/ 0 w 25798"/>
                    <a:gd name="connsiteY3" fmla="*/ 13371 h 26748"/>
                    <a:gd name="connsiteX4" fmla="*/ 12899 w 25798"/>
                    <a:gd name="connsiteY4" fmla="*/ 0 h 267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98" h="26748">
                      <a:moveTo>
                        <a:pt x="12899" y="0"/>
                      </a:moveTo>
                      <a:cubicBezTo>
                        <a:pt x="20026" y="0"/>
                        <a:pt x="25798" y="5986"/>
                        <a:pt x="25798" y="13371"/>
                      </a:cubicBezTo>
                      <a:cubicBezTo>
                        <a:pt x="25798" y="20756"/>
                        <a:pt x="20026" y="26749"/>
                        <a:pt x="12899" y="26749"/>
                      </a:cubicBezTo>
                      <a:cubicBezTo>
                        <a:pt x="5772" y="26749"/>
                        <a:pt x="0" y="20760"/>
                        <a:pt x="0" y="13371"/>
                      </a:cubicBezTo>
                      <a:cubicBezTo>
                        <a:pt x="0" y="5983"/>
                        <a:pt x="5772" y="0"/>
                        <a:pt x="12899" y="0"/>
                      </a:cubicBezTo>
                      <a:close/>
                    </a:path>
                  </a:pathLst>
                </a:custGeom>
                <a:grpFill/>
                <a:ln w="32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T America Regular"/>
                    <a:ea typeface="+mn-ea"/>
                    <a:cs typeface="+mn-cs"/>
                  </a:endParaRPr>
                </a:p>
              </p:txBody>
            </p:sp>
            <p:sp>
              <p:nvSpPr>
                <p:cNvPr id="21" name="Freeform 50">
                  <a:extLst>
                    <a:ext uri="{FF2B5EF4-FFF2-40B4-BE49-F238E27FC236}">
                      <a16:creationId xmlns:a16="http://schemas.microsoft.com/office/drawing/2014/main" id="{4DE07563-FD05-B962-176B-70619784545D}"/>
                    </a:ext>
                  </a:extLst>
                </p:cNvPr>
                <p:cNvSpPr/>
                <p:nvPr/>
              </p:nvSpPr>
              <p:spPr>
                <a:xfrm>
                  <a:off x="6448554" y="3170790"/>
                  <a:ext cx="25798" cy="26745"/>
                </a:xfrm>
                <a:custGeom>
                  <a:avLst/>
                  <a:gdLst>
                    <a:gd name="connsiteX0" fmla="*/ 12899 w 25798"/>
                    <a:gd name="connsiteY0" fmla="*/ 0 h 26745"/>
                    <a:gd name="connsiteX1" fmla="*/ 25798 w 25798"/>
                    <a:gd name="connsiteY1" fmla="*/ 13374 h 26745"/>
                    <a:gd name="connsiteX2" fmla="*/ 12899 w 25798"/>
                    <a:gd name="connsiteY2" fmla="*/ 26746 h 26745"/>
                    <a:gd name="connsiteX3" fmla="*/ 0 w 25798"/>
                    <a:gd name="connsiteY3" fmla="*/ 13374 h 26745"/>
                    <a:gd name="connsiteX4" fmla="*/ 12899 w 25798"/>
                    <a:gd name="connsiteY4" fmla="*/ 0 h 267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98" h="26745">
                      <a:moveTo>
                        <a:pt x="12899" y="0"/>
                      </a:moveTo>
                      <a:cubicBezTo>
                        <a:pt x="20026" y="0"/>
                        <a:pt x="25798" y="5989"/>
                        <a:pt x="25798" y="13374"/>
                      </a:cubicBezTo>
                      <a:cubicBezTo>
                        <a:pt x="25798" y="20760"/>
                        <a:pt x="20026" y="26746"/>
                        <a:pt x="12899" y="26746"/>
                      </a:cubicBezTo>
                      <a:cubicBezTo>
                        <a:pt x="5772" y="26746"/>
                        <a:pt x="0" y="20760"/>
                        <a:pt x="0" y="13374"/>
                      </a:cubicBezTo>
                      <a:cubicBezTo>
                        <a:pt x="0" y="5989"/>
                        <a:pt x="5772" y="0"/>
                        <a:pt x="12899" y="0"/>
                      </a:cubicBezTo>
                      <a:close/>
                    </a:path>
                  </a:pathLst>
                </a:custGeom>
                <a:grpFill/>
                <a:ln w="32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T America Regular"/>
                    <a:ea typeface="+mn-ea"/>
                    <a:cs typeface="+mn-cs"/>
                  </a:endParaRPr>
                </a:p>
              </p:txBody>
            </p:sp>
            <p:sp>
              <p:nvSpPr>
                <p:cNvPr id="22" name="Freeform 51">
                  <a:extLst>
                    <a:ext uri="{FF2B5EF4-FFF2-40B4-BE49-F238E27FC236}">
                      <a16:creationId xmlns:a16="http://schemas.microsoft.com/office/drawing/2014/main" id="{F859EEDC-E404-8A6A-3BA6-B432B73606BC}"/>
                    </a:ext>
                  </a:extLst>
                </p:cNvPr>
                <p:cNvSpPr/>
                <p:nvPr/>
              </p:nvSpPr>
              <p:spPr>
                <a:xfrm>
                  <a:off x="6448554" y="3090547"/>
                  <a:ext cx="25798" cy="26748"/>
                </a:xfrm>
                <a:custGeom>
                  <a:avLst/>
                  <a:gdLst>
                    <a:gd name="connsiteX0" fmla="*/ 12899 w 25798"/>
                    <a:gd name="connsiteY0" fmla="*/ 0 h 26748"/>
                    <a:gd name="connsiteX1" fmla="*/ 25798 w 25798"/>
                    <a:gd name="connsiteY1" fmla="*/ 13374 h 26748"/>
                    <a:gd name="connsiteX2" fmla="*/ 12899 w 25798"/>
                    <a:gd name="connsiteY2" fmla="*/ 26749 h 26748"/>
                    <a:gd name="connsiteX3" fmla="*/ 0 w 25798"/>
                    <a:gd name="connsiteY3" fmla="*/ 13374 h 26748"/>
                    <a:gd name="connsiteX4" fmla="*/ 12899 w 25798"/>
                    <a:gd name="connsiteY4" fmla="*/ 0 h 267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98" h="26748">
                      <a:moveTo>
                        <a:pt x="12899" y="0"/>
                      </a:moveTo>
                      <a:cubicBezTo>
                        <a:pt x="20026" y="0"/>
                        <a:pt x="25798" y="5986"/>
                        <a:pt x="25798" y="13374"/>
                      </a:cubicBezTo>
                      <a:cubicBezTo>
                        <a:pt x="25798" y="20763"/>
                        <a:pt x="20026" y="26749"/>
                        <a:pt x="12899" y="26749"/>
                      </a:cubicBezTo>
                      <a:cubicBezTo>
                        <a:pt x="5772" y="26749"/>
                        <a:pt x="0" y="20760"/>
                        <a:pt x="0" y="13374"/>
                      </a:cubicBezTo>
                      <a:cubicBezTo>
                        <a:pt x="0" y="5989"/>
                        <a:pt x="5772" y="0"/>
                        <a:pt x="12899" y="0"/>
                      </a:cubicBezTo>
                      <a:close/>
                    </a:path>
                  </a:pathLst>
                </a:custGeom>
                <a:grpFill/>
                <a:ln w="32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T America Regular"/>
                    <a:ea typeface="+mn-ea"/>
                    <a:cs typeface="+mn-cs"/>
                  </a:endParaRPr>
                </a:p>
              </p:txBody>
            </p:sp>
            <p:sp>
              <p:nvSpPr>
                <p:cNvPr id="23" name="Freeform 52">
                  <a:extLst>
                    <a:ext uri="{FF2B5EF4-FFF2-40B4-BE49-F238E27FC236}">
                      <a16:creationId xmlns:a16="http://schemas.microsoft.com/office/drawing/2014/main" id="{A16998D8-2B7D-87CF-719D-CAC7FD4DC2C7}"/>
                    </a:ext>
                  </a:extLst>
                </p:cNvPr>
                <p:cNvSpPr/>
                <p:nvPr/>
              </p:nvSpPr>
              <p:spPr>
                <a:xfrm>
                  <a:off x="6448554" y="3010304"/>
                  <a:ext cx="25798" cy="26748"/>
                </a:xfrm>
                <a:custGeom>
                  <a:avLst/>
                  <a:gdLst>
                    <a:gd name="connsiteX0" fmla="*/ 12899 w 25798"/>
                    <a:gd name="connsiteY0" fmla="*/ 0 h 26748"/>
                    <a:gd name="connsiteX1" fmla="*/ 25798 w 25798"/>
                    <a:gd name="connsiteY1" fmla="*/ 13374 h 26748"/>
                    <a:gd name="connsiteX2" fmla="*/ 12899 w 25798"/>
                    <a:gd name="connsiteY2" fmla="*/ 26749 h 26748"/>
                    <a:gd name="connsiteX3" fmla="*/ 0 w 25798"/>
                    <a:gd name="connsiteY3" fmla="*/ 13374 h 26748"/>
                    <a:gd name="connsiteX4" fmla="*/ 12899 w 25798"/>
                    <a:gd name="connsiteY4" fmla="*/ 0 h 267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98" h="26748">
                      <a:moveTo>
                        <a:pt x="12899" y="0"/>
                      </a:moveTo>
                      <a:cubicBezTo>
                        <a:pt x="20026" y="0"/>
                        <a:pt x="25798" y="5989"/>
                        <a:pt x="25798" y="13374"/>
                      </a:cubicBezTo>
                      <a:cubicBezTo>
                        <a:pt x="25798" y="20760"/>
                        <a:pt x="20026" y="26749"/>
                        <a:pt x="12899" y="26749"/>
                      </a:cubicBezTo>
                      <a:cubicBezTo>
                        <a:pt x="5772" y="26749"/>
                        <a:pt x="0" y="20760"/>
                        <a:pt x="0" y="13374"/>
                      </a:cubicBezTo>
                      <a:cubicBezTo>
                        <a:pt x="0" y="5989"/>
                        <a:pt x="5772" y="0"/>
                        <a:pt x="12899" y="0"/>
                      </a:cubicBezTo>
                      <a:close/>
                    </a:path>
                  </a:pathLst>
                </a:custGeom>
                <a:grpFill/>
                <a:ln w="32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T America Regular"/>
                    <a:ea typeface="+mn-ea"/>
                    <a:cs typeface="+mn-cs"/>
                  </a:endParaRPr>
                </a:p>
              </p:txBody>
            </p:sp>
            <p:sp>
              <p:nvSpPr>
                <p:cNvPr id="24" name="Freeform 53">
                  <a:extLst>
                    <a:ext uri="{FF2B5EF4-FFF2-40B4-BE49-F238E27FC236}">
                      <a16:creationId xmlns:a16="http://schemas.microsoft.com/office/drawing/2014/main" id="{01C452D6-605A-AE8A-8C20-C585346BF991}"/>
                    </a:ext>
                  </a:extLst>
                </p:cNvPr>
                <p:cNvSpPr/>
                <p:nvPr/>
              </p:nvSpPr>
              <p:spPr>
                <a:xfrm>
                  <a:off x="6448554" y="2930062"/>
                  <a:ext cx="25798" cy="26744"/>
                </a:xfrm>
                <a:custGeom>
                  <a:avLst/>
                  <a:gdLst>
                    <a:gd name="connsiteX0" fmla="*/ 25798 w 25798"/>
                    <a:gd name="connsiteY0" fmla="*/ 13372 h 26744"/>
                    <a:gd name="connsiteX1" fmla="*/ 12899 w 25798"/>
                    <a:gd name="connsiteY1" fmla="*/ 26745 h 26744"/>
                    <a:gd name="connsiteX2" fmla="*/ 0 w 25798"/>
                    <a:gd name="connsiteY2" fmla="*/ 13372 h 26744"/>
                    <a:gd name="connsiteX3" fmla="*/ 12899 w 25798"/>
                    <a:gd name="connsiteY3" fmla="*/ 0 h 26744"/>
                    <a:gd name="connsiteX4" fmla="*/ 25798 w 25798"/>
                    <a:gd name="connsiteY4" fmla="*/ 13372 h 26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98" h="26744">
                      <a:moveTo>
                        <a:pt x="25798" y="13372"/>
                      </a:moveTo>
                      <a:cubicBezTo>
                        <a:pt x="25798" y="20758"/>
                        <a:pt x="20023" y="26745"/>
                        <a:pt x="12899" y="26745"/>
                      </a:cubicBezTo>
                      <a:cubicBezTo>
                        <a:pt x="5775" y="26745"/>
                        <a:pt x="0" y="20758"/>
                        <a:pt x="0" y="13372"/>
                      </a:cubicBezTo>
                      <a:cubicBezTo>
                        <a:pt x="0" y="5987"/>
                        <a:pt x="5775" y="0"/>
                        <a:pt x="12899" y="0"/>
                      </a:cubicBezTo>
                      <a:cubicBezTo>
                        <a:pt x="20023" y="0"/>
                        <a:pt x="25798" y="5987"/>
                        <a:pt x="25798" y="13372"/>
                      </a:cubicBezTo>
                      <a:close/>
                    </a:path>
                  </a:pathLst>
                </a:custGeom>
                <a:grpFill/>
                <a:ln w="32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T America Regular"/>
                    <a:ea typeface="+mn-ea"/>
                    <a:cs typeface="+mn-cs"/>
                  </a:endParaRPr>
                </a:p>
              </p:txBody>
            </p:sp>
          </p:grpSp>
          <p:sp>
            <p:nvSpPr>
              <p:cNvPr id="17" name="Freeform 46">
                <a:extLst>
                  <a:ext uri="{FF2B5EF4-FFF2-40B4-BE49-F238E27FC236}">
                    <a16:creationId xmlns:a16="http://schemas.microsoft.com/office/drawing/2014/main" id="{1251CC6E-3898-1552-4A69-5A21B3B9204A}"/>
                  </a:ext>
                </a:extLst>
              </p:cNvPr>
              <p:cNvSpPr/>
              <p:nvPr/>
            </p:nvSpPr>
            <p:spPr>
              <a:xfrm>
                <a:off x="6448554" y="2513375"/>
                <a:ext cx="2676801" cy="3571996"/>
              </a:xfrm>
              <a:custGeom>
                <a:avLst/>
                <a:gdLst>
                  <a:gd name="connsiteX0" fmla="*/ 1702831 w 2676801"/>
                  <a:gd name="connsiteY0" fmla="*/ 3571996 h 3571996"/>
                  <a:gd name="connsiteX1" fmla="*/ 141889 w 2676801"/>
                  <a:gd name="connsiteY1" fmla="*/ 3571996 h 3571996"/>
                  <a:gd name="connsiteX2" fmla="*/ 0 w 2676801"/>
                  <a:gd name="connsiteY2" fmla="*/ 3430161 h 3571996"/>
                  <a:gd name="connsiteX3" fmla="*/ 0 w 2676801"/>
                  <a:gd name="connsiteY3" fmla="*/ 978388 h 3571996"/>
                  <a:gd name="connsiteX4" fmla="*/ 12899 w 2676801"/>
                  <a:gd name="connsiteY4" fmla="*/ 965494 h 3571996"/>
                  <a:gd name="connsiteX5" fmla="*/ 25798 w 2676801"/>
                  <a:gd name="connsiteY5" fmla="*/ 978388 h 3571996"/>
                  <a:gd name="connsiteX6" fmla="*/ 25798 w 2676801"/>
                  <a:gd name="connsiteY6" fmla="*/ 3430161 h 3571996"/>
                  <a:gd name="connsiteX7" fmla="*/ 141889 w 2676801"/>
                  <a:gd name="connsiteY7" fmla="*/ 3546208 h 3571996"/>
                  <a:gd name="connsiteX8" fmla="*/ 1702831 w 2676801"/>
                  <a:gd name="connsiteY8" fmla="*/ 3546208 h 3571996"/>
                  <a:gd name="connsiteX9" fmla="*/ 1818922 w 2676801"/>
                  <a:gd name="connsiteY9" fmla="*/ 3481512 h 3571996"/>
                  <a:gd name="connsiteX10" fmla="*/ 1818922 w 2676801"/>
                  <a:gd name="connsiteY10" fmla="*/ 193412 h 3571996"/>
                  <a:gd name="connsiteX11" fmla="*/ 1960811 w 2676801"/>
                  <a:gd name="connsiteY11" fmla="*/ 0 h 3571996"/>
                  <a:gd name="connsiteX12" fmla="*/ 2534913 w 2676801"/>
                  <a:gd name="connsiteY12" fmla="*/ 0 h 3571996"/>
                  <a:gd name="connsiteX13" fmla="*/ 2676802 w 2676801"/>
                  <a:gd name="connsiteY13" fmla="*/ 141835 h 3571996"/>
                  <a:gd name="connsiteX14" fmla="*/ 2676802 w 2676801"/>
                  <a:gd name="connsiteY14" fmla="*/ 363997 h 3571996"/>
                  <a:gd name="connsiteX15" fmla="*/ 2663903 w 2676801"/>
                  <a:gd name="connsiteY15" fmla="*/ 376891 h 3571996"/>
                  <a:gd name="connsiteX16" fmla="*/ 2651004 w 2676801"/>
                  <a:gd name="connsiteY16" fmla="*/ 363997 h 3571996"/>
                  <a:gd name="connsiteX17" fmla="*/ 2651004 w 2676801"/>
                  <a:gd name="connsiteY17" fmla="*/ 141835 h 3571996"/>
                  <a:gd name="connsiteX18" fmla="*/ 2534913 w 2676801"/>
                  <a:gd name="connsiteY18" fmla="*/ 25788 h 3571996"/>
                  <a:gd name="connsiteX19" fmla="*/ 1960811 w 2676801"/>
                  <a:gd name="connsiteY19" fmla="*/ 25788 h 3571996"/>
                  <a:gd name="connsiteX20" fmla="*/ 1844720 w 2676801"/>
                  <a:gd name="connsiteY20" fmla="*/ 193412 h 3571996"/>
                  <a:gd name="connsiteX21" fmla="*/ 1844720 w 2676801"/>
                  <a:gd name="connsiteY21" fmla="*/ 3481737 h 3571996"/>
                  <a:gd name="connsiteX22" fmla="*/ 1702831 w 2676801"/>
                  <a:gd name="connsiteY22" fmla="*/ 3571996 h 3571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676801" h="3571996">
                    <a:moveTo>
                      <a:pt x="1702831" y="3571996"/>
                    </a:moveTo>
                    <a:lnTo>
                      <a:pt x="141889" y="3571996"/>
                    </a:lnTo>
                    <a:cubicBezTo>
                      <a:pt x="63625" y="3571996"/>
                      <a:pt x="0" y="3508364"/>
                      <a:pt x="0" y="3430161"/>
                    </a:cubicBezTo>
                    <a:lnTo>
                      <a:pt x="0" y="978388"/>
                    </a:lnTo>
                    <a:cubicBezTo>
                      <a:pt x="0" y="971268"/>
                      <a:pt x="5772" y="965494"/>
                      <a:pt x="12899" y="965494"/>
                    </a:cubicBezTo>
                    <a:cubicBezTo>
                      <a:pt x="20026" y="965494"/>
                      <a:pt x="25798" y="971268"/>
                      <a:pt x="25798" y="978388"/>
                    </a:cubicBezTo>
                    <a:lnTo>
                      <a:pt x="25798" y="3430161"/>
                    </a:lnTo>
                    <a:cubicBezTo>
                      <a:pt x="25798" y="3494148"/>
                      <a:pt x="77878" y="3546208"/>
                      <a:pt x="141889" y="3546208"/>
                    </a:cubicBezTo>
                    <a:lnTo>
                      <a:pt x="1702831" y="3546208"/>
                    </a:lnTo>
                    <a:cubicBezTo>
                      <a:pt x="1767841" y="3546208"/>
                      <a:pt x="1817405" y="3494019"/>
                      <a:pt x="1818922" y="3481512"/>
                    </a:cubicBezTo>
                    <a:lnTo>
                      <a:pt x="1818922" y="193412"/>
                    </a:lnTo>
                    <a:cubicBezTo>
                      <a:pt x="1818922" y="50808"/>
                      <a:pt x="1892220" y="0"/>
                      <a:pt x="1960811" y="0"/>
                    </a:cubicBezTo>
                    <a:lnTo>
                      <a:pt x="2534913" y="0"/>
                    </a:lnTo>
                    <a:cubicBezTo>
                      <a:pt x="2613145" y="0"/>
                      <a:pt x="2676802" y="63627"/>
                      <a:pt x="2676802" y="141835"/>
                    </a:cubicBezTo>
                    <a:lnTo>
                      <a:pt x="2676802" y="363997"/>
                    </a:lnTo>
                    <a:cubicBezTo>
                      <a:pt x="2676802" y="371118"/>
                      <a:pt x="2671030" y="376891"/>
                      <a:pt x="2663903" y="376891"/>
                    </a:cubicBezTo>
                    <a:cubicBezTo>
                      <a:pt x="2656776" y="376891"/>
                      <a:pt x="2651004" y="371118"/>
                      <a:pt x="2651004" y="363997"/>
                    </a:cubicBezTo>
                    <a:lnTo>
                      <a:pt x="2651004" y="141835"/>
                    </a:lnTo>
                    <a:cubicBezTo>
                      <a:pt x="2651004" y="77846"/>
                      <a:pt x="2598924" y="25788"/>
                      <a:pt x="2534913" y="25788"/>
                    </a:cubicBezTo>
                    <a:lnTo>
                      <a:pt x="1960811" y="25788"/>
                    </a:lnTo>
                    <a:cubicBezTo>
                      <a:pt x="1889221" y="25788"/>
                      <a:pt x="1844720" y="90016"/>
                      <a:pt x="1844720" y="193412"/>
                    </a:cubicBezTo>
                    <a:lnTo>
                      <a:pt x="1844720" y="3481737"/>
                    </a:lnTo>
                    <a:cubicBezTo>
                      <a:pt x="1844720" y="3510685"/>
                      <a:pt x="1777580" y="3571996"/>
                      <a:pt x="1702831" y="3571996"/>
                    </a:cubicBezTo>
                    <a:close/>
                  </a:path>
                </a:pathLst>
              </a:custGeom>
              <a:grpFill/>
              <a:ln w="32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T America Regular"/>
                  <a:ea typeface="+mn-ea"/>
                  <a:cs typeface="+mn-cs"/>
                </a:endParaRPr>
              </a:p>
            </p:txBody>
          </p:sp>
        </p:grpSp>
        <p:grpSp>
          <p:nvGrpSpPr>
            <p:cNvPr id="6" name="Graphic 17">
              <a:extLst>
                <a:ext uri="{FF2B5EF4-FFF2-40B4-BE49-F238E27FC236}">
                  <a16:creationId xmlns:a16="http://schemas.microsoft.com/office/drawing/2014/main" id="{C6C1FD84-E51E-AD4D-8FA1-A5E6EA9334FA}"/>
                </a:ext>
              </a:extLst>
            </p:cNvPr>
            <p:cNvGrpSpPr/>
            <p:nvPr/>
          </p:nvGrpSpPr>
          <p:grpSpPr>
            <a:xfrm>
              <a:off x="8814172" y="2629499"/>
              <a:ext cx="2260776" cy="3435905"/>
              <a:chOff x="9099558" y="2513375"/>
              <a:chExt cx="2260776" cy="3571996"/>
            </a:xfrm>
            <a:solidFill>
              <a:schemeClr val="accent1"/>
            </a:solidFill>
          </p:grpSpPr>
          <p:grpSp>
            <p:nvGrpSpPr>
              <p:cNvPr id="7" name="Graphic 17">
                <a:extLst>
                  <a:ext uri="{FF2B5EF4-FFF2-40B4-BE49-F238E27FC236}">
                    <a16:creationId xmlns:a16="http://schemas.microsoft.com/office/drawing/2014/main" id="{EC289590-8142-BA3A-6E47-DAB4512987A4}"/>
                  </a:ext>
                </a:extLst>
              </p:cNvPr>
              <p:cNvGrpSpPr/>
              <p:nvPr/>
            </p:nvGrpSpPr>
            <p:grpSpPr>
              <a:xfrm>
                <a:off x="9099558" y="2930868"/>
                <a:ext cx="25798" cy="508204"/>
                <a:chOff x="9099558" y="2930868"/>
                <a:chExt cx="25798" cy="508204"/>
              </a:xfrm>
              <a:grpFill/>
            </p:grpSpPr>
            <p:sp>
              <p:nvSpPr>
                <p:cNvPr id="9" name="Freeform 57">
                  <a:extLst>
                    <a:ext uri="{FF2B5EF4-FFF2-40B4-BE49-F238E27FC236}">
                      <a16:creationId xmlns:a16="http://schemas.microsoft.com/office/drawing/2014/main" id="{7640E6D9-1F97-4233-DC29-C5155349FCA1}"/>
                    </a:ext>
                  </a:extLst>
                </p:cNvPr>
                <p:cNvSpPr/>
                <p:nvPr/>
              </p:nvSpPr>
              <p:spPr>
                <a:xfrm>
                  <a:off x="9099558" y="3412328"/>
                  <a:ext cx="25798" cy="26744"/>
                </a:xfrm>
                <a:custGeom>
                  <a:avLst/>
                  <a:gdLst>
                    <a:gd name="connsiteX0" fmla="*/ 25798 w 25798"/>
                    <a:gd name="connsiteY0" fmla="*/ 13372 h 26744"/>
                    <a:gd name="connsiteX1" fmla="*/ 12899 w 25798"/>
                    <a:gd name="connsiteY1" fmla="*/ 26745 h 26744"/>
                    <a:gd name="connsiteX2" fmla="*/ 0 w 25798"/>
                    <a:gd name="connsiteY2" fmla="*/ 13372 h 26744"/>
                    <a:gd name="connsiteX3" fmla="*/ 12899 w 25798"/>
                    <a:gd name="connsiteY3" fmla="*/ 0 h 26744"/>
                    <a:gd name="connsiteX4" fmla="*/ 25798 w 25798"/>
                    <a:gd name="connsiteY4" fmla="*/ 13372 h 26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98" h="26744">
                      <a:moveTo>
                        <a:pt x="25798" y="13372"/>
                      </a:moveTo>
                      <a:cubicBezTo>
                        <a:pt x="25798" y="20758"/>
                        <a:pt x="20023" y="26745"/>
                        <a:pt x="12899" y="26745"/>
                      </a:cubicBezTo>
                      <a:cubicBezTo>
                        <a:pt x="5774" y="26745"/>
                        <a:pt x="0" y="20758"/>
                        <a:pt x="0" y="13372"/>
                      </a:cubicBezTo>
                      <a:cubicBezTo>
                        <a:pt x="0" y="5987"/>
                        <a:pt x="5774" y="0"/>
                        <a:pt x="12899" y="0"/>
                      </a:cubicBezTo>
                      <a:cubicBezTo>
                        <a:pt x="20023" y="0"/>
                        <a:pt x="25798" y="5987"/>
                        <a:pt x="25798" y="13372"/>
                      </a:cubicBezTo>
                      <a:close/>
                    </a:path>
                  </a:pathLst>
                </a:custGeom>
                <a:grpFill/>
                <a:ln w="32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T America Regular"/>
                    <a:ea typeface="+mn-ea"/>
                    <a:cs typeface="+mn-cs"/>
                  </a:endParaRPr>
                </a:p>
              </p:txBody>
            </p:sp>
            <p:sp>
              <p:nvSpPr>
                <p:cNvPr id="10" name="Freeform 58">
                  <a:extLst>
                    <a:ext uri="{FF2B5EF4-FFF2-40B4-BE49-F238E27FC236}">
                      <a16:creationId xmlns:a16="http://schemas.microsoft.com/office/drawing/2014/main" id="{3FFDE666-374C-7568-687B-DEBDF68E447B}"/>
                    </a:ext>
                  </a:extLst>
                </p:cNvPr>
                <p:cNvSpPr/>
                <p:nvPr/>
              </p:nvSpPr>
              <p:spPr>
                <a:xfrm>
                  <a:off x="9099558" y="3332083"/>
                  <a:ext cx="25798" cy="26745"/>
                </a:xfrm>
                <a:custGeom>
                  <a:avLst/>
                  <a:gdLst>
                    <a:gd name="connsiteX0" fmla="*/ 12899 w 25798"/>
                    <a:gd name="connsiteY0" fmla="*/ 0 h 26745"/>
                    <a:gd name="connsiteX1" fmla="*/ 25798 w 25798"/>
                    <a:gd name="connsiteY1" fmla="*/ 13374 h 26745"/>
                    <a:gd name="connsiteX2" fmla="*/ 12899 w 25798"/>
                    <a:gd name="connsiteY2" fmla="*/ 26746 h 26745"/>
                    <a:gd name="connsiteX3" fmla="*/ 0 w 25798"/>
                    <a:gd name="connsiteY3" fmla="*/ 13374 h 26745"/>
                    <a:gd name="connsiteX4" fmla="*/ 12899 w 25798"/>
                    <a:gd name="connsiteY4" fmla="*/ 0 h 267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98" h="26745">
                      <a:moveTo>
                        <a:pt x="12899" y="0"/>
                      </a:moveTo>
                      <a:cubicBezTo>
                        <a:pt x="20026" y="0"/>
                        <a:pt x="25798" y="5989"/>
                        <a:pt x="25798" y="13374"/>
                      </a:cubicBezTo>
                      <a:cubicBezTo>
                        <a:pt x="25798" y="20760"/>
                        <a:pt x="20026" y="26746"/>
                        <a:pt x="12899" y="26746"/>
                      </a:cubicBezTo>
                      <a:cubicBezTo>
                        <a:pt x="5772" y="26746"/>
                        <a:pt x="0" y="20760"/>
                        <a:pt x="0" y="13374"/>
                      </a:cubicBezTo>
                      <a:cubicBezTo>
                        <a:pt x="0" y="5989"/>
                        <a:pt x="5772" y="0"/>
                        <a:pt x="12899" y="0"/>
                      </a:cubicBezTo>
                      <a:close/>
                    </a:path>
                  </a:pathLst>
                </a:custGeom>
                <a:grpFill/>
                <a:ln w="32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T America Regular"/>
                    <a:ea typeface="+mn-ea"/>
                    <a:cs typeface="+mn-cs"/>
                  </a:endParaRPr>
                </a:p>
              </p:txBody>
            </p:sp>
            <p:sp>
              <p:nvSpPr>
                <p:cNvPr id="11" name="Freeform 59">
                  <a:extLst>
                    <a:ext uri="{FF2B5EF4-FFF2-40B4-BE49-F238E27FC236}">
                      <a16:creationId xmlns:a16="http://schemas.microsoft.com/office/drawing/2014/main" id="{20A23939-6034-C949-451B-CD0E4A5D0B98}"/>
                    </a:ext>
                  </a:extLst>
                </p:cNvPr>
                <p:cNvSpPr/>
                <p:nvPr/>
              </p:nvSpPr>
              <p:spPr>
                <a:xfrm>
                  <a:off x="9099558" y="3251839"/>
                  <a:ext cx="25798" cy="26748"/>
                </a:xfrm>
                <a:custGeom>
                  <a:avLst/>
                  <a:gdLst>
                    <a:gd name="connsiteX0" fmla="*/ 12899 w 25798"/>
                    <a:gd name="connsiteY0" fmla="*/ 0 h 26748"/>
                    <a:gd name="connsiteX1" fmla="*/ 25798 w 25798"/>
                    <a:gd name="connsiteY1" fmla="*/ 13371 h 26748"/>
                    <a:gd name="connsiteX2" fmla="*/ 12899 w 25798"/>
                    <a:gd name="connsiteY2" fmla="*/ 26749 h 26748"/>
                    <a:gd name="connsiteX3" fmla="*/ 0 w 25798"/>
                    <a:gd name="connsiteY3" fmla="*/ 13371 h 26748"/>
                    <a:gd name="connsiteX4" fmla="*/ 12899 w 25798"/>
                    <a:gd name="connsiteY4" fmla="*/ 0 h 267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98" h="26748">
                      <a:moveTo>
                        <a:pt x="12899" y="0"/>
                      </a:moveTo>
                      <a:cubicBezTo>
                        <a:pt x="20026" y="0"/>
                        <a:pt x="25798" y="5986"/>
                        <a:pt x="25798" y="13371"/>
                      </a:cubicBezTo>
                      <a:cubicBezTo>
                        <a:pt x="25798" y="20756"/>
                        <a:pt x="20026" y="26749"/>
                        <a:pt x="12899" y="26749"/>
                      </a:cubicBezTo>
                      <a:cubicBezTo>
                        <a:pt x="5772" y="26749"/>
                        <a:pt x="0" y="20760"/>
                        <a:pt x="0" y="13371"/>
                      </a:cubicBezTo>
                      <a:cubicBezTo>
                        <a:pt x="0" y="5983"/>
                        <a:pt x="5772" y="0"/>
                        <a:pt x="12899" y="0"/>
                      </a:cubicBezTo>
                      <a:close/>
                    </a:path>
                  </a:pathLst>
                </a:custGeom>
                <a:grpFill/>
                <a:ln w="32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T America Regular"/>
                    <a:ea typeface="+mn-ea"/>
                    <a:cs typeface="+mn-cs"/>
                  </a:endParaRPr>
                </a:p>
              </p:txBody>
            </p:sp>
            <p:sp>
              <p:nvSpPr>
                <p:cNvPr id="12" name="Freeform 60">
                  <a:extLst>
                    <a:ext uri="{FF2B5EF4-FFF2-40B4-BE49-F238E27FC236}">
                      <a16:creationId xmlns:a16="http://schemas.microsoft.com/office/drawing/2014/main" id="{0D0A2937-7D97-0E1C-CC3F-77D7FA7F8B17}"/>
                    </a:ext>
                  </a:extLst>
                </p:cNvPr>
                <p:cNvSpPr/>
                <p:nvPr/>
              </p:nvSpPr>
              <p:spPr>
                <a:xfrm>
                  <a:off x="9099558" y="3171596"/>
                  <a:ext cx="25798" cy="26745"/>
                </a:xfrm>
                <a:custGeom>
                  <a:avLst/>
                  <a:gdLst>
                    <a:gd name="connsiteX0" fmla="*/ 12899 w 25798"/>
                    <a:gd name="connsiteY0" fmla="*/ 0 h 26745"/>
                    <a:gd name="connsiteX1" fmla="*/ 25798 w 25798"/>
                    <a:gd name="connsiteY1" fmla="*/ 13374 h 26745"/>
                    <a:gd name="connsiteX2" fmla="*/ 12899 w 25798"/>
                    <a:gd name="connsiteY2" fmla="*/ 26746 h 26745"/>
                    <a:gd name="connsiteX3" fmla="*/ 0 w 25798"/>
                    <a:gd name="connsiteY3" fmla="*/ 13374 h 26745"/>
                    <a:gd name="connsiteX4" fmla="*/ 12899 w 25798"/>
                    <a:gd name="connsiteY4" fmla="*/ 0 h 267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98" h="26745">
                      <a:moveTo>
                        <a:pt x="12899" y="0"/>
                      </a:moveTo>
                      <a:cubicBezTo>
                        <a:pt x="20026" y="0"/>
                        <a:pt x="25798" y="5989"/>
                        <a:pt x="25798" y="13374"/>
                      </a:cubicBezTo>
                      <a:cubicBezTo>
                        <a:pt x="25798" y="20760"/>
                        <a:pt x="20026" y="26746"/>
                        <a:pt x="12899" y="26746"/>
                      </a:cubicBezTo>
                      <a:cubicBezTo>
                        <a:pt x="5772" y="26746"/>
                        <a:pt x="0" y="20760"/>
                        <a:pt x="0" y="13374"/>
                      </a:cubicBezTo>
                      <a:cubicBezTo>
                        <a:pt x="0" y="5989"/>
                        <a:pt x="5772" y="0"/>
                        <a:pt x="12899" y="0"/>
                      </a:cubicBezTo>
                      <a:close/>
                    </a:path>
                  </a:pathLst>
                </a:custGeom>
                <a:grpFill/>
                <a:ln w="32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T America Regular"/>
                    <a:ea typeface="+mn-ea"/>
                    <a:cs typeface="+mn-cs"/>
                  </a:endParaRPr>
                </a:p>
              </p:txBody>
            </p:sp>
            <p:sp>
              <p:nvSpPr>
                <p:cNvPr id="13" name="Freeform 61">
                  <a:extLst>
                    <a:ext uri="{FF2B5EF4-FFF2-40B4-BE49-F238E27FC236}">
                      <a16:creationId xmlns:a16="http://schemas.microsoft.com/office/drawing/2014/main" id="{AE192514-A02E-D92D-D447-95A944AECE83}"/>
                    </a:ext>
                  </a:extLst>
                </p:cNvPr>
                <p:cNvSpPr/>
                <p:nvPr/>
              </p:nvSpPr>
              <p:spPr>
                <a:xfrm>
                  <a:off x="9099558" y="3091353"/>
                  <a:ext cx="25798" cy="26748"/>
                </a:xfrm>
                <a:custGeom>
                  <a:avLst/>
                  <a:gdLst>
                    <a:gd name="connsiteX0" fmla="*/ 12899 w 25798"/>
                    <a:gd name="connsiteY0" fmla="*/ 0 h 26748"/>
                    <a:gd name="connsiteX1" fmla="*/ 25798 w 25798"/>
                    <a:gd name="connsiteY1" fmla="*/ 13374 h 26748"/>
                    <a:gd name="connsiteX2" fmla="*/ 12899 w 25798"/>
                    <a:gd name="connsiteY2" fmla="*/ 26749 h 26748"/>
                    <a:gd name="connsiteX3" fmla="*/ 0 w 25798"/>
                    <a:gd name="connsiteY3" fmla="*/ 13374 h 26748"/>
                    <a:gd name="connsiteX4" fmla="*/ 12899 w 25798"/>
                    <a:gd name="connsiteY4" fmla="*/ 0 h 267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98" h="26748">
                      <a:moveTo>
                        <a:pt x="12899" y="0"/>
                      </a:moveTo>
                      <a:cubicBezTo>
                        <a:pt x="20026" y="0"/>
                        <a:pt x="25798" y="5986"/>
                        <a:pt x="25798" y="13374"/>
                      </a:cubicBezTo>
                      <a:cubicBezTo>
                        <a:pt x="25798" y="20763"/>
                        <a:pt x="20026" y="26749"/>
                        <a:pt x="12899" y="26749"/>
                      </a:cubicBezTo>
                      <a:cubicBezTo>
                        <a:pt x="5772" y="26749"/>
                        <a:pt x="0" y="20760"/>
                        <a:pt x="0" y="13374"/>
                      </a:cubicBezTo>
                      <a:cubicBezTo>
                        <a:pt x="0" y="5989"/>
                        <a:pt x="5772" y="0"/>
                        <a:pt x="12899" y="0"/>
                      </a:cubicBezTo>
                      <a:close/>
                    </a:path>
                  </a:pathLst>
                </a:custGeom>
                <a:grpFill/>
                <a:ln w="32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T America Regular"/>
                    <a:ea typeface="+mn-ea"/>
                    <a:cs typeface="+mn-cs"/>
                  </a:endParaRPr>
                </a:p>
              </p:txBody>
            </p:sp>
            <p:sp>
              <p:nvSpPr>
                <p:cNvPr id="14" name="Freeform 62">
                  <a:extLst>
                    <a:ext uri="{FF2B5EF4-FFF2-40B4-BE49-F238E27FC236}">
                      <a16:creationId xmlns:a16="http://schemas.microsoft.com/office/drawing/2014/main" id="{7CFD1E22-8647-0CF0-DFA9-35AFA5AA92FD}"/>
                    </a:ext>
                  </a:extLst>
                </p:cNvPr>
                <p:cNvSpPr/>
                <p:nvPr/>
              </p:nvSpPr>
              <p:spPr>
                <a:xfrm>
                  <a:off x="9099558" y="3011110"/>
                  <a:ext cx="25798" cy="26748"/>
                </a:xfrm>
                <a:custGeom>
                  <a:avLst/>
                  <a:gdLst>
                    <a:gd name="connsiteX0" fmla="*/ 12899 w 25798"/>
                    <a:gd name="connsiteY0" fmla="*/ 0 h 26748"/>
                    <a:gd name="connsiteX1" fmla="*/ 25798 w 25798"/>
                    <a:gd name="connsiteY1" fmla="*/ 13374 h 26748"/>
                    <a:gd name="connsiteX2" fmla="*/ 12899 w 25798"/>
                    <a:gd name="connsiteY2" fmla="*/ 26749 h 26748"/>
                    <a:gd name="connsiteX3" fmla="*/ 0 w 25798"/>
                    <a:gd name="connsiteY3" fmla="*/ 13374 h 26748"/>
                    <a:gd name="connsiteX4" fmla="*/ 12899 w 25798"/>
                    <a:gd name="connsiteY4" fmla="*/ 0 h 267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98" h="26748">
                      <a:moveTo>
                        <a:pt x="12899" y="0"/>
                      </a:moveTo>
                      <a:cubicBezTo>
                        <a:pt x="20026" y="0"/>
                        <a:pt x="25798" y="5989"/>
                        <a:pt x="25798" y="13374"/>
                      </a:cubicBezTo>
                      <a:cubicBezTo>
                        <a:pt x="25798" y="20760"/>
                        <a:pt x="20026" y="26749"/>
                        <a:pt x="12899" y="26749"/>
                      </a:cubicBezTo>
                      <a:cubicBezTo>
                        <a:pt x="5772" y="26749"/>
                        <a:pt x="0" y="20760"/>
                        <a:pt x="0" y="13374"/>
                      </a:cubicBezTo>
                      <a:cubicBezTo>
                        <a:pt x="0" y="5989"/>
                        <a:pt x="5772" y="0"/>
                        <a:pt x="12899" y="0"/>
                      </a:cubicBezTo>
                      <a:close/>
                    </a:path>
                  </a:pathLst>
                </a:custGeom>
                <a:grpFill/>
                <a:ln w="32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T America Regular"/>
                    <a:ea typeface="+mn-ea"/>
                    <a:cs typeface="+mn-cs"/>
                  </a:endParaRPr>
                </a:p>
              </p:txBody>
            </p:sp>
            <p:sp>
              <p:nvSpPr>
                <p:cNvPr id="15" name="Freeform 63">
                  <a:extLst>
                    <a:ext uri="{FF2B5EF4-FFF2-40B4-BE49-F238E27FC236}">
                      <a16:creationId xmlns:a16="http://schemas.microsoft.com/office/drawing/2014/main" id="{0BBA4E24-FF89-4A14-AAB3-5007D78D0B48}"/>
                    </a:ext>
                  </a:extLst>
                </p:cNvPr>
                <p:cNvSpPr/>
                <p:nvPr/>
              </p:nvSpPr>
              <p:spPr>
                <a:xfrm>
                  <a:off x="9099558" y="2930868"/>
                  <a:ext cx="25798" cy="26744"/>
                </a:xfrm>
                <a:custGeom>
                  <a:avLst/>
                  <a:gdLst>
                    <a:gd name="connsiteX0" fmla="*/ 25798 w 25798"/>
                    <a:gd name="connsiteY0" fmla="*/ 13372 h 26744"/>
                    <a:gd name="connsiteX1" fmla="*/ 12899 w 25798"/>
                    <a:gd name="connsiteY1" fmla="*/ 26745 h 26744"/>
                    <a:gd name="connsiteX2" fmla="*/ 0 w 25798"/>
                    <a:gd name="connsiteY2" fmla="*/ 13372 h 26744"/>
                    <a:gd name="connsiteX3" fmla="*/ 12899 w 25798"/>
                    <a:gd name="connsiteY3" fmla="*/ 0 h 26744"/>
                    <a:gd name="connsiteX4" fmla="*/ 25798 w 25798"/>
                    <a:gd name="connsiteY4" fmla="*/ 13372 h 26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98" h="26744">
                      <a:moveTo>
                        <a:pt x="25798" y="13372"/>
                      </a:moveTo>
                      <a:cubicBezTo>
                        <a:pt x="25798" y="20758"/>
                        <a:pt x="20023" y="26745"/>
                        <a:pt x="12899" y="26745"/>
                      </a:cubicBezTo>
                      <a:cubicBezTo>
                        <a:pt x="5774" y="26745"/>
                        <a:pt x="0" y="20758"/>
                        <a:pt x="0" y="13372"/>
                      </a:cubicBezTo>
                      <a:cubicBezTo>
                        <a:pt x="0" y="5987"/>
                        <a:pt x="5774" y="0"/>
                        <a:pt x="12899" y="0"/>
                      </a:cubicBezTo>
                      <a:cubicBezTo>
                        <a:pt x="20023" y="0"/>
                        <a:pt x="25798" y="5987"/>
                        <a:pt x="25798" y="13372"/>
                      </a:cubicBezTo>
                      <a:close/>
                    </a:path>
                  </a:pathLst>
                </a:custGeom>
                <a:grpFill/>
                <a:ln w="32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T America Regular"/>
                    <a:ea typeface="+mn-ea"/>
                    <a:cs typeface="+mn-cs"/>
                  </a:endParaRPr>
                </a:p>
              </p:txBody>
            </p:sp>
          </p:grpSp>
          <p:sp>
            <p:nvSpPr>
              <p:cNvPr id="8" name="Freeform 56">
                <a:extLst>
                  <a:ext uri="{FF2B5EF4-FFF2-40B4-BE49-F238E27FC236}">
                    <a16:creationId xmlns:a16="http://schemas.microsoft.com/office/drawing/2014/main" id="{4AAF178A-F453-4E2F-1065-B912403BC7E4}"/>
                  </a:ext>
                </a:extLst>
              </p:cNvPr>
              <p:cNvSpPr/>
              <p:nvPr/>
            </p:nvSpPr>
            <p:spPr>
              <a:xfrm>
                <a:off x="9099558" y="2513375"/>
                <a:ext cx="2260776" cy="3571996"/>
              </a:xfrm>
              <a:custGeom>
                <a:avLst/>
                <a:gdLst>
                  <a:gd name="connsiteX0" fmla="*/ 1702830 w 2260776"/>
                  <a:gd name="connsiteY0" fmla="*/ 3571996 h 3571996"/>
                  <a:gd name="connsiteX1" fmla="*/ 141889 w 2260776"/>
                  <a:gd name="connsiteY1" fmla="*/ 3571996 h 3571996"/>
                  <a:gd name="connsiteX2" fmla="*/ 0 w 2260776"/>
                  <a:gd name="connsiteY2" fmla="*/ 3430161 h 3571996"/>
                  <a:gd name="connsiteX3" fmla="*/ 0 w 2260776"/>
                  <a:gd name="connsiteY3" fmla="*/ 979194 h 3571996"/>
                  <a:gd name="connsiteX4" fmla="*/ 12899 w 2260776"/>
                  <a:gd name="connsiteY4" fmla="*/ 966300 h 3571996"/>
                  <a:gd name="connsiteX5" fmla="*/ 25798 w 2260776"/>
                  <a:gd name="connsiteY5" fmla="*/ 979194 h 3571996"/>
                  <a:gd name="connsiteX6" fmla="*/ 25798 w 2260776"/>
                  <a:gd name="connsiteY6" fmla="*/ 3430161 h 3571996"/>
                  <a:gd name="connsiteX7" fmla="*/ 141889 w 2260776"/>
                  <a:gd name="connsiteY7" fmla="*/ 3546208 h 3571996"/>
                  <a:gd name="connsiteX8" fmla="*/ 1702830 w 2260776"/>
                  <a:gd name="connsiteY8" fmla="*/ 3546208 h 3571996"/>
                  <a:gd name="connsiteX9" fmla="*/ 1818954 w 2260776"/>
                  <a:gd name="connsiteY9" fmla="*/ 3481512 h 3571996"/>
                  <a:gd name="connsiteX10" fmla="*/ 1818921 w 2260776"/>
                  <a:gd name="connsiteY10" fmla="*/ 193412 h 3571996"/>
                  <a:gd name="connsiteX11" fmla="*/ 1960810 w 2260776"/>
                  <a:gd name="connsiteY11" fmla="*/ 0 h 3571996"/>
                  <a:gd name="connsiteX12" fmla="*/ 2247878 w 2260776"/>
                  <a:gd name="connsiteY12" fmla="*/ 0 h 3571996"/>
                  <a:gd name="connsiteX13" fmla="*/ 2260777 w 2260776"/>
                  <a:gd name="connsiteY13" fmla="*/ 12894 h 3571996"/>
                  <a:gd name="connsiteX14" fmla="*/ 2247878 w 2260776"/>
                  <a:gd name="connsiteY14" fmla="*/ 25788 h 3571996"/>
                  <a:gd name="connsiteX15" fmla="*/ 1960810 w 2260776"/>
                  <a:gd name="connsiteY15" fmla="*/ 25788 h 3571996"/>
                  <a:gd name="connsiteX16" fmla="*/ 1844719 w 2260776"/>
                  <a:gd name="connsiteY16" fmla="*/ 193412 h 3571996"/>
                  <a:gd name="connsiteX17" fmla="*/ 1844719 w 2260776"/>
                  <a:gd name="connsiteY17" fmla="*/ 3481737 h 3571996"/>
                  <a:gd name="connsiteX18" fmla="*/ 1702830 w 2260776"/>
                  <a:gd name="connsiteY18" fmla="*/ 3571996 h 3571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60776" h="3571996">
                    <a:moveTo>
                      <a:pt x="1702830" y="3571996"/>
                    </a:moveTo>
                    <a:lnTo>
                      <a:pt x="141889" y="3571996"/>
                    </a:lnTo>
                    <a:cubicBezTo>
                      <a:pt x="63657" y="3571996"/>
                      <a:pt x="0" y="3508364"/>
                      <a:pt x="0" y="3430161"/>
                    </a:cubicBezTo>
                    <a:lnTo>
                      <a:pt x="0" y="979194"/>
                    </a:lnTo>
                    <a:cubicBezTo>
                      <a:pt x="0" y="972074"/>
                      <a:pt x="5772" y="966300"/>
                      <a:pt x="12899" y="966300"/>
                    </a:cubicBezTo>
                    <a:cubicBezTo>
                      <a:pt x="20026" y="966300"/>
                      <a:pt x="25798" y="972074"/>
                      <a:pt x="25798" y="979194"/>
                    </a:cubicBezTo>
                    <a:lnTo>
                      <a:pt x="25798" y="3430161"/>
                    </a:lnTo>
                    <a:cubicBezTo>
                      <a:pt x="25798" y="3494148"/>
                      <a:pt x="77878" y="3546208"/>
                      <a:pt x="141889" y="3546208"/>
                    </a:cubicBezTo>
                    <a:lnTo>
                      <a:pt x="1702830" y="3546208"/>
                    </a:lnTo>
                    <a:cubicBezTo>
                      <a:pt x="1767842" y="3546208"/>
                      <a:pt x="1817406" y="3494019"/>
                      <a:pt x="1818954" y="3481512"/>
                    </a:cubicBezTo>
                    <a:lnTo>
                      <a:pt x="1818921" y="193412"/>
                    </a:lnTo>
                    <a:cubicBezTo>
                      <a:pt x="1818921" y="50808"/>
                      <a:pt x="1892220" y="0"/>
                      <a:pt x="1960810" y="0"/>
                    </a:cubicBezTo>
                    <a:lnTo>
                      <a:pt x="2247878" y="0"/>
                    </a:lnTo>
                    <a:cubicBezTo>
                      <a:pt x="2255005" y="0"/>
                      <a:pt x="2260777" y="5773"/>
                      <a:pt x="2260777" y="12894"/>
                    </a:cubicBezTo>
                    <a:cubicBezTo>
                      <a:pt x="2260777" y="20015"/>
                      <a:pt x="2255005" y="25788"/>
                      <a:pt x="2247878" y="25788"/>
                    </a:cubicBezTo>
                    <a:lnTo>
                      <a:pt x="1960810" y="25788"/>
                    </a:lnTo>
                    <a:cubicBezTo>
                      <a:pt x="1889221" y="25788"/>
                      <a:pt x="1844719" y="90016"/>
                      <a:pt x="1844719" y="193412"/>
                    </a:cubicBezTo>
                    <a:lnTo>
                      <a:pt x="1844719" y="3481737"/>
                    </a:lnTo>
                    <a:cubicBezTo>
                      <a:pt x="1844719" y="3510685"/>
                      <a:pt x="1777580" y="3571996"/>
                      <a:pt x="1702830" y="3571996"/>
                    </a:cubicBezTo>
                    <a:close/>
                  </a:path>
                </a:pathLst>
              </a:custGeom>
              <a:grpFill/>
              <a:ln w="3224"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T America Regular"/>
                  <a:ea typeface="+mn-ea"/>
                  <a:cs typeface="+mn-cs"/>
                </a:endParaRPr>
              </a:p>
            </p:txBody>
          </p:sp>
        </p:grpSp>
      </p:grpSp>
      <p:sp>
        <p:nvSpPr>
          <p:cNvPr id="300" name="{title_1}">
            <a:extLst>
              <a:ext uri="{FF2B5EF4-FFF2-40B4-BE49-F238E27FC236}">
                <a16:creationId xmlns:a16="http://schemas.microsoft.com/office/drawing/2014/main" id="{A2DF5E8B-E468-5827-5897-1D060CB7142D}"/>
              </a:ext>
            </a:extLst>
          </p:cNvPr>
          <p:cNvSpPr txBox="1">
            <a:spLocks/>
          </p:cNvSpPr>
          <p:nvPr/>
        </p:nvSpPr>
        <p:spPr>
          <a:xfrm>
            <a:off x="951488" y="2965560"/>
            <a:ext cx="1555815" cy="276999"/>
          </a:xfrm>
          <a:prstGeom prst="rect">
            <a:avLst/>
          </a:prstGeom>
        </p:spPr>
        <p:txBody>
          <a:bodyPr wrap="square" lIns="0" tIns="0" rIns="0" bIns="0">
            <a:noAutofit/>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pPr algn="ctr">
              <a:lnSpc>
                <a:spcPct val="100000"/>
              </a:lnSpc>
              <a:spcAft>
                <a:spcPts val="0"/>
              </a:spcAft>
              <a:defRPr/>
            </a:pPr>
            <a:r>
              <a:rPr lang="en-US" sz="1800" b="1">
                <a:solidFill>
                  <a:schemeClr val="tx2"/>
                </a:solidFill>
                <a:latin typeface="+mj-lt"/>
                <a:ea typeface="+mn-ea"/>
                <a:cs typeface="+mn-cs"/>
              </a:rPr>
              <a:t>Level 1</a:t>
            </a:r>
          </a:p>
          <a:p>
            <a:pPr algn="ctr">
              <a:lnSpc>
                <a:spcPct val="100000"/>
              </a:lnSpc>
              <a:spcAft>
                <a:spcPts val="0"/>
              </a:spcAft>
              <a:defRPr/>
            </a:pPr>
            <a:r>
              <a:rPr lang="en-US" sz="1800" b="1">
                <a:solidFill>
                  <a:schemeClr val="tx2"/>
                </a:solidFill>
                <a:latin typeface="+mj-lt"/>
                <a:ea typeface="+mn-ea"/>
                <a:cs typeface="+mn-cs"/>
              </a:rPr>
              <a:t>Manual</a:t>
            </a:r>
          </a:p>
        </p:txBody>
      </p:sp>
      <p:sp>
        <p:nvSpPr>
          <p:cNvPr id="315" name="{intro_1}">
            <a:extLst>
              <a:ext uri="{FF2B5EF4-FFF2-40B4-BE49-F238E27FC236}">
                <a16:creationId xmlns:a16="http://schemas.microsoft.com/office/drawing/2014/main" id="{96BAFA41-3ABB-DB01-7370-8C1E9C92DFCA}"/>
              </a:ext>
            </a:extLst>
          </p:cNvPr>
          <p:cNvSpPr txBox="1">
            <a:spLocks/>
          </p:cNvSpPr>
          <p:nvPr/>
        </p:nvSpPr>
        <p:spPr>
          <a:xfrm>
            <a:off x="969103" y="3615442"/>
            <a:ext cx="1555815" cy="1729833"/>
          </a:xfrm>
          <a:prstGeom prst="rect">
            <a:avLst/>
          </a:prstGeom>
        </p:spPr>
        <p:txBody>
          <a:bodyPr wrap="square" lIns="0" tIns="0" rIns="0" bIns="0">
            <a:noAutofit/>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pPr algn="ctr">
              <a:lnSpc>
                <a:spcPct val="100000"/>
              </a:lnSpc>
              <a:spcAft>
                <a:spcPts val="0"/>
              </a:spcAft>
              <a:defRPr/>
            </a:pPr>
            <a:r>
              <a:rPr lang="en-US" sz="1000">
                <a:ea typeface="+mn-ea"/>
                <a:cs typeface="+mn-cs"/>
              </a:rPr>
              <a:t>Actuaries perform the work by hand.</a:t>
            </a:r>
          </a:p>
        </p:txBody>
      </p:sp>
      <p:sp>
        <p:nvSpPr>
          <p:cNvPr id="316" name="{title_2}">
            <a:extLst>
              <a:ext uri="{FF2B5EF4-FFF2-40B4-BE49-F238E27FC236}">
                <a16:creationId xmlns:a16="http://schemas.microsoft.com/office/drawing/2014/main" id="{939DB3B0-D7D6-9DB2-FC53-DEFA4EA9274E}"/>
              </a:ext>
            </a:extLst>
          </p:cNvPr>
          <p:cNvSpPr txBox="1">
            <a:spLocks/>
          </p:cNvSpPr>
          <p:nvPr/>
        </p:nvSpPr>
        <p:spPr>
          <a:xfrm>
            <a:off x="3397805" y="2965560"/>
            <a:ext cx="1555815" cy="276999"/>
          </a:xfrm>
          <a:prstGeom prst="rect">
            <a:avLst/>
          </a:prstGeom>
        </p:spPr>
        <p:txBody>
          <a:bodyPr wrap="square" lIns="0" tIns="0" rIns="0" bIns="0">
            <a:noAutofit/>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pPr algn="ctr">
              <a:lnSpc>
                <a:spcPct val="100000"/>
              </a:lnSpc>
              <a:spcAft>
                <a:spcPts val="0"/>
              </a:spcAft>
              <a:defRPr/>
            </a:pPr>
            <a:r>
              <a:rPr lang="en-US" sz="1800" b="1">
                <a:solidFill>
                  <a:schemeClr val="tx2"/>
                </a:solidFill>
                <a:latin typeface="+mj-lt"/>
                <a:ea typeface="+mn-ea"/>
                <a:cs typeface="+mn-cs"/>
              </a:rPr>
              <a:t>Level 2</a:t>
            </a:r>
          </a:p>
          <a:p>
            <a:pPr algn="ctr">
              <a:lnSpc>
                <a:spcPct val="100000"/>
              </a:lnSpc>
              <a:spcAft>
                <a:spcPts val="0"/>
              </a:spcAft>
              <a:defRPr/>
            </a:pPr>
            <a:r>
              <a:rPr lang="en-US" sz="1800" b="1">
                <a:solidFill>
                  <a:schemeClr val="tx2"/>
                </a:solidFill>
                <a:latin typeface="+mj-lt"/>
                <a:ea typeface="+mn-ea"/>
                <a:cs typeface="+mn-cs"/>
              </a:rPr>
              <a:t>AI-assisted</a:t>
            </a:r>
          </a:p>
        </p:txBody>
      </p:sp>
      <p:sp>
        <p:nvSpPr>
          <p:cNvPr id="317" name="{intro_2}">
            <a:extLst>
              <a:ext uri="{FF2B5EF4-FFF2-40B4-BE49-F238E27FC236}">
                <a16:creationId xmlns:a16="http://schemas.microsoft.com/office/drawing/2014/main" id="{9F6F4B0B-5B0C-704E-19D8-B01B3FFB6B89}"/>
              </a:ext>
            </a:extLst>
          </p:cNvPr>
          <p:cNvSpPr txBox="1">
            <a:spLocks/>
          </p:cNvSpPr>
          <p:nvPr/>
        </p:nvSpPr>
        <p:spPr>
          <a:xfrm>
            <a:off x="3407429" y="3613541"/>
            <a:ext cx="1555815" cy="1210882"/>
          </a:xfrm>
          <a:prstGeom prst="rect">
            <a:avLst/>
          </a:prstGeom>
        </p:spPr>
        <p:txBody>
          <a:bodyPr wrap="square" lIns="0" tIns="0" rIns="0" bIns="0">
            <a:noAutofit/>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pPr algn="ctr">
              <a:lnSpc>
                <a:spcPct val="100000"/>
              </a:lnSpc>
              <a:spcAft>
                <a:spcPts val="0"/>
              </a:spcAft>
              <a:defRPr/>
            </a:pPr>
            <a:r>
              <a:rPr lang="en-US" sz="1000"/>
              <a:t>A copilot drafts and suggests; </a:t>
            </a:r>
          </a:p>
          <a:p>
            <a:pPr algn="ctr">
              <a:lnSpc>
                <a:spcPct val="100000"/>
              </a:lnSpc>
              <a:spcAft>
                <a:spcPts val="0"/>
              </a:spcAft>
              <a:defRPr/>
            </a:pPr>
            <a:r>
              <a:rPr lang="en-US" sz="1000"/>
              <a:t>the actuary still assembles.</a:t>
            </a:r>
          </a:p>
        </p:txBody>
      </p:sp>
      <p:sp>
        <p:nvSpPr>
          <p:cNvPr id="318" name="{title_3}">
            <a:extLst>
              <a:ext uri="{FF2B5EF4-FFF2-40B4-BE49-F238E27FC236}">
                <a16:creationId xmlns:a16="http://schemas.microsoft.com/office/drawing/2014/main" id="{43A1CC38-11D4-BAA2-92BD-0D0B629F7C6E}"/>
              </a:ext>
            </a:extLst>
          </p:cNvPr>
          <p:cNvSpPr txBox="1">
            <a:spLocks/>
          </p:cNvSpPr>
          <p:nvPr/>
        </p:nvSpPr>
        <p:spPr>
          <a:xfrm>
            <a:off x="5820371" y="2965560"/>
            <a:ext cx="1555815" cy="276999"/>
          </a:xfrm>
          <a:prstGeom prst="rect">
            <a:avLst/>
          </a:prstGeom>
        </p:spPr>
        <p:txBody>
          <a:bodyPr wrap="square" lIns="0" tIns="0" rIns="0" bIns="0">
            <a:noAutofit/>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pPr algn="ctr">
              <a:lnSpc>
                <a:spcPct val="100000"/>
              </a:lnSpc>
              <a:spcAft>
                <a:spcPts val="0"/>
              </a:spcAft>
              <a:defRPr/>
            </a:pPr>
            <a:r>
              <a:rPr lang="en-US" sz="1800" b="1">
                <a:solidFill>
                  <a:schemeClr val="tx2"/>
                </a:solidFill>
                <a:latin typeface="+mj-lt"/>
                <a:ea typeface="+mn-ea"/>
                <a:cs typeface="+mn-cs"/>
              </a:rPr>
              <a:t>Level 3</a:t>
            </a:r>
          </a:p>
          <a:p>
            <a:pPr algn="ctr">
              <a:lnSpc>
                <a:spcPct val="100000"/>
              </a:lnSpc>
              <a:spcAft>
                <a:spcPts val="0"/>
              </a:spcAft>
              <a:defRPr/>
            </a:pPr>
            <a:r>
              <a:rPr lang="en-US" sz="1800" b="1">
                <a:solidFill>
                  <a:schemeClr val="tx2"/>
                </a:solidFill>
                <a:latin typeface="+mj-lt"/>
                <a:ea typeface="+mn-ea"/>
                <a:cs typeface="+mn-cs"/>
              </a:rPr>
              <a:t>Agentic steps</a:t>
            </a:r>
          </a:p>
        </p:txBody>
      </p:sp>
      <p:sp>
        <p:nvSpPr>
          <p:cNvPr id="319" name="{intro_3}">
            <a:extLst>
              <a:ext uri="{FF2B5EF4-FFF2-40B4-BE49-F238E27FC236}">
                <a16:creationId xmlns:a16="http://schemas.microsoft.com/office/drawing/2014/main" id="{EFE37EBA-AE7F-52B4-E3D3-33BE1AB75C45}"/>
              </a:ext>
            </a:extLst>
          </p:cNvPr>
          <p:cNvSpPr txBox="1">
            <a:spLocks/>
          </p:cNvSpPr>
          <p:nvPr/>
        </p:nvSpPr>
        <p:spPr>
          <a:xfrm>
            <a:off x="5840185" y="3619699"/>
            <a:ext cx="1555815" cy="1729833"/>
          </a:xfrm>
          <a:prstGeom prst="rect">
            <a:avLst/>
          </a:prstGeom>
        </p:spPr>
        <p:txBody>
          <a:bodyPr wrap="square" lIns="0" tIns="0" rIns="0" bIns="0">
            <a:noAutofit/>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pPr algn="ctr">
              <a:lnSpc>
                <a:spcPct val="100000"/>
              </a:lnSpc>
              <a:spcAft>
                <a:spcPts val="0"/>
              </a:spcAft>
              <a:defRPr/>
            </a:pPr>
            <a:r>
              <a:rPr lang="en-US" sz="1000"/>
              <a:t>An agent runs a whole step end to end — the work, the checks, the narrative. The actuary directs, reviews and sign off. </a:t>
            </a:r>
          </a:p>
        </p:txBody>
      </p:sp>
      <p:sp>
        <p:nvSpPr>
          <p:cNvPr id="320" name="{title_4}">
            <a:extLst>
              <a:ext uri="{FF2B5EF4-FFF2-40B4-BE49-F238E27FC236}">
                <a16:creationId xmlns:a16="http://schemas.microsoft.com/office/drawing/2014/main" id="{0F293317-0E7C-DF84-C9B1-323188C25E6B}"/>
              </a:ext>
            </a:extLst>
          </p:cNvPr>
          <p:cNvSpPr txBox="1">
            <a:spLocks/>
          </p:cNvSpPr>
          <p:nvPr/>
        </p:nvSpPr>
        <p:spPr>
          <a:xfrm>
            <a:off x="8266687" y="2965560"/>
            <a:ext cx="1555815" cy="276999"/>
          </a:xfrm>
          <a:prstGeom prst="rect">
            <a:avLst/>
          </a:prstGeom>
        </p:spPr>
        <p:txBody>
          <a:bodyPr wrap="square" lIns="0" tIns="0" rIns="0" bIns="0">
            <a:noAutofit/>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pPr algn="ctr">
              <a:lnSpc>
                <a:spcPct val="100000"/>
              </a:lnSpc>
              <a:spcAft>
                <a:spcPts val="0"/>
              </a:spcAft>
              <a:defRPr/>
            </a:pPr>
            <a:r>
              <a:rPr lang="en-US" sz="1800" b="1">
                <a:solidFill>
                  <a:schemeClr val="tx2"/>
                </a:solidFill>
                <a:latin typeface="+mj-lt"/>
                <a:ea typeface="+mn-ea"/>
                <a:cs typeface="+mn-cs"/>
              </a:rPr>
              <a:t>Level 4</a:t>
            </a:r>
          </a:p>
          <a:p>
            <a:pPr algn="ctr">
              <a:lnSpc>
                <a:spcPct val="100000"/>
              </a:lnSpc>
              <a:spcAft>
                <a:spcPts val="0"/>
              </a:spcAft>
              <a:defRPr/>
            </a:pPr>
            <a:r>
              <a:rPr lang="en-US" sz="1800" b="1">
                <a:solidFill>
                  <a:schemeClr val="tx2"/>
                </a:solidFill>
                <a:latin typeface="+mj-lt"/>
                <a:ea typeface="+mn-ea"/>
                <a:cs typeface="+mn-cs"/>
              </a:rPr>
              <a:t>Agent factory</a:t>
            </a:r>
          </a:p>
        </p:txBody>
      </p:sp>
      <p:sp>
        <p:nvSpPr>
          <p:cNvPr id="321" name="{intro_4}">
            <a:extLst>
              <a:ext uri="{FF2B5EF4-FFF2-40B4-BE49-F238E27FC236}">
                <a16:creationId xmlns:a16="http://schemas.microsoft.com/office/drawing/2014/main" id="{E2B38840-6E45-0E5B-D8EF-B8EA8CE5D090}"/>
              </a:ext>
            </a:extLst>
          </p:cNvPr>
          <p:cNvSpPr txBox="1">
            <a:spLocks/>
          </p:cNvSpPr>
          <p:nvPr/>
        </p:nvSpPr>
        <p:spPr>
          <a:xfrm>
            <a:off x="8278506" y="3612810"/>
            <a:ext cx="1555815" cy="1153222"/>
          </a:xfrm>
          <a:prstGeom prst="rect">
            <a:avLst/>
          </a:prstGeom>
        </p:spPr>
        <p:txBody>
          <a:bodyPr wrap="square" lIns="0" tIns="0" rIns="0" bIns="0">
            <a:noAutofit/>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pPr algn="ctr">
              <a:lnSpc>
                <a:spcPct val="100000"/>
              </a:lnSpc>
              <a:spcAft>
                <a:spcPts val="0"/>
              </a:spcAft>
              <a:defRPr/>
            </a:pPr>
            <a:r>
              <a:rPr lang="en-US" sz="1000"/>
              <a:t>A supervised fleet runs the close overnight; actuaries judge and sign.</a:t>
            </a:r>
          </a:p>
        </p:txBody>
      </p:sp>
      <p:pic>
        <p:nvPicPr>
          <p:cNvPr id="322" name="{icon_4}">
            <a:extLst>
              <a:ext uri="{FF2B5EF4-FFF2-40B4-BE49-F238E27FC236}">
                <a16:creationId xmlns:a16="http://schemas.microsoft.com/office/drawing/2014/main" id="{BA87C910-9FAB-DAED-8625-C4A2F5CB0B7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782197" y="2382593"/>
            <a:ext cx="524794" cy="524794"/>
          </a:xfrm>
          <a:prstGeom prst="rect">
            <a:avLst/>
          </a:prstGeom>
        </p:spPr>
      </p:pic>
      <p:pic>
        <p:nvPicPr>
          <p:cNvPr id="323" name="{icon_3}">
            <a:extLst>
              <a:ext uri="{FF2B5EF4-FFF2-40B4-BE49-F238E27FC236}">
                <a16:creationId xmlns:a16="http://schemas.microsoft.com/office/drawing/2014/main" id="{38348A9A-AE6D-6ADA-ACA0-1A8233DFCC2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335881" y="2382593"/>
            <a:ext cx="524794" cy="524794"/>
          </a:xfrm>
          <a:prstGeom prst="rect">
            <a:avLst/>
          </a:prstGeom>
        </p:spPr>
      </p:pic>
      <p:pic>
        <p:nvPicPr>
          <p:cNvPr id="324" name="{icon_2}">
            <a:extLst>
              <a:ext uri="{FF2B5EF4-FFF2-40B4-BE49-F238E27FC236}">
                <a16:creationId xmlns:a16="http://schemas.microsoft.com/office/drawing/2014/main" id="{020B8C63-7EE3-370E-9F07-F478F0D02BF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913315" y="2382593"/>
            <a:ext cx="524794" cy="524794"/>
          </a:xfrm>
          <a:prstGeom prst="rect">
            <a:avLst/>
          </a:prstGeom>
        </p:spPr>
      </p:pic>
      <p:pic>
        <p:nvPicPr>
          <p:cNvPr id="325" name="{icon_1}">
            <a:extLst>
              <a:ext uri="{FF2B5EF4-FFF2-40B4-BE49-F238E27FC236}">
                <a16:creationId xmlns:a16="http://schemas.microsoft.com/office/drawing/2014/main" id="{34B6498B-4037-D2E3-78E1-B2A32C2FF1A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466998" y="2382593"/>
            <a:ext cx="524794" cy="52479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 name="Kicker"/>
          <p:cNvSpPr txBox="1"/>
          <p:nvPr/>
        </p:nvSpPr>
        <p:spPr>
          <a:xfrm>
            <a:off x="503000" y="340000"/>
            <a:ext cx="11186000" cy="300000"/>
          </a:xfrm>
          <a:prstGeom prst="rect">
            <a:avLst/>
          </a:prstGeom>
          <a:noFill/>
        </p:spPr>
        <p:txBody>
          <a:bodyPr wrap="square" lIns="0" tIns="0" rIns="0" bIns="0">
            <a:normAutofit/>
          </a:bodyPr>
          <a:lstStyle/>
          <a:p>
            <a:pPr algn="l">
              <a:buNone/>
            </a:pPr>
            <a:r>
              <a:rPr lang="en-US" sz="1300" b="1" spc="300">
                <a:solidFill>
                  <a:srgbClr val="005EFF"/>
                </a:solidFill>
                <a:latin typeface="Arial"/>
                <a:cs typeface="Arial"/>
              </a:rPr>
              <a:t>OUR APPROACH</a:t>
            </a:r>
          </a:p>
        </p:txBody>
      </p:sp>
      <p:sp>
        <p:nvSpPr>
          <p:cNvPr id="302" name="Title"/>
          <p:cNvSpPr txBox="1"/>
          <p:nvPr/>
        </p:nvSpPr>
        <p:spPr>
          <a:xfrm>
            <a:off x="503000" y="660000"/>
            <a:ext cx="11186000" cy="700000"/>
          </a:xfrm>
          <a:prstGeom prst="rect">
            <a:avLst/>
          </a:prstGeom>
          <a:noFill/>
        </p:spPr>
        <p:txBody>
          <a:bodyPr wrap="square" lIns="0" tIns="0" rIns="0" bIns="0">
            <a:normAutofit/>
          </a:bodyPr>
          <a:lstStyle/>
          <a:p>
            <a:pPr algn="l">
              <a:buNone/>
            </a:pPr>
            <a:r>
              <a:rPr lang="en-US" sz="3400" b="1">
                <a:solidFill>
                  <a:srgbClr val="0A1264"/>
                </a:solidFill>
                <a:latin typeface="Times New Roman"/>
                <a:cs typeface="Times New Roman"/>
              </a:rPr>
              <a:t>How we build it — and why it lasts.</a:t>
            </a:r>
          </a:p>
        </p:txBody>
      </p:sp>
      <p:sp>
        <p:nvSpPr>
          <p:cNvPr id="303" name="Subtitle"/>
          <p:cNvSpPr txBox="1"/>
          <p:nvPr/>
        </p:nvSpPr>
        <p:spPr>
          <a:xfrm>
            <a:off x="503000" y="1360000"/>
            <a:ext cx="11186000" cy="600000"/>
          </a:xfrm>
          <a:prstGeom prst="rect">
            <a:avLst/>
          </a:prstGeom>
          <a:noFill/>
        </p:spPr>
        <p:txBody>
          <a:bodyPr wrap="square" lIns="0" tIns="0" rIns="0" bIns="0">
            <a:normAutofit/>
          </a:bodyPr>
          <a:lstStyle/>
          <a:p>
            <a:pPr algn="l">
              <a:buNone/>
            </a:pPr>
            <a:r>
              <a:rPr lang="en-US" sz="1400">
                <a:solidFill>
                  <a:srgbClr val="475569"/>
                </a:solidFill>
                <a:latin typeface="Arial"/>
                <a:cs typeface="Arial"/>
              </a:rPr>
              <a:t>Getting this right is not about chasing technology. It is about understanding what AI can really do, building so we can scale, and partnering with the people who own the workflow.</a:t>
            </a:r>
          </a:p>
        </p:txBody>
      </p:sp>
      <p:sp>
        <p:nvSpPr>
          <p:cNvPr id="304" name="PilWe sta"/>
          <p:cNvSpPr/>
          <p:nvPr/>
        </p:nvSpPr>
        <p:spPr>
          <a:xfrm>
            <a:off x="503000" y="2080000"/>
            <a:ext cx="3528666" cy="2450000"/>
          </a:xfrm>
          <a:prstGeom prst="roundRect">
            <a:avLst>
              <a:gd name="adj" fmla="val 6000"/>
            </a:avLst>
          </a:prstGeom>
          <a:solidFill>
            <a:srgbClr val="EAF1FB"/>
          </a:solidFill>
        </p:spPr>
        <p:txBody>
          <a:bodyPr lIns="118872" tIns="73152" rIns="118872" bIns="73152" anchor="t">
            <a:normAutofit/>
          </a:bodyPr>
          <a:lstStyle/>
          <a:p>
            <a:pPr algn="l">
              <a:buNone/>
            </a:pPr>
            <a:r>
              <a:rPr lang="en-US" sz="1400" b="1">
                <a:solidFill>
                  <a:srgbClr val="0A1264"/>
                </a:solidFill>
                <a:latin typeface="Arial"/>
                <a:cs typeface="Arial"/>
              </a:rPr>
              <a:t>We stay at the frontier</a:t>
            </a:r>
          </a:p>
          <a:p>
            <a:pPr algn="l">
              <a:spcBef>
                <a:spcPts val="280"/>
              </a:spcBef>
              <a:buNone/>
            </a:pPr>
            <a:r>
              <a:rPr lang="en-US" sz="1100">
                <a:solidFill>
                  <a:srgbClr val="475569"/>
                </a:solidFill>
                <a:latin typeface="Arial"/>
                <a:cs typeface="Arial"/>
              </a:rPr>
              <a:t>We learn and adopt the newest AI tools as they emerge. Moody’s invests in our access to — and training on — cutting-edge tools like Claude Code, so what we build reflects what is genuinely possible today.</a:t>
            </a:r>
          </a:p>
          <a:p>
            <a:pPr algn="l">
              <a:spcBef>
                <a:spcPts val="280"/>
              </a:spcBef>
              <a:buNone/>
            </a:pPr>
            <a:endParaRPr lang="en-US" sz="1100">
              <a:solidFill>
                <a:srgbClr val="475569"/>
              </a:solidFill>
              <a:latin typeface="Arial"/>
              <a:cs typeface="Arial"/>
            </a:endParaRPr>
          </a:p>
          <a:p>
            <a:pPr algn="l">
              <a:spcBef>
                <a:spcPts val="280"/>
              </a:spcBef>
              <a:buNone/>
            </a:pPr>
            <a:r>
              <a:rPr lang="en-US" sz="1000" b="1" i="1">
                <a:solidFill>
                  <a:srgbClr val="005EFF"/>
                </a:solidFill>
                <a:latin typeface="Arial"/>
                <a:cs typeface="Arial"/>
              </a:rPr>
              <a:t>AI in our teams’ hands, with guardrails, since 2023</a:t>
            </a:r>
          </a:p>
        </p:txBody>
      </p:sp>
      <p:sp>
        <p:nvSpPr>
          <p:cNvPr id="305" name="PilWe bui"/>
          <p:cNvSpPr/>
          <p:nvPr/>
        </p:nvSpPr>
        <p:spPr>
          <a:xfrm>
            <a:off x="4331666" y="2080000"/>
            <a:ext cx="3528666" cy="2450000"/>
          </a:xfrm>
          <a:prstGeom prst="roundRect">
            <a:avLst>
              <a:gd name="adj" fmla="val 6000"/>
            </a:avLst>
          </a:prstGeom>
          <a:solidFill>
            <a:srgbClr val="EAF1FB"/>
          </a:solidFill>
        </p:spPr>
        <p:txBody>
          <a:bodyPr lIns="118872" tIns="73152" rIns="118872" bIns="73152" anchor="t">
            <a:normAutofit/>
          </a:bodyPr>
          <a:lstStyle/>
          <a:p>
            <a:pPr algn="l">
              <a:buNone/>
            </a:pPr>
            <a:r>
              <a:rPr lang="en-US" sz="1400" b="1">
                <a:solidFill>
                  <a:srgbClr val="0A1264"/>
                </a:solidFill>
                <a:latin typeface="Arial"/>
                <a:cs typeface="Arial"/>
              </a:rPr>
              <a:t>We build on reusable blocks</a:t>
            </a:r>
          </a:p>
          <a:p>
            <a:pPr algn="l">
              <a:spcBef>
                <a:spcPts val="280"/>
              </a:spcBef>
              <a:buNone/>
            </a:pPr>
            <a:r>
              <a:rPr lang="en-US" sz="1100">
                <a:solidFill>
                  <a:srgbClr val="475569"/>
                </a:solidFill>
                <a:latin typeface="Arial"/>
                <a:cs typeface="Arial"/>
              </a:rPr>
              <a:t>Shared AI components — the AXIS Dataset MCP, APIs, and the GenAI portal — mean every use case builds on a common foundation. We scale across use cases instead of rebuilding from scratch each time.</a:t>
            </a:r>
          </a:p>
          <a:p>
            <a:pPr algn="l">
              <a:spcBef>
                <a:spcPts val="280"/>
              </a:spcBef>
              <a:buNone/>
            </a:pPr>
            <a:endParaRPr lang="en-US" sz="1100">
              <a:solidFill>
                <a:srgbClr val="475569"/>
              </a:solidFill>
              <a:latin typeface="Arial"/>
              <a:cs typeface="Arial"/>
            </a:endParaRPr>
          </a:p>
          <a:p>
            <a:pPr algn="l">
              <a:spcBef>
                <a:spcPts val="280"/>
              </a:spcBef>
              <a:buNone/>
            </a:pPr>
            <a:r>
              <a:rPr lang="en-US" sz="1000" b="1" i="1">
                <a:solidFill>
                  <a:srgbClr val="005EFF"/>
                </a:solidFill>
                <a:latin typeface="Arial"/>
                <a:cs typeface="Arial"/>
              </a:rPr>
              <a:t>One foundation, many use cases</a:t>
            </a:r>
          </a:p>
        </p:txBody>
      </p:sp>
      <p:sp>
        <p:nvSpPr>
          <p:cNvPr id="306" name="PilWe bui"/>
          <p:cNvSpPr/>
          <p:nvPr/>
        </p:nvSpPr>
        <p:spPr>
          <a:xfrm>
            <a:off x="8160332" y="2080000"/>
            <a:ext cx="3528666" cy="2450000"/>
          </a:xfrm>
          <a:prstGeom prst="roundRect">
            <a:avLst>
              <a:gd name="adj" fmla="val 6000"/>
            </a:avLst>
          </a:prstGeom>
          <a:solidFill>
            <a:srgbClr val="EAF1FB"/>
          </a:solidFill>
        </p:spPr>
        <p:txBody>
          <a:bodyPr lIns="118872" tIns="73152" rIns="118872" bIns="73152" anchor="t">
            <a:normAutofit/>
          </a:bodyPr>
          <a:lstStyle/>
          <a:p>
            <a:pPr algn="l">
              <a:buNone/>
            </a:pPr>
            <a:r>
              <a:rPr lang="en-US" sz="1400" b="1">
                <a:solidFill>
                  <a:srgbClr val="0A1264"/>
                </a:solidFill>
                <a:latin typeface="Arial"/>
                <a:cs typeface="Arial"/>
              </a:rPr>
              <a:t>We build with clients</a:t>
            </a:r>
          </a:p>
          <a:p>
            <a:pPr algn="l">
              <a:spcBef>
                <a:spcPts val="280"/>
              </a:spcBef>
              <a:buNone/>
            </a:pPr>
            <a:r>
              <a:rPr lang="en-US" sz="1100">
                <a:solidFill>
                  <a:srgbClr val="475569"/>
                </a:solidFill>
                <a:latin typeface="Arial"/>
                <a:cs typeface="Arial"/>
              </a:rPr>
              <a:t>Technology does not drive the use case — your workflow does. We partner with clients to build for real actuarial work today, with governance, trust and human sign-off at the core.</a:t>
            </a:r>
          </a:p>
          <a:p>
            <a:pPr algn="l">
              <a:spcBef>
                <a:spcPts val="280"/>
              </a:spcBef>
              <a:buNone/>
            </a:pPr>
            <a:endParaRPr lang="en-US" sz="1100">
              <a:solidFill>
                <a:srgbClr val="475569"/>
              </a:solidFill>
              <a:latin typeface="Arial"/>
              <a:cs typeface="Arial"/>
            </a:endParaRPr>
          </a:p>
          <a:p>
            <a:pPr algn="l">
              <a:spcBef>
                <a:spcPts val="280"/>
              </a:spcBef>
              <a:buNone/>
            </a:pPr>
            <a:endParaRPr lang="en-US" sz="1000" b="1" i="1">
              <a:solidFill>
                <a:srgbClr val="005EFF"/>
              </a:solidFill>
              <a:latin typeface="Arial"/>
              <a:cs typeface="Arial"/>
            </a:endParaRPr>
          </a:p>
          <a:p>
            <a:pPr algn="l">
              <a:spcBef>
                <a:spcPts val="280"/>
              </a:spcBef>
              <a:buNone/>
            </a:pPr>
            <a:r>
              <a:rPr lang="en-US" sz="1000" b="1" i="1">
                <a:solidFill>
                  <a:srgbClr val="005EFF"/>
                </a:solidFill>
                <a:latin typeface="Arial"/>
                <a:cs typeface="Arial"/>
              </a:rPr>
              <a:t>Customer-centric, by design</a:t>
            </a:r>
          </a:p>
        </p:txBody>
      </p:sp>
      <p:sp>
        <p:nvSpPr>
          <p:cNvPr id="307" name="Disclaimer"/>
          <p:cNvSpPr txBox="1"/>
          <p:nvPr/>
        </p:nvSpPr>
        <p:spPr>
          <a:xfrm>
            <a:off x="503000" y="6280000"/>
            <a:ext cx="11186000" cy="230000"/>
          </a:xfrm>
          <a:prstGeom prst="rect">
            <a:avLst/>
          </a:prstGeom>
          <a:noFill/>
        </p:spPr>
        <p:txBody>
          <a:bodyPr wrap="square" lIns="0" tIns="0" rIns="0" bIns="0" anchor="t">
            <a:normAutofit/>
          </a:bodyPr>
          <a:lstStyle/>
          <a:p>
            <a:pPr algn="l">
              <a:buNone/>
            </a:pPr>
            <a:r>
              <a:rPr lang="en-US" sz="900">
                <a:solidFill>
                  <a:srgbClr val="475569"/>
                </a:solidFill>
                <a:latin typeface="Arial"/>
                <a:cs typeface="Arial"/>
              </a:rPr>
              <a:t>Reflects Moody’s published AI Principles: customers at the center, responsible design, and continuous evolution.</a:t>
            </a:r>
          </a:p>
        </p:txBody>
      </p:sp>
      <p:sp>
        <p:nvSpPr>
          <p:cNvPr id="308" name="Footer"/>
          <p:cNvSpPr txBox="1"/>
          <p:nvPr/>
        </p:nvSpPr>
        <p:spPr>
          <a:xfrm>
            <a:off x="503000" y="6560000"/>
            <a:ext cx="2000000" cy="220000"/>
          </a:xfrm>
          <a:prstGeom prst="rect">
            <a:avLst/>
          </a:prstGeom>
          <a:noFill/>
        </p:spPr>
        <p:txBody>
          <a:bodyPr wrap="square" lIns="0" tIns="0" rIns="0" bIns="0">
            <a:normAutofit/>
          </a:bodyPr>
          <a:lstStyle/>
          <a:p>
            <a:pPr algn="l">
              <a:buNone/>
            </a:pPr>
            <a:r>
              <a:rPr lang="en-US" sz="1000" b="1">
                <a:solidFill>
                  <a:srgbClr val="0A1264"/>
                </a:solidFill>
                <a:latin typeface="Arial"/>
                <a:cs typeface="Arial"/>
              </a:rPr>
              <a:t>MOODY'S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1" name="Kicker"/>
          <p:cNvSpPr txBox="1"/>
          <p:nvPr/>
        </p:nvSpPr>
        <p:spPr>
          <a:xfrm>
            <a:off x="503000" y="340000"/>
            <a:ext cx="11186000" cy="300000"/>
          </a:xfrm>
          <a:prstGeom prst="rect">
            <a:avLst/>
          </a:prstGeom>
          <a:noFill/>
        </p:spPr>
        <p:txBody>
          <a:bodyPr wrap="square" lIns="0" tIns="0" rIns="0" bIns="0">
            <a:normAutofit/>
          </a:bodyPr>
          <a:lstStyle/>
          <a:p>
            <a:pPr algn="l">
              <a:buNone/>
            </a:pPr>
            <a:r>
              <a:rPr lang="en-US" sz="1300" b="1" spc="300">
                <a:solidFill>
                  <a:srgbClr val="005EFF"/>
                </a:solidFill>
                <a:latin typeface="Arial"/>
                <a:cs typeface="Arial"/>
              </a:rPr>
              <a:t>RESPONSIBLE AI</a:t>
            </a:r>
          </a:p>
        </p:txBody>
      </p:sp>
      <p:sp>
        <p:nvSpPr>
          <p:cNvPr id="602" name="Title"/>
          <p:cNvSpPr txBox="1"/>
          <p:nvPr/>
        </p:nvSpPr>
        <p:spPr>
          <a:xfrm>
            <a:off x="503000" y="660000"/>
            <a:ext cx="11186000" cy="640000"/>
          </a:xfrm>
          <a:prstGeom prst="rect">
            <a:avLst/>
          </a:prstGeom>
          <a:noFill/>
        </p:spPr>
        <p:txBody>
          <a:bodyPr wrap="square" lIns="0" tIns="0" rIns="0" bIns="0">
            <a:normAutofit/>
          </a:bodyPr>
          <a:lstStyle/>
          <a:p>
            <a:pPr algn="l">
              <a:buNone/>
            </a:pPr>
            <a:r>
              <a:rPr lang="en-US" sz="3400" b="1">
                <a:solidFill>
                  <a:srgbClr val="0A1264"/>
                </a:solidFill>
                <a:latin typeface="Times New Roman"/>
                <a:cs typeface="Times New Roman"/>
              </a:rPr>
              <a:t>Built for a regulated profession.</a:t>
            </a:r>
          </a:p>
        </p:txBody>
      </p:sp>
      <p:sp>
        <p:nvSpPr>
          <p:cNvPr id="603" name="Subtitle"/>
          <p:cNvSpPr txBox="1"/>
          <p:nvPr/>
        </p:nvSpPr>
        <p:spPr>
          <a:xfrm>
            <a:off x="503000" y="1340000"/>
            <a:ext cx="11186000" cy="540000"/>
          </a:xfrm>
          <a:prstGeom prst="rect">
            <a:avLst/>
          </a:prstGeom>
          <a:noFill/>
        </p:spPr>
        <p:txBody>
          <a:bodyPr wrap="square" lIns="0" tIns="0" rIns="0" bIns="0">
            <a:normAutofit/>
          </a:bodyPr>
          <a:lstStyle/>
          <a:p>
            <a:pPr algn="l">
              <a:buNone/>
            </a:pPr>
            <a:r>
              <a:rPr lang="en-US" sz="1400">
                <a:solidFill>
                  <a:srgbClr val="475569"/>
                </a:solidFill>
                <a:latin typeface="Arial"/>
                <a:cs typeface="Arial"/>
              </a:rPr>
              <a:t>The question is not whether AI can help actuaries — it is whether you can trust it in production. Four principles govern every AXIS AI capability.</a:t>
            </a:r>
          </a:p>
        </p:txBody>
      </p:sp>
      <p:sp>
        <p:nvSpPr>
          <p:cNvPr id="604" name="Pillar0"/>
          <p:cNvSpPr/>
          <p:nvPr/>
        </p:nvSpPr>
        <p:spPr>
          <a:xfrm>
            <a:off x="503000" y="2120000"/>
            <a:ext cx="5443000" cy="1130000"/>
          </a:xfrm>
          <a:prstGeom prst="roundRect">
            <a:avLst>
              <a:gd name="adj" fmla="val 6000"/>
            </a:avLst>
          </a:prstGeom>
          <a:solidFill>
            <a:srgbClr val="EAF1FB"/>
          </a:solidFill>
        </p:spPr>
        <p:txBody>
          <a:bodyPr lIns="137160" tIns="82296" rIns="137160" bIns="82296" anchor="t">
            <a:normAutofit/>
          </a:bodyPr>
          <a:lstStyle/>
          <a:p>
            <a:pPr algn="l">
              <a:buNone/>
            </a:pPr>
            <a:r>
              <a:rPr lang="en-US" sz="1400" b="1">
                <a:solidFill>
                  <a:srgbClr val="0A1264"/>
                </a:solidFill>
                <a:latin typeface="Arial"/>
                <a:cs typeface="Arial"/>
              </a:rPr>
              <a:t>Grounded, not guessing</a:t>
            </a:r>
          </a:p>
          <a:p>
            <a:pPr algn="l">
              <a:spcBef>
                <a:spcPts val="250"/>
              </a:spcBef>
              <a:buNone/>
            </a:pPr>
            <a:r>
              <a:rPr lang="en-US" sz="1150">
                <a:solidFill>
                  <a:srgbClr val="475569"/>
                </a:solidFill>
                <a:latin typeface="Arial"/>
                <a:cs typeface="Arial"/>
              </a:rPr>
              <a:t>Answers and code are grounded in AXIS documentation and your own dataset, with citations — not open-ended generation from the public internet.</a:t>
            </a:r>
          </a:p>
        </p:txBody>
      </p:sp>
      <p:sp>
        <p:nvSpPr>
          <p:cNvPr id="605" name="Pillar1"/>
          <p:cNvSpPr/>
          <p:nvPr/>
        </p:nvSpPr>
        <p:spPr>
          <a:xfrm>
            <a:off x="6246000" y="2120000"/>
            <a:ext cx="5443000" cy="1130000"/>
          </a:xfrm>
          <a:prstGeom prst="roundRect">
            <a:avLst>
              <a:gd name="adj" fmla="val 6000"/>
            </a:avLst>
          </a:prstGeom>
          <a:solidFill>
            <a:srgbClr val="EAF1FB"/>
          </a:solidFill>
        </p:spPr>
        <p:txBody>
          <a:bodyPr lIns="137160" tIns="82296" rIns="137160" bIns="82296" anchor="t">
            <a:normAutofit/>
          </a:bodyPr>
          <a:lstStyle/>
          <a:p>
            <a:pPr algn="l">
              <a:buNone/>
            </a:pPr>
            <a:r>
              <a:rPr lang="en-US" sz="1400" b="1">
                <a:solidFill>
                  <a:srgbClr val="0A1264"/>
                </a:solidFill>
                <a:latin typeface="Arial"/>
                <a:cs typeface="Arial"/>
              </a:rPr>
              <a:t>Governed access</a:t>
            </a:r>
          </a:p>
          <a:p>
            <a:pPr algn="l">
              <a:spcBef>
                <a:spcPts val="250"/>
              </a:spcBef>
              <a:buNone/>
            </a:pPr>
            <a:r>
              <a:rPr lang="en-US" sz="1150">
                <a:solidFill>
                  <a:srgbClr val="475569"/>
                </a:solidFill>
                <a:latin typeface="Arial"/>
                <a:cs typeface="Arial"/>
              </a:rPr>
              <a:t>AI reaches models and data only through governed platform interfaces — security is platform engineering, not prompt engineering.</a:t>
            </a:r>
          </a:p>
        </p:txBody>
      </p:sp>
      <p:sp>
        <p:nvSpPr>
          <p:cNvPr id="606" name="Pillar2"/>
          <p:cNvSpPr/>
          <p:nvPr/>
        </p:nvSpPr>
        <p:spPr>
          <a:xfrm>
            <a:off x="503000" y="3420000"/>
            <a:ext cx="5443000" cy="1130000"/>
          </a:xfrm>
          <a:prstGeom prst="roundRect">
            <a:avLst>
              <a:gd name="adj" fmla="val 6000"/>
            </a:avLst>
          </a:prstGeom>
          <a:solidFill>
            <a:srgbClr val="EAF1FB"/>
          </a:solidFill>
        </p:spPr>
        <p:txBody>
          <a:bodyPr lIns="137160" tIns="82296" rIns="137160" bIns="82296" anchor="t">
            <a:normAutofit/>
          </a:bodyPr>
          <a:lstStyle/>
          <a:p>
            <a:pPr algn="l">
              <a:buNone/>
            </a:pPr>
            <a:r>
              <a:rPr lang="en-US" sz="1400" b="1">
                <a:solidFill>
                  <a:srgbClr val="0A1264"/>
                </a:solidFill>
                <a:latin typeface="Arial"/>
                <a:cs typeface="Arial"/>
              </a:rPr>
              <a:t>Actuaries stay in control</a:t>
            </a:r>
          </a:p>
          <a:p>
            <a:pPr algn="l">
              <a:spcBef>
                <a:spcPts val="250"/>
              </a:spcBef>
              <a:buNone/>
            </a:pPr>
            <a:r>
              <a:rPr lang="en-US" sz="1150">
                <a:solidFill>
                  <a:srgbClr val="475569"/>
                </a:solidFill>
                <a:latin typeface="Arial"/>
                <a:cs typeface="Arial"/>
              </a:rPr>
              <a:t>Human review and sign-off on anything that touches a model or a reported number, with autonomy graduated to the task.</a:t>
            </a:r>
          </a:p>
        </p:txBody>
      </p:sp>
      <p:sp>
        <p:nvSpPr>
          <p:cNvPr id="607" name="Pillar3"/>
          <p:cNvSpPr/>
          <p:nvPr/>
        </p:nvSpPr>
        <p:spPr>
          <a:xfrm>
            <a:off x="6246000" y="3420000"/>
            <a:ext cx="5443000" cy="1130000"/>
          </a:xfrm>
          <a:prstGeom prst="roundRect">
            <a:avLst>
              <a:gd name="adj" fmla="val 6000"/>
            </a:avLst>
          </a:prstGeom>
          <a:solidFill>
            <a:srgbClr val="EAF1FB"/>
          </a:solidFill>
        </p:spPr>
        <p:txBody>
          <a:bodyPr lIns="137160" tIns="82296" rIns="137160" bIns="82296" anchor="t">
            <a:normAutofit/>
          </a:bodyPr>
          <a:lstStyle/>
          <a:p>
            <a:pPr algn="l">
              <a:buNone/>
            </a:pPr>
            <a:r>
              <a:rPr lang="en-US" sz="1400" b="1">
                <a:solidFill>
                  <a:srgbClr val="0A1264"/>
                </a:solidFill>
                <a:latin typeface="Arial"/>
                <a:cs typeface="Arial"/>
              </a:rPr>
              <a:t>Transparent and auditable</a:t>
            </a:r>
          </a:p>
          <a:p>
            <a:pPr algn="l">
              <a:spcBef>
                <a:spcPts val="250"/>
              </a:spcBef>
              <a:buNone/>
            </a:pPr>
            <a:r>
              <a:rPr lang="en-US" sz="1150">
                <a:solidFill>
                  <a:srgbClr val="475569"/>
                </a:solidFill>
                <a:latin typeface="Arial"/>
                <a:cs typeface="Arial"/>
              </a:rPr>
              <a:t>Outputs are cited and actions are logged — an audit trail your model governance, and your regulators, can follow.</a:t>
            </a:r>
          </a:p>
        </p:txBody>
      </p:sp>
      <p:sp>
        <p:nvSpPr>
          <p:cNvPr id="608" name="MoodysBar"/>
          <p:cNvSpPr/>
          <p:nvPr/>
        </p:nvSpPr>
        <p:spPr>
          <a:xfrm>
            <a:off x="503000" y="4820000"/>
            <a:ext cx="11186000" cy="520000"/>
          </a:xfrm>
          <a:prstGeom prst="roundRect">
            <a:avLst>
              <a:gd name="adj" fmla="val 10000"/>
            </a:avLst>
          </a:prstGeom>
          <a:solidFill>
            <a:srgbClr val="F0F0F1"/>
          </a:solidFill>
        </p:spPr>
        <p:txBody>
          <a:bodyPr lIns="137160" tIns="82296" rIns="137160" bIns="82296" anchor="ctr">
            <a:normAutofit fontScale="92500"/>
          </a:bodyPr>
          <a:lstStyle/>
          <a:p>
            <a:pPr algn="l">
              <a:buNone/>
            </a:pPr>
            <a:r>
              <a:rPr lang="en-US" sz="1200" b="1" spc="200">
                <a:solidFill>
                  <a:srgbClr val="0A1264"/>
                </a:solidFill>
                <a:latin typeface="Arial"/>
                <a:cs typeface="Arial"/>
              </a:rPr>
              <a:t>MOODY’S AI PRINCIPLES</a:t>
            </a:r>
            <a:r>
              <a:rPr lang="en-US" sz="1200">
                <a:solidFill>
                  <a:srgbClr val="475569"/>
                </a:solidFill>
                <a:latin typeface="Arial"/>
                <a:cs typeface="Arial"/>
              </a:rPr>
              <a:t>     responsible design, human oversight, and security throughout — the same published principles that govern AI across Moody’s</a:t>
            </a:r>
          </a:p>
        </p:txBody>
      </p:sp>
      <p:sp>
        <p:nvSpPr>
          <p:cNvPr id="609" name="Disclaimer"/>
          <p:cNvSpPr txBox="1"/>
          <p:nvPr/>
        </p:nvSpPr>
        <p:spPr>
          <a:xfrm>
            <a:off x="503000" y="6280000"/>
            <a:ext cx="11186000" cy="230000"/>
          </a:xfrm>
          <a:prstGeom prst="rect">
            <a:avLst/>
          </a:prstGeom>
          <a:noFill/>
        </p:spPr>
        <p:txBody>
          <a:bodyPr wrap="square" lIns="0" tIns="0" rIns="0" bIns="0">
            <a:normAutofit fontScale="92500" lnSpcReduction="20000"/>
          </a:bodyPr>
          <a:lstStyle/>
          <a:p>
            <a:pPr algn="l">
              <a:buNone/>
            </a:pPr>
            <a:endParaRPr/>
          </a:p>
        </p:txBody>
      </p:sp>
      <p:sp>
        <p:nvSpPr>
          <p:cNvPr id="610" name="Footer"/>
          <p:cNvSpPr txBox="1"/>
          <p:nvPr/>
        </p:nvSpPr>
        <p:spPr>
          <a:xfrm>
            <a:off x="503000" y="6560000"/>
            <a:ext cx="2000000" cy="220000"/>
          </a:xfrm>
          <a:prstGeom prst="rect">
            <a:avLst/>
          </a:prstGeom>
          <a:noFill/>
        </p:spPr>
        <p:txBody>
          <a:bodyPr wrap="square" lIns="0" tIns="0" rIns="0" bIns="0">
            <a:normAutofit/>
          </a:bodyPr>
          <a:lstStyle/>
          <a:p>
            <a:pPr algn="l">
              <a:buNone/>
            </a:pPr>
            <a:r>
              <a:rPr lang="en-US" sz="1000" b="1">
                <a:solidFill>
                  <a:srgbClr val="0A1264"/>
                </a:solidFill>
                <a:latin typeface="Arial"/>
                <a:cs typeface="Arial"/>
              </a:rPr>
              <a:t>MOODY'S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 name="Kicker"/>
          <p:cNvSpPr txBox="1"/>
          <p:nvPr/>
        </p:nvSpPr>
        <p:spPr>
          <a:xfrm>
            <a:off x="503000" y="340000"/>
            <a:ext cx="11186000" cy="300000"/>
          </a:xfrm>
          <a:prstGeom prst="rect">
            <a:avLst/>
          </a:prstGeom>
          <a:noFill/>
        </p:spPr>
        <p:txBody>
          <a:bodyPr wrap="square" lIns="0" tIns="0" rIns="0" bIns="0">
            <a:normAutofit/>
          </a:bodyPr>
          <a:lstStyle/>
          <a:p>
            <a:pPr algn="l">
              <a:buNone/>
            </a:pPr>
            <a:r>
              <a:rPr lang="en-US" sz="1300" b="1" spc="300">
                <a:solidFill>
                  <a:srgbClr val="005EFF"/>
                </a:solidFill>
                <a:latin typeface="Arial"/>
                <a:cs typeface="Arial"/>
              </a:rPr>
              <a:t>WHY MOODY’S</a:t>
            </a:r>
          </a:p>
        </p:txBody>
      </p:sp>
      <p:sp>
        <p:nvSpPr>
          <p:cNvPr id="302" name="Title"/>
          <p:cNvSpPr txBox="1"/>
          <p:nvPr/>
        </p:nvSpPr>
        <p:spPr>
          <a:xfrm>
            <a:off x="503000" y="660000"/>
            <a:ext cx="11186000" cy="700000"/>
          </a:xfrm>
          <a:prstGeom prst="rect">
            <a:avLst/>
          </a:prstGeom>
          <a:noFill/>
        </p:spPr>
        <p:txBody>
          <a:bodyPr wrap="square" lIns="0" tIns="0" rIns="0" bIns="0">
            <a:normAutofit/>
          </a:bodyPr>
          <a:lstStyle/>
          <a:p>
            <a:pPr algn="l">
              <a:buNone/>
            </a:pPr>
            <a:r>
              <a:rPr lang="en-US" sz="3400" b="1">
                <a:solidFill>
                  <a:srgbClr val="0A1264"/>
                </a:solidFill>
                <a:latin typeface="Times New Roman"/>
                <a:cs typeface="Times New Roman"/>
              </a:rPr>
              <a:t>Built by the team behind AXIS — not a generic AI vendor.</a:t>
            </a:r>
          </a:p>
        </p:txBody>
      </p:sp>
      <p:sp>
        <p:nvSpPr>
          <p:cNvPr id="303" name="Subtitle"/>
          <p:cNvSpPr txBox="1"/>
          <p:nvPr/>
        </p:nvSpPr>
        <p:spPr>
          <a:xfrm>
            <a:off x="503000" y="1360000"/>
            <a:ext cx="11186000" cy="680000"/>
          </a:xfrm>
          <a:prstGeom prst="rect">
            <a:avLst/>
          </a:prstGeom>
          <a:noFill/>
        </p:spPr>
        <p:txBody>
          <a:bodyPr wrap="square" lIns="0" tIns="0" rIns="0" bIns="0">
            <a:normAutofit/>
          </a:bodyPr>
          <a:lstStyle/>
          <a:p>
            <a:pPr algn="l">
              <a:buNone/>
            </a:pPr>
            <a:r>
              <a:rPr lang="en-US" sz="1400">
                <a:solidFill>
                  <a:srgbClr val="475569"/>
                </a:solidFill>
                <a:latin typeface="Arial"/>
                <a:cs typeface="Arial"/>
              </a:rPr>
              <a:t>General-purpose AI does not know your models; ask it the same question twice and the number can move. Actuarial work cannot run on numbers that drift. </a:t>
            </a:r>
            <a:r>
              <a:rPr lang="en-US" sz="1400" err="1">
                <a:solidFill>
                  <a:srgbClr val="475569"/>
                </a:solidFill>
                <a:latin typeface="Arial"/>
                <a:cs typeface="Arial"/>
              </a:rPr>
              <a:t>Our’s</a:t>
            </a:r>
            <a:r>
              <a:rPr lang="en-US" sz="1400">
                <a:solidFill>
                  <a:srgbClr val="475569"/>
                </a:solidFill>
                <a:latin typeface="Arial"/>
                <a:cs typeface="Arial"/>
              </a:rPr>
              <a:t> is grounded in the engine your reserves already depend on.</a:t>
            </a:r>
          </a:p>
        </p:txBody>
      </p:sp>
      <p:sp>
        <p:nvSpPr>
          <p:cNvPr id="309" name="Footer"/>
          <p:cNvSpPr txBox="1"/>
          <p:nvPr/>
        </p:nvSpPr>
        <p:spPr>
          <a:xfrm>
            <a:off x="503000" y="6560000"/>
            <a:ext cx="2000000" cy="220000"/>
          </a:xfrm>
          <a:prstGeom prst="rect">
            <a:avLst/>
          </a:prstGeom>
          <a:noFill/>
        </p:spPr>
        <p:txBody>
          <a:bodyPr wrap="square" lIns="0" tIns="0" rIns="0" bIns="0">
            <a:normAutofit/>
          </a:bodyPr>
          <a:lstStyle/>
          <a:p>
            <a:pPr algn="l">
              <a:buNone/>
            </a:pPr>
            <a:r>
              <a:rPr lang="en-US" sz="1000" b="1">
                <a:solidFill>
                  <a:srgbClr val="0A1264"/>
                </a:solidFill>
                <a:latin typeface="Arial"/>
                <a:cs typeface="Arial"/>
              </a:rPr>
              <a:t>MOODY'S</a:t>
            </a:r>
          </a:p>
        </p:txBody>
      </p:sp>
      <p:sp>
        <p:nvSpPr>
          <p:cNvPr id="20" name="Card1">
            <a:extLst>
              <a:ext uri="{FF2B5EF4-FFF2-40B4-BE49-F238E27FC236}">
                <a16:creationId xmlns:a16="http://schemas.microsoft.com/office/drawing/2014/main" id="{4D09E094-B1F5-4B0C-6577-1A8F46AAA978}"/>
              </a:ext>
            </a:extLst>
          </p:cNvPr>
          <p:cNvSpPr/>
          <p:nvPr/>
        </p:nvSpPr>
        <p:spPr>
          <a:xfrm>
            <a:off x="503000" y="2237627"/>
            <a:ext cx="3524249" cy="3150000"/>
          </a:xfrm>
          <a:prstGeom prst="roundRect">
            <a:avLst>
              <a:gd name="adj" fmla="val 4000"/>
            </a:avLst>
          </a:prstGeom>
          <a:solidFill>
            <a:srgbClr val="F2F5FA"/>
          </a:solidFill>
          <a:ln w="12700">
            <a:solidFill>
              <a:srgbClr val="E2E8F2"/>
            </a:solidFill>
          </a:ln>
        </p:spPr>
        <p:txBody>
          <a:bodyPr/>
          <a:lstStyle/>
          <a:p>
            <a:endParaRPr lang="en-US"/>
          </a:p>
        </p:txBody>
      </p:sp>
      <p:sp>
        <p:nvSpPr>
          <p:cNvPr id="21" name="Card2">
            <a:extLst>
              <a:ext uri="{FF2B5EF4-FFF2-40B4-BE49-F238E27FC236}">
                <a16:creationId xmlns:a16="http://schemas.microsoft.com/office/drawing/2014/main" id="{9ADE2BA6-F3B9-ACE6-5039-631E65461370}"/>
              </a:ext>
            </a:extLst>
          </p:cNvPr>
          <p:cNvSpPr/>
          <p:nvPr/>
        </p:nvSpPr>
        <p:spPr>
          <a:xfrm>
            <a:off x="4290615" y="2237627"/>
            <a:ext cx="3520440" cy="3150000"/>
          </a:xfrm>
          <a:prstGeom prst="roundRect">
            <a:avLst>
              <a:gd name="adj" fmla="val 4000"/>
            </a:avLst>
          </a:prstGeom>
          <a:solidFill>
            <a:srgbClr val="F2F5FA"/>
          </a:solidFill>
          <a:ln w="12700">
            <a:solidFill>
              <a:srgbClr val="E2E8F2"/>
            </a:solidFill>
          </a:ln>
        </p:spPr>
        <p:txBody>
          <a:bodyPr/>
          <a:lstStyle/>
          <a:p>
            <a:endParaRPr lang="en-US"/>
          </a:p>
        </p:txBody>
      </p:sp>
      <p:sp>
        <p:nvSpPr>
          <p:cNvPr id="22" name="Card3">
            <a:extLst>
              <a:ext uri="{FF2B5EF4-FFF2-40B4-BE49-F238E27FC236}">
                <a16:creationId xmlns:a16="http://schemas.microsoft.com/office/drawing/2014/main" id="{E4802160-7D23-62DD-094F-5926E0BB6BE9}"/>
              </a:ext>
            </a:extLst>
          </p:cNvPr>
          <p:cNvSpPr/>
          <p:nvPr/>
        </p:nvSpPr>
        <p:spPr>
          <a:xfrm>
            <a:off x="8074422" y="2237627"/>
            <a:ext cx="3520440" cy="3150000"/>
          </a:xfrm>
          <a:prstGeom prst="roundRect">
            <a:avLst>
              <a:gd name="adj" fmla="val 4000"/>
            </a:avLst>
          </a:prstGeom>
          <a:solidFill>
            <a:srgbClr val="F2F5FA"/>
          </a:solidFill>
          <a:ln w="12700">
            <a:solidFill>
              <a:srgbClr val="E2E8F2"/>
            </a:solidFill>
          </a:ln>
        </p:spPr>
        <p:txBody>
          <a:bodyPr/>
          <a:lstStyle/>
          <a:p>
            <a:endParaRPr lang="en-US"/>
          </a:p>
        </p:txBody>
      </p:sp>
      <p:sp>
        <p:nvSpPr>
          <p:cNvPr id="23" name="Rule1">
            <a:extLst>
              <a:ext uri="{FF2B5EF4-FFF2-40B4-BE49-F238E27FC236}">
                <a16:creationId xmlns:a16="http://schemas.microsoft.com/office/drawing/2014/main" id="{E8A819A2-E0A3-311E-C2AB-DB204856DACE}"/>
              </a:ext>
            </a:extLst>
          </p:cNvPr>
          <p:cNvSpPr/>
          <p:nvPr/>
        </p:nvSpPr>
        <p:spPr>
          <a:xfrm>
            <a:off x="803000" y="3447627"/>
            <a:ext cx="520000" cy="48000"/>
          </a:xfrm>
          <a:prstGeom prst="rect">
            <a:avLst/>
          </a:prstGeom>
          <a:solidFill>
            <a:srgbClr val="005EFF"/>
          </a:solidFill>
        </p:spPr>
        <p:txBody>
          <a:bodyPr/>
          <a:lstStyle/>
          <a:p>
            <a:endParaRPr lang="en-US"/>
          </a:p>
        </p:txBody>
      </p:sp>
      <p:sp>
        <p:nvSpPr>
          <p:cNvPr id="24" name="Rule2">
            <a:extLst>
              <a:ext uri="{FF2B5EF4-FFF2-40B4-BE49-F238E27FC236}">
                <a16:creationId xmlns:a16="http://schemas.microsoft.com/office/drawing/2014/main" id="{A12AF812-C520-A302-6115-155BEF3C4129}"/>
              </a:ext>
            </a:extLst>
          </p:cNvPr>
          <p:cNvSpPr/>
          <p:nvPr/>
        </p:nvSpPr>
        <p:spPr>
          <a:xfrm>
            <a:off x="4590615" y="3447627"/>
            <a:ext cx="520000" cy="48000"/>
          </a:xfrm>
          <a:prstGeom prst="rect">
            <a:avLst/>
          </a:prstGeom>
          <a:solidFill>
            <a:srgbClr val="005EFF"/>
          </a:solidFill>
        </p:spPr>
        <p:txBody>
          <a:bodyPr/>
          <a:lstStyle/>
          <a:p>
            <a:endParaRPr lang="en-US"/>
          </a:p>
        </p:txBody>
      </p:sp>
      <p:sp>
        <p:nvSpPr>
          <p:cNvPr id="25" name="Rule3">
            <a:extLst>
              <a:ext uri="{FF2B5EF4-FFF2-40B4-BE49-F238E27FC236}">
                <a16:creationId xmlns:a16="http://schemas.microsoft.com/office/drawing/2014/main" id="{8D2FCFB8-F2E4-8D16-480E-3E2D0C849323}"/>
              </a:ext>
            </a:extLst>
          </p:cNvPr>
          <p:cNvSpPr/>
          <p:nvPr/>
        </p:nvSpPr>
        <p:spPr>
          <a:xfrm>
            <a:off x="8374422" y="3447627"/>
            <a:ext cx="520000" cy="48000"/>
          </a:xfrm>
          <a:prstGeom prst="rect">
            <a:avLst/>
          </a:prstGeom>
          <a:solidFill>
            <a:srgbClr val="005EFF"/>
          </a:solidFill>
        </p:spPr>
        <p:txBody>
          <a:bodyPr/>
          <a:lstStyle/>
          <a:p>
            <a:endParaRPr lang="en-US"/>
          </a:p>
        </p:txBody>
      </p:sp>
      <p:sp>
        <p:nvSpPr>
          <p:cNvPr id="26" name="H1">
            <a:extLst>
              <a:ext uri="{FF2B5EF4-FFF2-40B4-BE49-F238E27FC236}">
                <a16:creationId xmlns:a16="http://schemas.microsoft.com/office/drawing/2014/main" id="{0E83B8F3-49D8-B77F-5F3C-E42CD440CC09}"/>
              </a:ext>
            </a:extLst>
          </p:cNvPr>
          <p:cNvSpPr txBox="1">
            <a:spLocks/>
          </p:cNvSpPr>
          <p:nvPr/>
        </p:nvSpPr>
        <p:spPr>
          <a:xfrm>
            <a:off x="803000" y="2567627"/>
            <a:ext cx="2924249" cy="820000"/>
          </a:xfrm>
          <a:prstGeom prst="rect">
            <a:avLst/>
          </a:prstGeom>
        </p:spPr>
        <p:txBody>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r>
              <a:rPr lang="en-US" sz="2800" b="1">
                <a:solidFill>
                  <a:srgbClr val="005EFF"/>
                </a:solidFill>
                <a:latin typeface="+mj-lt"/>
              </a:rPr>
              <a:t>130+</a:t>
            </a:r>
          </a:p>
        </p:txBody>
      </p:sp>
      <p:sp>
        <p:nvSpPr>
          <p:cNvPr id="27" name="B1">
            <a:extLst>
              <a:ext uri="{FF2B5EF4-FFF2-40B4-BE49-F238E27FC236}">
                <a16:creationId xmlns:a16="http://schemas.microsoft.com/office/drawing/2014/main" id="{18396675-BCDA-74D9-0550-F8DE287652F8}"/>
              </a:ext>
            </a:extLst>
          </p:cNvPr>
          <p:cNvSpPr txBox="1">
            <a:spLocks/>
          </p:cNvSpPr>
          <p:nvPr/>
        </p:nvSpPr>
        <p:spPr>
          <a:xfrm>
            <a:off x="803000" y="3587627"/>
            <a:ext cx="2924249" cy="2100000"/>
          </a:xfrm>
          <a:prstGeom prst="rect">
            <a:avLst/>
          </a:prstGeom>
        </p:spPr>
        <p:txBody>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r>
              <a:rPr lang="en-US" b="1">
                <a:solidFill>
                  <a:schemeClr val="tx2"/>
                </a:solidFill>
              </a:rPr>
              <a:t>Actuarial modeling experts</a:t>
            </a:r>
          </a:p>
          <a:p>
            <a:pPr>
              <a:spcBef>
                <a:spcPts val="600"/>
              </a:spcBef>
            </a:pPr>
            <a:r>
              <a:rPr lang="en-US" sz="1200">
                <a:solidFill>
                  <a:schemeClr val="bg1">
                    <a:lumMod val="50000"/>
                  </a:schemeClr>
                </a:solidFill>
              </a:rPr>
              <a:t>AXIS GenAI is shaped by the actuaries who build AXIS every day, not a generic AI team working at a distance from the problem.</a:t>
            </a:r>
          </a:p>
        </p:txBody>
      </p:sp>
      <p:sp>
        <p:nvSpPr>
          <p:cNvPr id="28" name="H2">
            <a:extLst>
              <a:ext uri="{FF2B5EF4-FFF2-40B4-BE49-F238E27FC236}">
                <a16:creationId xmlns:a16="http://schemas.microsoft.com/office/drawing/2014/main" id="{BE703355-B502-3C15-0596-525BA2C2B893}"/>
              </a:ext>
            </a:extLst>
          </p:cNvPr>
          <p:cNvSpPr txBox="1">
            <a:spLocks/>
          </p:cNvSpPr>
          <p:nvPr/>
        </p:nvSpPr>
        <p:spPr>
          <a:xfrm>
            <a:off x="4590615" y="2567627"/>
            <a:ext cx="2920440" cy="820000"/>
          </a:xfrm>
          <a:prstGeom prst="rect">
            <a:avLst/>
          </a:prstGeom>
        </p:spPr>
        <p:txBody>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r>
              <a:rPr lang="en-US" sz="2800" b="1">
                <a:solidFill>
                  <a:srgbClr val="005EFF"/>
                </a:solidFill>
                <a:latin typeface="+mj-lt"/>
              </a:rPr>
              <a:t>100+</a:t>
            </a:r>
          </a:p>
        </p:txBody>
      </p:sp>
      <p:sp>
        <p:nvSpPr>
          <p:cNvPr id="29" name="B2">
            <a:extLst>
              <a:ext uri="{FF2B5EF4-FFF2-40B4-BE49-F238E27FC236}">
                <a16:creationId xmlns:a16="http://schemas.microsoft.com/office/drawing/2014/main" id="{C1C4831E-7E7D-ED67-2A61-52874B6313A5}"/>
              </a:ext>
            </a:extLst>
          </p:cNvPr>
          <p:cNvSpPr txBox="1">
            <a:spLocks/>
          </p:cNvSpPr>
          <p:nvPr/>
        </p:nvSpPr>
        <p:spPr>
          <a:xfrm>
            <a:off x="4590615" y="3587627"/>
            <a:ext cx="2920440" cy="2100000"/>
          </a:xfrm>
          <a:prstGeom prst="rect">
            <a:avLst/>
          </a:prstGeom>
        </p:spPr>
        <p:txBody>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r>
              <a:rPr lang="en-US" b="1">
                <a:solidFill>
                  <a:schemeClr val="tx2"/>
                </a:solidFill>
              </a:rPr>
              <a:t>Software professionals</a:t>
            </a:r>
          </a:p>
          <a:p>
            <a:pPr>
              <a:spcBef>
                <a:spcPts val="600"/>
              </a:spcBef>
            </a:pPr>
            <a:r>
              <a:rPr lang="en-US" sz="1200">
                <a:solidFill>
                  <a:schemeClr val="bg1">
                    <a:lumMod val="50000"/>
                  </a:schemeClr>
                </a:solidFill>
              </a:rPr>
              <a:t>Deep engineering behind every capability, so AI reaches real AXIS workflows and is held to production standards.</a:t>
            </a:r>
          </a:p>
        </p:txBody>
      </p:sp>
      <p:sp>
        <p:nvSpPr>
          <p:cNvPr id="30" name="H3">
            <a:extLst>
              <a:ext uri="{FF2B5EF4-FFF2-40B4-BE49-F238E27FC236}">
                <a16:creationId xmlns:a16="http://schemas.microsoft.com/office/drawing/2014/main" id="{69A683E8-4CDD-9021-7994-91D039E7F529}"/>
              </a:ext>
            </a:extLst>
          </p:cNvPr>
          <p:cNvSpPr txBox="1">
            <a:spLocks/>
          </p:cNvSpPr>
          <p:nvPr/>
        </p:nvSpPr>
        <p:spPr>
          <a:xfrm>
            <a:off x="8374422" y="2567627"/>
            <a:ext cx="2920440" cy="820000"/>
          </a:xfrm>
          <a:prstGeom prst="rect">
            <a:avLst/>
          </a:prstGeom>
        </p:spPr>
        <p:txBody>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r>
              <a:rPr lang="en-US" sz="2800" b="1">
                <a:solidFill>
                  <a:srgbClr val="005EFF"/>
                </a:solidFill>
                <a:latin typeface="+mj-lt"/>
              </a:rPr>
              <a:t>30+</a:t>
            </a:r>
          </a:p>
        </p:txBody>
      </p:sp>
      <p:sp>
        <p:nvSpPr>
          <p:cNvPr id="31" name="B3">
            <a:extLst>
              <a:ext uri="{FF2B5EF4-FFF2-40B4-BE49-F238E27FC236}">
                <a16:creationId xmlns:a16="http://schemas.microsoft.com/office/drawing/2014/main" id="{1938385E-D7E6-5353-F8F0-2CD4B4437D3D}"/>
              </a:ext>
            </a:extLst>
          </p:cNvPr>
          <p:cNvSpPr txBox="1">
            <a:spLocks/>
          </p:cNvSpPr>
          <p:nvPr/>
        </p:nvSpPr>
        <p:spPr>
          <a:xfrm>
            <a:off x="8374422" y="3587627"/>
            <a:ext cx="2920440" cy="2100000"/>
          </a:xfrm>
          <a:prstGeom prst="rect">
            <a:avLst/>
          </a:prstGeom>
        </p:spPr>
        <p:txBody>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r>
              <a:rPr lang="en-US" b="1">
                <a:solidFill>
                  <a:schemeClr val="tx2"/>
                </a:solidFill>
              </a:rPr>
              <a:t>Years of actuarial experience</a:t>
            </a:r>
          </a:p>
          <a:p>
            <a:pPr>
              <a:spcBef>
                <a:spcPts val="600"/>
              </a:spcBef>
            </a:pPr>
            <a:r>
              <a:rPr lang="en-US" sz="1200">
                <a:solidFill>
                  <a:schemeClr val="bg1">
                    <a:lumMod val="50000"/>
                  </a:schemeClr>
                </a:solidFill>
              </a:rPr>
              <a:t>Deep actuarial and regulatory knowledge informs the platform, helping insurers manage demanding reporting and regulatory workflows with greater confidence.</a:t>
            </a:r>
          </a:p>
        </p:txBody>
      </p:sp>
    </p:spTree>
  </p:cSld>
  <p:clrMapOvr>
    <a:masterClrMapping/>
  </p:clrMapOvr>
</p:sld>
</file>

<file path=ppt/theme/theme1.xml><?xml version="1.0" encoding="utf-8"?>
<a:theme xmlns:a="http://schemas.openxmlformats.org/drawingml/2006/main" name="Moody's">
  <a:themeElements>
    <a:clrScheme name="Moody's">
      <a:dk1>
        <a:srgbClr val="000000"/>
      </a:dk1>
      <a:lt1>
        <a:sysClr val="window" lastClr="FFFFFF"/>
      </a:lt1>
      <a:dk2>
        <a:srgbClr val="0A1264"/>
      </a:dk2>
      <a:lt2>
        <a:srgbClr val="D7D8D7"/>
      </a:lt2>
      <a:accent1>
        <a:srgbClr val="005EFF"/>
      </a:accent1>
      <a:accent2>
        <a:srgbClr val="35397E"/>
      </a:accent2>
      <a:accent3>
        <a:srgbClr val="7677A7"/>
      </a:accent3>
      <a:accent4>
        <a:srgbClr val="A2A2C4"/>
      </a:accent4>
      <a:accent5>
        <a:srgbClr val="CFD0E1"/>
      </a:accent5>
      <a:accent6>
        <a:srgbClr val="11174F"/>
      </a:accent6>
      <a:hlink>
        <a:srgbClr val="005EFF"/>
      </a:hlink>
      <a:folHlink>
        <a:srgbClr val="D9017A"/>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ody's">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lnSpc>
            <a:spcPct val="101000"/>
          </a:lnSpc>
          <a:spcAft>
            <a:spcPts val="600"/>
          </a:spcAft>
          <a:defRPr kumimoji="0" sz="1400" b="0" i="0" u="none" strike="noStrike" kern="1200" cap="none" spc="0" normalizeH="0" baseline="0" noProof="0" dirty="0" err="1" smtClean="0">
            <a:ln>
              <a:noFill/>
            </a:ln>
            <a:solidFill>
              <a:srgbClr val="000000"/>
            </a:solidFill>
            <a:effectLst/>
            <a:uLnTx/>
            <a:uFillTx/>
            <a:ea typeface="GT America Regular" charset="0"/>
            <a:cs typeface="GT America Regular" charset="0"/>
          </a:defRPr>
        </a:defPPr>
      </a:lstStyle>
    </a:txDef>
  </a:objectDefaults>
  <a:extraClrSchemeLst/>
  <a:custClrLst>
    <a:custClr name="Moody's Blue 02">
      <a:srgbClr val="CFD0E1"/>
    </a:custClr>
    <a:custClr name="Moody's Blue 04">
      <a:srgbClr val="A2A2C4"/>
    </a:custClr>
    <a:custClr name="Moody's Blue 06">
      <a:srgbClr val="7677A7"/>
    </a:custClr>
    <a:custClr name="Moody's Blue 09">
      <a:srgbClr val="35397E"/>
    </a:custClr>
    <a:custClr name="Moody's Blue 10">
      <a:srgbClr val="0A1264"/>
    </a:custClr>
    <a:custClr name="Moody's Blue 11">
      <a:srgbClr val="11174F"/>
    </a:custClr>
    <a:custClr name="Moody's Blue 12">
      <a:srgbClr val="040826"/>
    </a:custClr>
    <a:custClr name=" ">
      <a:srgbClr val="FFFFFF"/>
    </a:custClr>
    <a:custClr name=" ">
      <a:srgbClr val="FFFFFF"/>
    </a:custClr>
    <a:custClr name=" ">
      <a:srgbClr val="FFFFFF"/>
    </a:custClr>
    <a:custClr name="Bright Blue 03">
      <a:srgbClr val="9DC1FF"/>
    </a:custClr>
    <a:custClr name="Bright Blue 05">
      <a:srgbClr val="5996FF"/>
    </a:custClr>
    <a:custClr name="Bright Blue 06">
      <a:srgbClr val="347FFF"/>
    </a:custClr>
    <a:custClr name="Bright Blue 07">
      <a:srgbClr val="005EFF"/>
    </a:custClr>
    <a:custClr name="Bright Blue 09">
      <a:srgbClr val="0044B7"/>
    </a:custClr>
    <a:custClr name="Bright Blue 10">
      <a:srgbClr val="003590"/>
    </a:custClr>
    <a:custClr name="Bright Blue 11">
      <a:srgbClr val="00276A"/>
    </a:custClr>
    <a:custClr name=" ">
      <a:srgbClr val="FFFFFF"/>
    </a:custClr>
    <a:custClr name=" ">
      <a:srgbClr val="FFFFFF"/>
    </a:custClr>
    <a:custClr name=" ">
      <a:srgbClr val="FFFFFF"/>
    </a:custClr>
    <a:custClr name="Extra Light Grey 01">
      <a:srgbClr val="F0F0F1"/>
    </a:custClr>
    <a:custClr name="Light Grey 02">
      <a:srgbClr val="D7D8D7"/>
    </a:custClr>
    <a:custClr name="Medium Grey 04">
      <a:srgbClr val="A6A9AA"/>
    </a:custClr>
    <a:custClr name="Grey 06">
      <a:srgbClr val="75787B"/>
    </a:custClr>
    <a:custClr name="Dark Grey 08">
      <a:srgbClr val="4F5153"/>
    </a:custClr>
    <a:custClr name="Extra Dark Grey 10">
      <a:srgbClr val="292B2C"/>
    </a:custClr>
    <a:custClr name="Rich Black 12">
      <a:srgbClr val="000000"/>
    </a:custClr>
    <a:custClr name=" ">
      <a:srgbClr val="FFFFFF"/>
    </a:custClr>
    <a:custClr name=" ">
      <a:srgbClr val="FFFFFF"/>
    </a:custClr>
    <a:custClr name=" ">
      <a:srgbClr val="FFFFFF"/>
    </a:custClr>
    <a:custClr name="Red 08">
      <a:srgbClr val="BA0C2F"/>
    </a:custClr>
    <a:custClr name="Orange 06">
      <a:srgbClr val="E35205"/>
    </a:custClr>
    <a:custClr name="Yellow 03">
      <a:srgbClr val="FDDA25"/>
    </a:custClr>
    <a:custClr name="Green 04">
      <a:srgbClr val="78BE20"/>
    </a:custClr>
    <a:custClr name="Teal 06">
      <a:srgbClr val="008C95"/>
    </a:custClr>
    <a:custClr name="Purple 10">
      <a:srgbClr val="5C068C"/>
    </a:custClr>
    <a:custClr name="Magenta 07">
      <a:srgbClr val="D9017A"/>
    </a:custClr>
    <a:custClr name=" ">
      <a:srgbClr val="FFFFFF"/>
    </a:custClr>
    <a:custClr name=" ">
      <a:srgbClr val="FFFFFF"/>
    </a:custClr>
    <a:custClr name=" ">
      <a:srgbClr val="FFFFFF"/>
    </a:custClr>
    <a:custClr name="Red 01">
      <a:srgbClr val="F8E5E9"/>
    </a:custClr>
    <a:custClr name="Orange 01">
      <a:srgbClr val="FBE6DA"/>
    </a:custClr>
    <a:custClr name="Yellow 01">
      <a:srgbClr val="FDF3BD"/>
    </a:custClr>
    <a:custClr name="Green 01">
      <a:srgbClr val="DDF0CE"/>
    </a:custClr>
    <a:custClr name="Teal 01">
      <a:srgbClr val="D7EDEF"/>
    </a:custClr>
    <a:custClr name="Purple 01">
      <a:srgbClr val="EEE7F3"/>
    </a:custClr>
    <a:custClr name="Magenta 01">
      <a:srgbClr val="FDE3F2"/>
    </a:custClr>
    <a:custClr name=" ">
      <a:srgbClr val="FFFFFF"/>
    </a:custClr>
    <a:custClr name=" ">
      <a:srgbClr val="FFFFFF"/>
    </a:custClr>
    <a:custClr name=" ">
      <a:srgbClr val="FFFFFF"/>
    </a:custClr>
  </a:custClrLst>
  <a:extLst>
    <a:ext uri="{05A4C25C-085E-4340-85A3-A5531E510DB2}">
      <thm15:themeFamily xmlns:thm15="http://schemas.microsoft.com/office/thememl/2012/main" name="Moody's Corp Template_2026" id="{0F48AD91-6112-F446-BAF7-662F8C38B59D}" vid="{271055AB-38ED-2D41-BBE7-23E6FA5DF4F8}"/>
    </a:ext>
  </a:extLst>
</a:theme>
</file>

<file path=ppt/theme/theme2.xml><?xml version="1.0" encoding="utf-8"?>
<a:theme xmlns:a="http://schemas.openxmlformats.org/drawingml/2006/main" name="1_Moody's">
  <a:themeElements>
    <a:clrScheme name="Moody's">
      <a:dk1>
        <a:srgbClr val="000000"/>
      </a:dk1>
      <a:lt1>
        <a:sysClr val="window" lastClr="FFFFFF"/>
      </a:lt1>
      <a:dk2>
        <a:srgbClr val="0A1264"/>
      </a:dk2>
      <a:lt2>
        <a:srgbClr val="D7D8D7"/>
      </a:lt2>
      <a:accent1>
        <a:srgbClr val="005EFF"/>
      </a:accent1>
      <a:accent2>
        <a:srgbClr val="35397E"/>
      </a:accent2>
      <a:accent3>
        <a:srgbClr val="7677A7"/>
      </a:accent3>
      <a:accent4>
        <a:srgbClr val="A2A2C4"/>
      </a:accent4>
      <a:accent5>
        <a:srgbClr val="CFD0E1"/>
      </a:accent5>
      <a:accent6>
        <a:srgbClr val="11174F"/>
      </a:accent6>
      <a:hlink>
        <a:srgbClr val="005EFF"/>
      </a:hlink>
      <a:folHlink>
        <a:srgbClr val="D9017A"/>
      </a:folHlink>
    </a:clrScheme>
    <a:fontScheme name="Moody's">
      <a:majorFont>
        <a:latin typeface="Financier Semibold"/>
        <a:ea typeface=""/>
        <a:cs typeface=""/>
      </a:majorFont>
      <a:minorFont>
        <a:latin typeface="GT America"/>
        <a:ea typeface=""/>
        <a:cs typeface=""/>
      </a:minorFont>
    </a:fontScheme>
    <a:fmtScheme name="Moody's">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marL="285750" indent="-285750" algn="l">
          <a:lnSpc>
            <a:spcPct val="101000"/>
          </a:lnSpc>
          <a:spcAft>
            <a:spcPts val="600"/>
          </a:spcAft>
          <a:buFont typeface="GT America" charset="0"/>
          <a:buChar char="→"/>
          <a:defRPr kumimoji="0" sz="1400" b="0" i="0" u="none" strike="noStrike" kern="1200" cap="none" spc="0" normalizeH="0" baseline="0" noProof="0" dirty="0" err="1" smtClean="0">
            <a:ln>
              <a:noFill/>
            </a:ln>
            <a:solidFill>
              <a:srgbClr val="000000"/>
            </a:solidFill>
            <a:effectLst/>
            <a:uLnTx/>
            <a:uFillTx/>
            <a:latin typeface="GT America Regular"/>
            <a:ea typeface="GT America Regular" charset="0"/>
            <a:cs typeface="GT America Regular" charset="0"/>
          </a:defRPr>
        </a:defPPr>
      </a:lstStyle>
    </a:txDef>
  </a:objectDefaults>
  <a:extraClrSchemeLst/>
  <a:custClrLst>
    <a:custClr name="Moody's Blue 02">
      <a:srgbClr val="CFD0E1"/>
    </a:custClr>
    <a:custClr name="Moody's Blue 04">
      <a:srgbClr val="A2A2C4"/>
    </a:custClr>
    <a:custClr name="Moody's Blue 06">
      <a:srgbClr val="7677A7"/>
    </a:custClr>
    <a:custClr name="Moody's Blue 09">
      <a:srgbClr val="35397E"/>
    </a:custClr>
    <a:custClr name="Moody's Blue 10">
      <a:srgbClr val="0A1264"/>
    </a:custClr>
    <a:custClr name="Moody's Blue 11">
      <a:srgbClr val="11174F"/>
    </a:custClr>
    <a:custClr name="Moody's Blue 12">
      <a:srgbClr val="040826"/>
    </a:custClr>
    <a:custClr name=" ">
      <a:srgbClr val="FFFFFF"/>
    </a:custClr>
    <a:custClr name=" ">
      <a:srgbClr val="FFFFFF"/>
    </a:custClr>
    <a:custClr name=" ">
      <a:srgbClr val="FFFFFF"/>
    </a:custClr>
    <a:custClr name="Bright Blue 03">
      <a:srgbClr val="9DC1FF"/>
    </a:custClr>
    <a:custClr name="Bright Blue 05">
      <a:srgbClr val="5996FF"/>
    </a:custClr>
    <a:custClr name="Bright Blue 06">
      <a:srgbClr val="347FFF"/>
    </a:custClr>
    <a:custClr name="Bright Blue 07">
      <a:srgbClr val="005EFF"/>
    </a:custClr>
    <a:custClr name="Bright Blue 09">
      <a:srgbClr val="0044B7"/>
    </a:custClr>
    <a:custClr name="Bright Blue 10">
      <a:srgbClr val="003590"/>
    </a:custClr>
    <a:custClr name="Bright Blue 11">
      <a:srgbClr val="00276A"/>
    </a:custClr>
    <a:custClr name=" ">
      <a:srgbClr val="FFFFFF"/>
    </a:custClr>
    <a:custClr name=" ">
      <a:srgbClr val="FFFFFF"/>
    </a:custClr>
    <a:custClr name=" ">
      <a:srgbClr val="FFFFFF"/>
    </a:custClr>
    <a:custClr name="Extra Light Grey 01">
      <a:srgbClr val="F0F0F1"/>
    </a:custClr>
    <a:custClr name="Light Grey 02">
      <a:srgbClr val="D7D8D7"/>
    </a:custClr>
    <a:custClr name="Medium Grey 04">
      <a:srgbClr val="A6A9AA"/>
    </a:custClr>
    <a:custClr name="Grey 06">
      <a:srgbClr val="75787B"/>
    </a:custClr>
    <a:custClr name="Dark Grey 08">
      <a:srgbClr val="4F5153"/>
    </a:custClr>
    <a:custClr name="Extra Dark Grey 10">
      <a:srgbClr val="292B2C"/>
    </a:custClr>
    <a:custClr name="Rich Black 12">
      <a:srgbClr val="000000"/>
    </a:custClr>
    <a:custClr name=" ">
      <a:srgbClr val="FFFFFF"/>
    </a:custClr>
    <a:custClr name=" ">
      <a:srgbClr val="FFFFFF"/>
    </a:custClr>
    <a:custClr name=" ">
      <a:srgbClr val="FFFFFF"/>
    </a:custClr>
    <a:custClr name="Red 08">
      <a:srgbClr val="BA0C2F"/>
    </a:custClr>
    <a:custClr name="Orange 06">
      <a:srgbClr val="E35205"/>
    </a:custClr>
    <a:custClr name="Yellow 03">
      <a:srgbClr val="FDDA25"/>
    </a:custClr>
    <a:custClr name="Green 04">
      <a:srgbClr val="78BE20"/>
    </a:custClr>
    <a:custClr name="Teal 06">
      <a:srgbClr val="008C95"/>
    </a:custClr>
    <a:custClr name="Purple 10">
      <a:srgbClr val="5C068C"/>
    </a:custClr>
    <a:custClr name="Magenta 07">
      <a:srgbClr val="D9017A"/>
    </a:custClr>
    <a:custClr name=" ">
      <a:srgbClr val="FFFFFF"/>
    </a:custClr>
    <a:custClr name=" ">
      <a:srgbClr val="FFFFFF"/>
    </a:custClr>
    <a:custClr name=" ">
      <a:srgbClr val="FFFFFF"/>
    </a:custClr>
    <a:custClr name="Red 01">
      <a:srgbClr val="F8E5E9"/>
    </a:custClr>
    <a:custClr name="Orange 01">
      <a:srgbClr val="FBE6DA"/>
    </a:custClr>
    <a:custClr name="Yellow 01">
      <a:srgbClr val="FDF3BD"/>
    </a:custClr>
    <a:custClr name="Green 01">
      <a:srgbClr val="DDF0CE"/>
    </a:custClr>
    <a:custClr name="Teal 01">
      <a:srgbClr val="D7EDEF"/>
    </a:custClr>
    <a:custClr name="Purple 01">
      <a:srgbClr val="EEE7F3"/>
    </a:custClr>
    <a:custClr name="Magenta 01">
      <a:srgbClr val="FDE3F2"/>
    </a:custClr>
    <a:custClr name=" ">
      <a:srgbClr val="FFFFFF"/>
    </a:custClr>
    <a:custClr name=" ">
      <a:srgbClr val="FFFFFF"/>
    </a:custClr>
    <a:custClr name=" ">
      <a:srgbClr val="FFFFFF"/>
    </a:custClr>
  </a:custClrLst>
  <a:extLst>
    <a:ext uri="{05A4C25C-085E-4340-85A3-A5531E510DB2}">
      <thm15:themeFamily xmlns:thm15="http://schemas.microsoft.com/office/thememl/2012/main" name="Presentation4" id="{1D5FA5CC-B81F-E249-9531-45099A792A11}" vid="{66807FD4-A7D4-3A4F-83CC-A9292C5712EB}"/>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001888D34AF014C8303255B0CE7CC0C" ma:contentTypeVersion="7" ma:contentTypeDescription="Create a new document." ma:contentTypeScope="" ma:versionID="30e226255acf9a1c3de477a4ecbfca81">
  <xsd:schema xmlns:xsd="http://www.w3.org/2001/XMLSchema" xmlns:xs="http://www.w3.org/2001/XMLSchema" xmlns:p="http://schemas.microsoft.com/office/2006/metadata/properties" xmlns:ns2="163a44b5-806b-45ee-befd-66a9cea85e5f" xmlns:ns3="36cd95fe-a139-436c-a212-6cdb33fe2b38" targetNamespace="http://schemas.microsoft.com/office/2006/metadata/properties" ma:root="true" ma:fieldsID="dc4bb1866c0d3203333e1623a244256d" ns2:_="" ns3:_="">
    <xsd:import namespace="163a44b5-806b-45ee-befd-66a9cea85e5f"/>
    <xsd:import namespace="36cd95fe-a139-436c-a212-6cdb33fe2b3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pf70eaf65de340909b0eb9f01e93c8d3"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63a44b5-806b-45ee-befd-66a9cea85e5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6cd95fe-a139-436c-a212-6cdb33fe2b38" elementFormDefault="qualified">
    <xsd:import namespace="http://schemas.microsoft.com/office/2006/documentManagement/types"/>
    <xsd:import namespace="http://schemas.microsoft.com/office/infopath/2007/PartnerControls"/>
    <xsd:element name="pf70eaf65de340909b0eb9f01e93c8d3" ma:index="13" nillable="true" ma:taxonomy="true" ma:internalName="pf70eaf65de340909b0eb9f01e93c8d3" ma:taxonomyFieldName="CandC_Tax_AICertified" ma:displayName="AI Certified" ma:fieldId="{9f70eaf6-5de3-4090-9b0e-b9f01e93c8d3}" ma:sspId="fe463ce4-1673-456b-b56a-569ad750cc17" ma:termSetId="366893de-595b-4068-8b24-a6a197a5d479" ma:anchorId="00000000-0000-0000-0000-000000000000" ma:open="false" ma:isKeyword="false">
      <xsd:complexType>
        <xsd:sequence>
          <xsd:element ref="pc:Terms" minOccurs="0" maxOccurs="1"/>
        </xsd:sequence>
      </xsd:complexType>
    </xsd:element>
    <xsd:element name="TaxCatchAll" ma:index="14" nillable="true" ma:displayName="Taxonomy Catch All Column" ma:hidden="true" ma:list="{1af80bf6-9f5d-4531-80c8-e9a6e868db03}" ma:internalName="TaxCatchAll" ma:showField="CatchAllData" ma:web="36cd95fe-a139-436c-a212-6cdb33fe2b3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36cd95fe-a139-436c-a212-6cdb33fe2b38" xsi:nil="true"/>
    <pf70eaf65de340909b0eb9f01e93c8d3 xmlns="36cd95fe-a139-436c-a212-6cdb33fe2b38">
      <Terms xmlns="http://schemas.microsoft.com/office/infopath/2007/PartnerControls"/>
    </pf70eaf65de340909b0eb9f01e93c8d3>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BF5B3E9-D5A2-4A39-8BAC-428D81206EE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63a44b5-806b-45ee-befd-66a9cea85e5f"/>
    <ds:schemaRef ds:uri="36cd95fe-a139-436c-a212-6cdb33fe2b3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F4CDC26-D7B0-44AF-8D53-000588D45495}">
  <ds:schemaRefs>
    <ds:schemaRef ds:uri="http://purl.org/dc/dcmitype/"/>
    <ds:schemaRef ds:uri="http://schemas.microsoft.com/office/2006/documentManagement/types"/>
    <ds:schemaRef ds:uri="http://schemas.openxmlformats.org/package/2006/metadata/core-properties"/>
    <ds:schemaRef ds:uri="163a44b5-806b-45ee-befd-66a9cea85e5f"/>
    <ds:schemaRef ds:uri="http://schemas.microsoft.com/office/2006/metadata/properties"/>
    <ds:schemaRef ds:uri="http://purl.org/dc/terms/"/>
    <ds:schemaRef ds:uri="http://purl.org/dc/elements/1.1/"/>
    <ds:schemaRef ds:uri="http://schemas.microsoft.com/office/infopath/2007/PartnerControls"/>
    <ds:schemaRef ds:uri="http://www.w3.org/XML/1998/namespace"/>
    <ds:schemaRef ds:uri="36cd95fe-a139-436c-a212-6cdb33fe2b38"/>
  </ds:schemaRefs>
</ds:datastoreItem>
</file>

<file path=customXml/itemProps3.xml><?xml version="1.0" encoding="utf-8"?>
<ds:datastoreItem xmlns:ds="http://schemas.openxmlformats.org/officeDocument/2006/customXml" ds:itemID="{E5D2A617-EE02-4A53-9618-B10FE7D668A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Moody's Corp Template</Template>
  <TotalTime>21</TotalTime>
  <Words>1620</Words>
  <Application>Microsoft Office PowerPoint</Application>
  <PresentationFormat>Widescreen</PresentationFormat>
  <Paragraphs>192</Paragraphs>
  <Slides>10</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10</vt:i4>
      </vt:variant>
    </vt:vector>
  </HeadingPairs>
  <TitlesOfParts>
    <vt:vector size="18" baseType="lpstr">
      <vt:lpstr>Arial</vt:lpstr>
      <vt:lpstr>Calibri</vt:lpstr>
      <vt:lpstr>GT America</vt:lpstr>
      <vt:lpstr>GT America Regular</vt:lpstr>
      <vt:lpstr>Times New Roman</vt:lpstr>
      <vt:lpstr>Verdana</vt:lpstr>
      <vt:lpstr>Moody's</vt:lpstr>
      <vt:lpstr>1_Moody's</vt:lpstr>
      <vt:lpstr>PowerPoint Presentation</vt:lpstr>
      <vt:lpstr>Moody’s Agentic Solutions</vt:lpstr>
      <vt:lpstr>PowerPoint Presentation</vt:lpstr>
      <vt:lpstr>PowerPoint Presentation</vt:lpstr>
      <vt:lpstr>Moody’s AI Solution Suite  </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Green Chen (Moody's)</dc:creator>
  <cp:lastModifiedBy>Green Chen (Moody's)</cp:lastModifiedBy>
  <cp:revision>1</cp:revision>
  <dcterms:created xsi:type="dcterms:W3CDTF">2026-08-28T01:56:18Z</dcterms:created>
  <dcterms:modified xsi:type="dcterms:W3CDTF">2026-08-28T02:17:54Z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0x0101008001888D34AF014C8303255B0CE7CC0C</vt:lpwstr>
  </property>
</Properties>
</file>